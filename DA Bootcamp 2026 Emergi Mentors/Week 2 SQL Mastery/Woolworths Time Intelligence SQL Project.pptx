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84988" autoAdjust="0"/>
  </p:normalViewPr>
  <p:slideViewPr>
    <p:cSldViewPr snapToGrid="0">
      <p:cViewPr varScale="1">
        <p:scale>
          <a:sx n="86" d="100"/>
          <a:sy n="86" d="100"/>
        </p:scale>
        <p:origin x="156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hyperlink" Target="https://github.com/Mikele02171/Main-Stuff/tree/main/DA%20Bootcamp%202026%20Emergi%20Mentors/Week%202%20SQL%20Mastery/Module%203%20Intermediate%20SQL%20for%20Analytics%20Professionals/Woolworths_Time_Intelligence_Analysis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hyperlink" Target="https://github.com/Mikele02171/Main-Stuff/tree/main/DA%20Bootcamp%202026%20Emergi%20Mentors/Week%202%20SQL%20Mastery/Module%203%20Intermediate%20SQL%20for%20Analytics%20Professionals/Woolworths_Time_Intelligence_Analysis" TargetMode="External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B96F2C-6D76-4680-9B47-B736E78355A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D81DCB8-9AF0-4738-A007-1335CE1DE629}">
      <dgm:prSet/>
      <dgm:spPr/>
      <dgm:t>
        <a:bodyPr/>
        <a:lstStyle/>
        <a:p>
          <a:pPr>
            <a:lnSpc>
              <a:spcPct val="100000"/>
            </a:lnSpc>
          </a:pPr>
          <a:r>
            <a:rPr lang="en-AU" dirty="0"/>
            <a:t>Files and Sources: </a:t>
          </a:r>
          <a:r>
            <a:rPr lang="en-AU" dirty="0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Main-Stuff/DA Bootcamp 2026 </a:t>
          </a:r>
          <a:r>
            <a:rPr lang="en-AU" dirty="0" err="1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Emergi</a:t>
          </a:r>
          <a:r>
            <a:rPr lang="en-AU" dirty="0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Mentors/Week 2 SQL Mastery/Module 3 Intermediate SQL for Analytics Professionals/</a:t>
          </a:r>
          <a:r>
            <a:rPr lang="en-AU" dirty="0" err="1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Woolworths_Time_Intelligence_Analysis</a:t>
          </a:r>
          <a:r>
            <a:rPr lang="en-AU" dirty="0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at main · Mikele02171/Main-Stuff</a:t>
          </a:r>
          <a:endParaRPr lang="en-US" dirty="0">
            <a:solidFill>
              <a:schemeClr val="tx1"/>
            </a:solidFill>
          </a:endParaRPr>
        </a:p>
      </dgm:t>
    </dgm:pt>
    <dgm:pt modelId="{240BD9EC-A8C3-4DA9-B84D-DA9F9CD774B2}" type="parTrans" cxnId="{B77DAB2C-D5B9-4DF9-B3FB-DDFBFE40EC32}">
      <dgm:prSet/>
      <dgm:spPr/>
      <dgm:t>
        <a:bodyPr/>
        <a:lstStyle/>
        <a:p>
          <a:endParaRPr lang="en-US"/>
        </a:p>
      </dgm:t>
    </dgm:pt>
    <dgm:pt modelId="{F10848D6-4EB1-40E3-8359-12B4A6D54020}" type="sibTrans" cxnId="{B77DAB2C-D5B9-4DF9-B3FB-DDFBFE40EC3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B1F99F2-30B8-43D0-841C-E62AA8D4934E}">
      <dgm:prSet/>
      <dgm:spPr/>
      <dgm:t>
        <a:bodyPr/>
        <a:lstStyle/>
        <a:p>
          <a:pPr>
            <a:lnSpc>
              <a:spcPct val="100000"/>
            </a:lnSpc>
          </a:pPr>
          <a:r>
            <a:rPr lang="en-AU"/>
            <a:t>Microsoft SQL Server Express (2022 or (2025 preferred))</a:t>
          </a:r>
          <a:endParaRPr lang="en-US"/>
        </a:p>
      </dgm:t>
    </dgm:pt>
    <dgm:pt modelId="{C1EF2877-5A70-476B-A959-E6D241CD247A}" type="parTrans" cxnId="{CF886E8D-97C0-4B86-9557-64C21EECDD0D}">
      <dgm:prSet/>
      <dgm:spPr/>
      <dgm:t>
        <a:bodyPr/>
        <a:lstStyle/>
        <a:p>
          <a:endParaRPr lang="en-US"/>
        </a:p>
      </dgm:t>
    </dgm:pt>
    <dgm:pt modelId="{26B03D8D-D325-4FF1-8429-3F39EF7E478F}" type="sibTrans" cxnId="{CF886E8D-97C0-4B86-9557-64C21EECDD0D}">
      <dgm:prSet/>
      <dgm:spPr/>
      <dgm:t>
        <a:bodyPr/>
        <a:lstStyle/>
        <a:p>
          <a:endParaRPr lang="en-US"/>
        </a:p>
      </dgm:t>
    </dgm:pt>
    <dgm:pt modelId="{3CDA8576-7A61-492F-9BBE-773A0D6CBB5E}" type="pres">
      <dgm:prSet presAssocID="{9DB96F2C-6D76-4680-9B47-B736E78355AB}" presName="root" presStyleCnt="0">
        <dgm:presLayoutVars>
          <dgm:dir/>
          <dgm:resizeHandles val="exact"/>
        </dgm:presLayoutVars>
      </dgm:prSet>
      <dgm:spPr/>
    </dgm:pt>
    <dgm:pt modelId="{31A15A5A-8404-4BA8-8338-F885409A5418}" type="pres">
      <dgm:prSet presAssocID="{9DB96F2C-6D76-4680-9B47-B736E78355AB}" presName="container" presStyleCnt="0">
        <dgm:presLayoutVars>
          <dgm:dir/>
          <dgm:resizeHandles val="exact"/>
        </dgm:presLayoutVars>
      </dgm:prSet>
      <dgm:spPr/>
    </dgm:pt>
    <dgm:pt modelId="{201E1192-6870-4805-8810-B69E9181A319}" type="pres">
      <dgm:prSet presAssocID="{BD81DCB8-9AF0-4738-A007-1335CE1DE629}" presName="compNode" presStyleCnt="0"/>
      <dgm:spPr/>
    </dgm:pt>
    <dgm:pt modelId="{818E66ED-5919-493D-957D-BF8646205E06}" type="pres">
      <dgm:prSet presAssocID="{BD81DCB8-9AF0-4738-A007-1335CE1DE629}" presName="iconBgRect" presStyleLbl="bgShp" presStyleIdx="0" presStyleCnt="2"/>
      <dgm:spPr/>
    </dgm:pt>
    <dgm:pt modelId="{9E87679A-F3F3-4A47-A88D-348280737BFE}" type="pres">
      <dgm:prSet presAssocID="{BD81DCB8-9AF0-4738-A007-1335CE1DE629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C332106-5DBF-49EA-8872-8FC2AF89A66C}" type="pres">
      <dgm:prSet presAssocID="{BD81DCB8-9AF0-4738-A007-1335CE1DE629}" presName="spaceRect" presStyleCnt="0"/>
      <dgm:spPr/>
    </dgm:pt>
    <dgm:pt modelId="{F39CD37E-59BA-405A-B3BD-F160CF57D8A9}" type="pres">
      <dgm:prSet presAssocID="{BD81DCB8-9AF0-4738-A007-1335CE1DE629}" presName="textRect" presStyleLbl="revTx" presStyleIdx="0" presStyleCnt="2">
        <dgm:presLayoutVars>
          <dgm:chMax val="1"/>
          <dgm:chPref val="1"/>
        </dgm:presLayoutVars>
      </dgm:prSet>
      <dgm:spPr/>
    </dgm:pt>
    <dgm:pt modelId="{5795FB2B-73F5-4F5D-A1B6-A8AD1C1A5111}" type="pres">
      <dgm:prSet presAssocID="{F10848D6-4EB1-40E3-8359-12B4A6D54020}" presName="sibTrans" presStyleLbl="sibTrans2D1" presStyleIdx="0" presStyleCnt="0"/>
      <dgm:spPr/>
    </dgm:pt>
    <dgm:pt modelId="{205DA762-EB4A-4B1D-AFEA-9E17514B869A}" type="pres">
      <dgm:prSet presAssocID="{8B1F99F2-30B8-43D0-841C-E62AA8D4934E}" presName="compNode" presStyleCnt="0"/>
      <dgm:spPr/>
    </dgm:pt>
    <dgm:pt modelId="{51C64B76-4BA3-4053-956C-BD29EF7F3875}" type="pres">
      <dgm:prSet presAssocID="{8B1F99F2-30B8-43D0-841C-E62AA8D4934E}" presName="iconBgRect" presStyleLbl="bgShp" presStyleIdx="1" presStyleCnt="2"/>
      <dgm:spPr/>
    </dgm:pt>
    <dgm:pt modelId="{9516FAC3-C259-4810-8B69-65FC2C87B344}" type="pres">
      <dgm:prSet presAssocID="{8B1F99F2-30B8-43D0-841C-E62AA8D4934E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FC943543-A313-4418-B964-AAB2508CE226}" type="pres">
      <dgm:prSet presAssocID="{8B1F99F2-30B8-43D0-841C-E62AA8D4934E}" presName="spaceRect" presStyleCnt="0"/>
      <dgm:spPr/>
    </dgm:pt>
    <dgm:pt modelId="{FEA12763-B07F-4204-8370-BBB1AF1CCFF3}" type="pres">
      <dgm:prSet presAssocID="{8B1F99F2-30B8-43D0-841C-E62AA8D4934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77DAB2C-D5B9-4DF9-B3FB-DDFBFE40EC32}" srcId="{9DB96F2C-6D76-4680-9B47-B736E78355AB}" destId="{BD81DCB8-9AF0-4738-A007-1335CE1DE629}" srcOrd="0" destOrd="0" parTransId="{240BD9EC-A8C3-4DA9-B84D-DA9F9CD774B2}" sibTransId="{F10848D6-4EB1-40E3-8359-12B4A6D54020}"/>
    <dgm:cxn modelId="{E0218932-7747-44F0-B22B-09FBE138F01D}" type="presOf" srcId="{F10848D6-4EB1-40E3-8359-12B4A6D54020}" destId="{5795FB2B-73F5-4F5D-A1B6-A8AD1C1A5111}" srcOrd="0" destOrd="0" presId="urn:microsoft.com/office/officeart/2018/2/layout/IconCircleList"/>
    <dgm:cxn modelId="{FA0AEB49-F724-4CCE-A4F9-4AE97C2279D2}" type="presOf" srcId="{9DB96F2C-6D76-4680-9B47-B736E78355AB}" destId="{3CDA8576-7A61-492F-9BBE-773A0D6CBB5E}" srcOrd="0" destOrd="0" presId="urn:microsoft.com/office/officeart/2018/2/layout/IconCircleList"/>
    <dgm:cxn modelId="{CF886E8D-97C0-4B86-9557-64C21EECDD0D}" srcId="{9DB96F2C-6D76-4680-9B47-B736E78355AB}" destId="{8B1F99F2-30B8-43D0-841C-E62AA8D4934E}" srcOrd="1" destOrd="0" parTransId="{C1EF2877-5A70-476B-A959-E6D241CD247A}" sibTransId="{26B03D8D-D325-4FF1-8429-3F39EF7E478F}"/>
    <dgm:cxn modelId="{20AA4BB5-69A2-4A31-ACA2-D369F1659EB7}" type="presOf" srcId="{BD81DCB8-9AF0-4738-A007-1335CE1DE629}" destId="{F39CD37E-59BA-405A-B3BD-F160CF57D8A9}" srcOrd="0" destOrd="0" presId="urn:microsoft.com/office/officeart/2018/2/layout/IconCircleList"/>
    <dgm:cxn modelId="{A5943BBF-1B46-4580-83AA-EE5E553B54C2}" type="presOf" srcId="{8B1F99F2-30B8-43D0-841C-E62AA8D4934E}" destId="{FEA12763-B07F-4204-8370-BBB1AF1CCFF3}" srcOrd="0" destOrd="0" presId="urn:microsoft.com/office/officeart/2018/2/layout/IconCircleList"/>
    <dgm:cxn modelId="{72558531-0C87-43B4-AB92-5DE8F49E09E3}" type="presParOf" srcId="{3CDA8576-7A61-492F-9BBE-773A0D6CBB5E}" destId="{31A15A5A-8404-4BA8-8338-F885409A5418}" srcOrd="0" destOrd="0" presId="urn:microsoft.com/office/officeart/2018/2/layout/IconCircleList"/>
    <dgm:cxn modelId="{54550664-52C4-4865-B3B1-330D2DEEDF6C}" type="presParOf" srcId="{31A15A5A-8404-4BA8-8338-F885409A5418}" destId="{201E1192-6870-4805-8810-B69E9181A319}" srcOrd="0" destOrd="0" presId="urn:microsoft.com/office/officeart/2018/2/layout/IconCircleList"/>
    <dgm:cxn modelId="{A980F4E7-C9A6-49C1-8757-6518CC71C317}" type="presParOf" srcId="{201E1192-6870-4805-8810-B69E9181A319}" destId="{818E66ED-5919-493D-957D-BF8646205E06}" srcOrd="0" destOrd="0" presId="urn:microsoft.com/office/officeart/2018/2/layout/IconCircleList"/>
    <dgm:cxn modelId="{AE43C78E-A714-4AA7-9D60-6082287DFC14}" type="presParOf" srcId="{201E1192-6870-4805-8810-B69E9181A319}" destId="{9E87679A-F3F3-4A47-A88D-348280737BFE}" srcOrd="1" destOrd="0" presId="urn:microsoft.com/office/officeart/2018/2/layout/IconCircleList"/>
    <dgm:cxn modelId="{4E46D146-05A6-473F-B7E4-446B8F2EEE16}" type="presParOf" srcId="{201E1192-6870-4805-8810-B69E9181A319}" destId="{BC332106-5DBF-49EA-8872-8FC2AF89A66C}" srcOrd="2" destOrd="0" presId="urn:microsoft.com/office/officeart/2018/2/layout/IconCircleList"/>
    <dgm:cxn modelId="{6907F569-0144-4817-A507-732840D159FF}" type="presParOf" srcId="{201E1192-6870-4805-8810-B69E9181A319}" destId="{F39CD37E-59BA-405A-B3BD-F160CF57D8A9}" srcOrd="3" destOrd="0" presId="urn:microsoft.com/office/officeart/2018/2/layout/IconCircleList"/>
    <dgm:cxn modelId="{E0ACA7D1-FFCC-469E-A78D-102FEB58C961}" type="presParOf" srcId="{31A15A5A-8404-4BA8-8338-F885409A5418}" destId="{5795FB2B-73F5-4F5D-A1B6-A8AD1C1A5111}" srcOrd="1" destOrd="0" presId="urn:microsoft.com/office/officeart/2018/2/layout/IconCircleList"/>
    <dgm:cxn modelId="{B4A1A109-DF0A-4D12-A207-7FC4D55A02B8}" type="presParOf" srcId="{31A15A5A-8404-4BA8-8338-F885409A5418}" destId="{205DA762-EB4A-4B1D-AFEA-9E17514B869A}" srcOrd="2" destOrd="0" presId="urn:microsoft.com/office/officeart/2018/2/layout/IconCircleList"/>
    <dgm:cxn modelId="{85457C5A-72B0-43C4-8E20-93691D286619}" type="presParOf" srcId="{205DA762-EB4A-4B1D-AFEA-9E17514B869A}" destId="{51C64B76-4BA3-4053-956C-BD29EF7F3875}" srcOrd="0" destOrd="0" presId="urn:microsoft.com/office/officeart/2018/2/layout/IconCircleList"/>
    <dgm:cxn modelId="{9A8EE5C0-980B-4CCE-A391-B769CBE90CB3}" type="presParOf" srcId="{205DA762-EB4A-4B1D-AFEA-9E17514B869A}" destId="{9516FAC3-C259-4810-8B69-65FC2C87B344}" srcOrd="1" destOrd="0" presId="urn:microsoft.com/office/officeart/2018/2/layout/IconCircleList"/>
    <dgm:cxn modelId="{CC8CBE68-C564-430B-9B83-00F4DE7472AD}" type="presParOf" srcId="{205DA762-EB4A-4B1D-AFEA-9E17514B869A}" destId="{FC943543-A313-4418-B964-AAB2508CE226}" srcOrd="2" destOrd="0" presId="urn:microsoft.com/office/officeart/2018/2/layout/IconCircleList"/>
    <dgm:cxn modelId="{11701BC5-5434-40C7-9B83-9FF065C2CC25}" type="presParOf" srcId="{205DA762-EB4A-4B1D-AFEA-9E17514B869A}" destId="{FEA12763-B07F-4204-8370-BBB1AF1CCFF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0318B4-304E-4632-82E9-5FAF2A775595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8D62A1D-5908-43AE-8BDA-371255E600F9}">
      <dgm:prSet/>
      <dgm:spPr/>
      <dgm:t>
        <a:bodyPr/>
        <a:lstStyle/>
        <a:p>
          <a:r>
            <a:rPr lang="en-AU" dirty="0"/>
            <a:t>Create database for Woolworths Sales</a:t>
          </a:r>
          <a:endParaRPr lang="en-US" dirty="0"/>
        </a:p>
      </dgm:t>
    </dgm:pt>
    <dgm:pt modelId="{E428FE20-16BD-4229-8165-42F877A42566}" type="parTrans" cxnId="{30DA567A-2C31-47CA-B14A-9D35E76D6C63}">
      <dgm:prSet/>
      <dgm:spPr/>
      <dgm:t>
        <a:bodyPr/>
        <a:lstStyle/>
        <a:p>
          <a:endParaRPr lang="en-US"/>
        </a:p>
      </dgm:t>
    </dgm:pt>
    <dgm:pt modelId="{42AACE5F-7D99-41BB-841B-C42115F1FA5F}" type="sibTrans" cxnId="{30DA567A-2C31-47CA-B14A-9D35E76D6C63}">
      <dgm:prSet/>
      <dgm:spPr/>
      <dgm:t>
        <a:bodyPr/>
        <a:lstStyle/>
        <a:p>
          <a:endParaRPr lang="en-US"/>
        </a:p>
      </dgm:t>
    </dgm:pt>
    <dgm:pt modelId="{9D033D74-37A1-4F06-8ADF-1FD4BD410691}">
      <dgm:prSet/>
      <dgm:spPr/>
      <dgm:t>
        <a:bodyPr/>
        <a:lstStyle/>
        <a:p>
          <a:r>
            <a:rPr lang="en-AU" dirty="0"/>
            <a:t>DDL: Create table daily sales</a:t>
          </a:r>
          <a:endParaRPr lang="en-US" dirty="0"/>
        </a:p>
      </dgm:t>
    </dgm:pt>
    <dgm:pt modelId="{B278B41D-A554-400E-B8F7-D6419BA57370}" type="parTrans" cxnId="{4120283B-8ED6-4565-A0E0-6C2EC07A07EF}">
      <dgm:prSet/>
      <dgm:spPr/>
      <dgm:t>
        <a:bodyPr/>
        <a:lstStyle/>
        <a:p>
          <a:endParaRPr lang="en-US"/>
        </a:p>
      </dgm:t>
    </dgm:pt>
    <dgm:pt modelId="{620E3F74-0C09-4167-BB03-634832561439}" type="sibTrans" cxnId="{4120283B-8ED6-4565-A0E0-6C2EC07A07EF}">
      <dgm:prSet/>
      <dgm:spPr/>
      <dgm:t>
        <a:bodyPr/>
        <a:lstStyle/>
        <a:p>
          <a:endParaRPr lang="en-US"/>
        </a:p>
      </dgm:t>
    </dgm:pt>
    <dgm:pt modelId="{266502D1-7EBA-40C2-9151-254C04E79D6A}">
      <dgm:prSet/>
      <dgm:spPr/>
      <dgm:t>
        <a:bodyPr/>
        <a:lstStyle/>
        <a:p>
          <a:r>
            <a:rPr lang="en-AU" dirty="0"/>
            <a:t>DML: Sample Data (2023,2024)</a:t>
          </a:r>
          <a:endParaRPr lang="en-US" dirty="0"/>
        </a:p>
      </dgm:t>
    </dgm:pt>
    <dgm:pt modelId="{0428BE79-9D20-4F5B-A395-6D0AB0694E4C}" type="parTrans" cxnId="{2112C2B1-DA08-4B54-8976-B786F7DE4911}">
      <dgm:prSet/>
      <dgm:spPr/>
      <dgm:t>
        <a:bodyPr/>
        <a:lstStyle/>
        <a:p>
          <a:endParaRPr lang="en-US"/>
        </a:p>
      </dgm:t>
    </dgm:pt>
    <dgm:pt modelId="{2E4E938E-A9B9-4769-BC59-E6C6174525A1}" type="sibTrans" cxnId="{2112C2B1-DA08-4B54-8976-B786F7DE4911}">
      <dgm:prSet/>
      <dgm:spPr/>
      <dgm:t>
        <a:bodyPr/>
        <a:lstStyle/>
        <a:p>
          <a:endParaRPr lang="en-US"/>
        </a:p>
      </dgm:t>
    </dgm:pt>
    <dgm:pt modelId="{CA98CBDA-E6EB-4CE0-9951-DBCC89E20531}">
      <dgm:prSet/>
      <dgm:spPr/>
      <dgm:t>
        <a:bodyPr/>
        <a:lstStyle/>
        <a:p>
          <a:r>
            <a:rPr lang="en-AU" dirty="0"/>
            <a:t>DQL: Validation Check</a:t>
          </a:r>
          <a:endParaRPr lang="en-US" dirty="0"/>
        </a:p>
      </dgm:t>
    </dgm:pt>
    <dgm:pt modelId="{6E1181D6-7EA0-472F-896C-AD2A9367AB64}" type="parTrans" cxnId="{3C90A0ED-8153-4B36-8991-ED4F20DA7F2B}">
      <dgm:prSet/>
      <dgm:spPr/>
      <dgm:t>
        <a:bodyPr/>
        <a:lstStyle/>
        <a:p>
          <a:endParaRPr lang="en-US"/>
        </a:p>
      </dgm:t>
    </dgm:pt>
    <dgm:pt modelId="{1C6D2E78-F6A1-4E3F-92D6-84940BB8EA7E}" type="sibTrans" cxnId="{3C90A0ED-8153-4B36-8991-ED4F20DA7F2B}">
      <dgm:prSet/>
      <dgm:spPr/>
      <dgm:t>
        <a:bodyPr/>
        <a:lstStyle/>
        <a:p>
          <a:endParaRPr lang="en-US"/>
        </a:p>
      </dgm:t>
    </dgm:pt>
    <dgm:pt modelId="{476C4FF7-22D1-4A0C-853B-E9C7C5A55760}">
      <dgm:prSet/>
      <dgm:spPr/>
      <dgm:t>
        <a:bodyPr/>
        <a:lstStyle/>
        <a:p>
          <a:r>
            <a:rPr lang="en-AU" dirty="0"/>
            <a:t>DQL: Date Parts</a:t>
          </a:r>
          <a:endParaRPr lang="en-US" dirty="0"/>
        </a:p>
      </dgm:t>
    </dgm:pt>
    <dgm:pt modelId="{08B2B108-409B-474B-B032-00C85297791C}" type="parTrans" cxnId="{5720D29D-2FA2-4F25-9BCE-925DA40E75AF}">
      <dgm:prSet/>
      <dgm:spPr/>
      <dgm:t>
        <a:bodyPr/>
        <a:lstStyle/>
        <a:p>
          <a:endParaRPr lang="en-US"/>
        </a:p>
      </dgm:t>
    </dgm:pt>
    <dgm:pt modelId="{57172C6D-D7D3-4D04-B521-B20D1DF9B59A}" type="sibTrans" cxnId="{5720D29D-2FA2-4F25-9BCE-925DA40E75AF}">
      <dgm:prSet/>
      <dgm:spPr/>
      <dgm:t>
        <a:bodyPr/>
        <a:lstStyle/>
        <a:p>
          <a:endParaRPr lang="en-US"/>
        </a:p>
      </dgm:t>
    </dgm:pt>
    <dgm:pt modelId="{FA3065EB-B390-4F0F-8DBF-38E5ABA9E832}">
      <dgm:prSet/>
      <dgm:spPr/>
      <dgm:t>
        <a:bodyPr/>
        <a:lstStyle/>
        <a:p>
          <a:r>
            <a:rPr lang="en-AU" dirty="0"/>
            <a:t>DQL: Year-over-year growth (with LAG()), Are we going compared to last year?</a:t>
          </a:r>
          <a:endParaRPr lang="en-US" dirty="0"/>
        </a:p>
      </dgm:t>
    </dgm:pt>
    <dgm:pt modelId="{7F431244-9AB9-4DD0-8F5D-CA295650B260}" type="parTrans" cxnId="{A70E0476-76D1-4A0F-9B3F-793497D52FDB}">
      <dgm:prSet/>
      <dgm:spPr/>
      <dgm:t>
        <a:bodyPr/>
        <a:lstStyle/>
        <a:p>
          <a:endParaRPr lang="en-US"/>
        </a:p>
      </dgm:t>
    </dgm:pt>
    <dgm:pt modelId="{051C68B6-F16C-43C1-9088-516576284F7A}" type="sibTrans" cxnId="{A70E0476-76D1-4A0F-9B3F-793497D52FDB}">
      <dgm:prSet/>
      <dgm:spPr/>
      <dgm:t>
        <a:bodyPr/>
        <a:lstStyle/>
        <a:p>
          <a:endParaRPr lang="en-US"/>
        </a:p>
      </dgm:t>
    </dgm:pt>
    <dgm:pt modelId="{1E8C454A-BCB3-49E6-BCDC-30F3090D37AC}">
      <dgm:prSet/>
      <dgm:spPr/>
      <dgm:t>
        <a:bodyPr/>
        <a:lstStyle/>
        <a:p>
          <a:r>
            <a:rPr lang="en-AU" dirty="0"/>
            <a:t>DQL: Month-over-Month, Did we grow this month vs last month?</a:t>
          </a:r>
          <a:endParaRPr lang="en-US" dirty="0"/>
        </a:p>
      </dgm:t>
    </dgm:pt>
    <dgm:pt modelId="{4BE1C92F-6E44-4392-B7DD-F270DD74B2BD}" type="parTrans" cxnId="{4A2E9F45-8E5B-4058-81E1-B0003253F335}">
      <dgm:prSet/>
      <dgm:spPr/>
      <dgm:t>
        <a:bodyPr/>
        <a:lstStyle/>
        <a:p>
          <a:endParaRPr lang="en-US"/>
        </a:p>
      </dgm:t>
    </dgm:pt>
    <dgm:pt modelId="{D5F5A6E9-6834-41B1-A8C6-F9ADA9D32F97}" type="sibTrans" cxnId="{4A2E9F45-8E5B-4058-81E1-B0003253F335}">
      <dgm:prSet/>
      <dgm:spPr/>
      <dgm:t>
        <a:bodyPr/>
        <a:lstStyle/>
        <a:p>
          <a:endParaRPr lang="en-US"/>
        </a:p>
      </dgm:t>
    </dgm:pt>
    <dgm:pt modelId="{EEDE5166-65E6-480C-90DD-54AF311B7D27}">
      <dgm:prSet/>
      <dgm:spPr/>
      <dgm:t>
        <a:bodyPr/>
        <a:lstStyle/>
        <a:p>
          <a:r>
            <a:rPr lang="en-AU" dirty="0"/>
            <a:t>DQL: Rolling Averages, Daily sales are noisy. Show me a real trend!</a:t>
          </a:r>
          <a:endParaRPr lang="en-US" dirty="0"/>
        </a:p>
      </dgm:t>
    </dgm:pt>
    <dgm:pt modelId="{0AC05B9F-485A-4ED1-B659-59581A0A6912}" type="parTrans" cxnId="{B4ECE9F8-461C-48C8-A61C-0DCCD3531235}">
      <dgm:prSet/>
      <dgm:spPr/>
      <dgm:t>
        <a:bodyPr/>
        <a:lstStyle/>
        <a:p>
          <a:endParaRPr lang="en-US"/>
        </a:p>
      </dgm:t>
    </dgm:pt>
    <dgm:pt modelId="{B27FD610-DD7B-4848-9099-617A71A96B7C}" type="sibTrans" cxnId="{B4ECE9F8-461C-48C8-A61C-0DCCD3531235}">
      <dgm:prSet/>
      <dgm:spPr/>
      <dgm:t>
        <a:bodyPr/>
        <a:lstStyle/>
        <a:p>
          <a:endParaRPr lang="en-US"/>
        </a:p>
      </dgm:t>
    </dgm:pt>
    <dgm:pt modelId="{7F2EF687-F9C1-4117-A708-B0C5DAEA3193}">
      <dgm:prSet/>
      <dgm:spPr/>
      <dgm:t>
        <a:bodyPr/>
        <a:lstStyle/>
        <a:p>
          <a:r>
            <a:rPr lang="en-AU" dirty="0"/>
            <a:t>DQL: Quarter-over-Quarter, How does each quarter compare to the previous?</a:t>
          </a:r>
          <a:endParaRPr lang="en-US" dirty="0"/>
        </a:p>
      </dgm:t>
    </dgm:pt>
    <dgm:pt modelId="{7969EE0A-92C3-4D74-9F03-ECEBF738004A}" type="parTrans" cxnId="{3E5CDDE6-27D7-4DC6-8A00-E7B0DAC87AB6}">
      <dgm:prSet/>
      <dgm:spPr/>
      <dgm:t>
        <a:bodyPr/>
        <a:lstStyle/>
        <a:p>
          <a:endParaRPr lang="en-US"/>
        </a:p>
      </dgm:t>
    </dgm:pt>
    <dgm:pt modelId="{897507D7-EF9A-4382-9AD2-B913EDFFB1BF}" type="sibTrans" cxnId="{3E5CDDE6-27D7-4DC6-8A00-E7B0DAC87AB6}">
      <dgm:prSet/>
      <dgm:spPr/>
      <dgm:t>
        <a:bodyPr/>
        <a:lstStyle/>
        <a:p>
          <a:endParaRPr lang="en-US"/>
        </a:p>
      </dgm:t>
    </dgm:pt>
    <dgm:pt modelId="{396AEB0C-4BA0-445C-813B-D3489694D707}">
      <dgm:prSet/>
      <dgm:spPr/>
      <dgm:t>
        <a:bodyPr/>
        <a:lstStyle/>
        <a:p>
          <a:r>
            <a:rPr lang="en-AU" dirty="0"/>
            <a:t>DQL: Weekend vs Weekday Comparison, How much more do we sell on weekends?</a:t>
          </a:r>
          <a:endParaRPr lang="en-US" dirty="0"/>
        </a:p>
      </dgm:t>
    </dgm:pt>
    <dgm:pt modelId="{754D8FA2-C5B1-42F3-B5A2-23FA34AF384A}" type="parTrans" cxnId="{4C234DFE-01AA-4383-A95B-71BF1B9BEDB5}">
      <dgm:prSet/>
      <dgm:spPr/>
      <dgm:t>
        <a:bodyPr/>
        <a:lstStyle/>
        <a:p>
          <a:endParaRPr lang="en-US"/>
        </a:p>
      </dgm:t>
    </dgm:pt>
    <dgm:pt modelId="{94DCE175-CCC9-42FD-8948-0C670535F0B3}" type="sibTrans" cxnId="{4C234DFE-01AA-4383-A95B-71BF1B9BEDB5}">
      <dgm:prSet/>
      <dgm:spPr/>
      <dgm:t>
        <a:bodyPr/>
        <a:lstStyle/>
        <a:p>
          <a:endParaRPr lang="en-US"/>
        </a:p>
      </dgm:t>
    </dgm:pt>
    <dgm:pt modelId="{34E23146-59A6-484A-882D-ADC213AFB86C}">
      <dgm:prSet/>
      <dgm:spPr/>
      <dgm:t>
        <a:bodyPr/>
        <a:lstStyle/>
        <a:p>
          <a:r>
            <a:rPr lang="en-AU" dirty="0"/>
            <a:t>DQL: Best Performing Day of Week, Which day should we run our biggest promotions?</a:t>
          </a:r>
          <a:endParaRPr lang="en-US" dirty="0"/>
        </a:p>
      </dgm:t>
    </dgm:pt>
    <dgm:pt modelId="{8556188C-BE8A-4209-AC71-62A178EC13F8}" type="parTrans" cxnId="{19C6CE00-9857-4317-8070-BE29B0342B20}">
      <dgm:prSet/>
      <dgm:spPr/>
      <dgm:t>
        <a:bodyPr/>
        <a:lstStyle/>
        <a:p>
          <a:endParaRPr lang="en-US"/>
        </a:p>
      </dgm:t>
    </dgm:pt>
    <dgm:pt modelId="{60769FC1-232A-46B4-9406-2B9896B392BF}" type="sibTrans" cxnId="{19C6CE00-9857-4317-8070-BE29B0342B20}">
      <dgm:prSet/>
      <dgm:spPr/>
      <dgm:t>
        <a:bodyPr/>
        <a:lstStyle/>
        <a:p>
          <a:endParaRPr lang="en-US"/>
        </a:p>
      </dgm:t>
    </dgm:pt>
    <dgm:pt modelId="{F9FC9022-6F57-4A10-ABA3-863693ACB36F}">
      <dgm:prSet/>
      <dgm:spPr/>
      <dgm:t>
        <a:bodyPr/>
        <a:lstStyle/>
        <a:p>
          <a:r>
            <a:rPr lang="en-AU" dirty="0"/>
            <a:t>DQL: Month with Highest YoY Growth %, Which month grew the most year-over-year?</a:t>
          </a:r>
          <a:endParaRPr lang="en-US" dirty="0"/>
        </a:p>
      </dgm:t>
    </dgm:pt>
    <dgm:pt modelId="{BB3B1B32-62A7-44AB-9195-888ABDE15FB2}" type="parTrans" cxnId="{D77A79EE-CFA7-4CD2-9CEF-93F45257C9F1}">
      <dgm:prSet/>
      <dgm:spPr/>
      <dgm:t>
        <a:bodyPr/>
        <a:lstStyle/>
        <a:p>
          <a:endParaRPr lang="en-US"/>
        </a:p>
      </dgm:t>
    </dgm:pt>
    <dgm:pt modelId="{5D986712-9348-4046-8A36-8B753E305F62}" type="sibTrans" cxnId="{D77A79EE-CFA7-4CD2-9CEF-93F45257C9F1}">
      <dgm:prSet/>
      <dgm:spPr/>
      <dgm:t>
        <a:bodyPr/>
        <a:lstStyle/>
        <a:p>
          <a:endParaRPr lang="en-US"/>
        </a:p>
      </dgm:t>
    </dgm:pt>
    <dgm:pt modelId="{0FD9150F-3FEC-4452-9F58-04874B1DE31E}">
      <dgm:prSet/>
      <dgm:spPr/>
      <dgm:t>
        <a:bodyPr/>
        <a:lstStyle/>
        <a:p>
          <a:r>
            <a:rPr lang="en-AU" dirty="0"/>
            <a:t>DQL: 30-Day Rolling Average for Online Sales, Show me online sales trend over time.</a:t>
          </a:r>
          <a:endParaRPr lang="en-US" dirty="0"/>
        </a:p>
      </dgm:t>
    </dgm:pt>
    <dgm:pt modelId="{2FA2B33C-5B31-45AC-90E2-3C05B54571E7}" type="parTrans" cxnId="{7349A0C2-9426-4017-BD46-301F827826DE}">
      <dgm:prSet/>
      <dgm:spPr/>
      <dgm:t>
        <a:bodyPr/>
        <a:lstStyle/>
        <a:p>
          <a:endParaRPr lang="en-US"/>
        </a:p>
      </dgm:t>
    </dgm:pt>
    <dgm:pt modelId="{F2450706-A98F-4B95-9808-614E8F144BFF}" type="sibTrans" cxnId="{7349A0C2-9426-4017-BD46-301F827826DE}">
      <dgm:prSet/>
      <dgm:spPr/>
      <dgm:t>
        <a:bodyPr/>
        <a:lstStyle/>
        <a:p>
          <a:endParaRPr lang="en-US"/>
        </a:p>
      </dgm:t>
    </dgm:pt>
    <dgm:pt modelId="{3898E4A1-F70C-49E8-8290-0D330B766B9E}">
      <dgm:prSet/>
      <dgm:spPr/>
      <dgm:t>
        <a:bodyPr/>
        <a:lstStyle/>
        <a:p>
          <a:r>
            <a:rPr lang="en-AU" dirty="0"/>
            <a:t>DQL: Same Day Last Year Comparison (Apples-to-Apples), How does this Monday compare to same Monday last year?</a:t>
          </a:r>
          <a:endParaRPr lang="en-US" dirty="0"/>
        </a:p>
      </dgm:t>
    </dgm:pt>
    <dgm:pt modelId="{E3A45DC1-D29F-40E2-BBAF-21B0D192A440}" type="parTrans" cxnId="{5EFADD80-7538-427C-B787-6E3CC2397986}">
      <dgm:prSet/>
      <dgm:spPr/>
      <dgm:t>
        <a:bodyPr/>
        <a:lstStyle/>
        <a:p>
          <a:endParaRPr lang="en-US"/>
        </a:p>
      </dgm:t>
    </dgm:pt>
    <dgm:pt modelId="{5988795D-037A-462F-BD71-65BE28CB27F5}" type="sibTrans" cxnId="{5EFADD80-7538-427C-B787-6E3CC2397986}">
      <dgm:prSet/>
      <dgm:spPr/>
      <dgm:t>
        <a:bodyPr/>
        <a:lstStyle/>
        <a:p>
          <a:endParaRPr lang="en-US"/>
        </a:p>
      </dgm:t>
    </dgm:pt>
    <dgm:pt modelId="{6780B612-08A4-4631-B38A-1E049C59C589}">
      <dgm:prSet/>
      <dgm:spPr/>
      <dgm:t>
        <a:bodyPr/>
        <a:lstStyle/>
        <a:p>
          <a:r>
            <a:rPr lang="en-AU" dirty="0"/>
            <a:t>DQL: Executive Dashboard – Production Ready!</a:t>
          </a:r>
          <a:endParaRPr lang="en-US" dirty="0"/>
        </a:p>
      </dgm:t>
    </dgm:pt>
    <dgm:pt modelId="{996B52B4-EAC9-47C7-8CA3-AC0D57054207}" type="parTrans" cxnId="{A6AD6607-99D4-43E3-B7F5-B7C73C6C6FF5}">
      <dgm:prSet/>
      <dgm:spPr/>
      <dgm:t>
        <a:bodyPr/>
        <a:lstStyle/>
        <a:p>
          <a:endParaRPr lang="en-US"/>
        </a:p>
      </dgm:t>
    </dgm:pt>
    <dgm:pt modelId="{C62B0FC3-4166-47BD-81D9-263C236F2A7F}" type="sibTrans" cxnId="{A6AD6607-99D4-43E3-B7F5-B7C73C6C6FF5}">
      <dgm:prSet/>
      <dgm:spPr/>
      <dgm:t>
        <a:bodyPr/>
        <a:lstStyle/>
        <a:p>
          <a:endParaRPr lang="en-US"/>
        </a:p>
      </dgm:t>
    </dgm:pt>
    <dgm:pt modelId="{1C241CE2-581F-49C3-B06D-C34332C15867}" type="pres">
      <dgm:prSet presAssocID="{610318B4-304E-4632-82E9-5FAF2A775595}" presName="Name0" presStyleCnt="0">
        <dgm:presLayoutVars>
          <dgm:dir/>
          <dgm:resizeHandles val="exact"/>
        </dgm:presLayoutVars>
      </dgm:prSet>
      <dgm:spPr/>
    </dgm:pt>
    <dgm:pt modelId="{A91E1195-C513-4B13-A466-D3CD45A5AD66}" type="pres">
      <dgm:prSet presAssocID="{28D62A1D-5908-43AE-8BDA-371255E600F9}" presName="node" presStyleLbl="node1" presStyleIdx="0" presStyleCnt="15">
        <dgm:presLayoutVars>
          <dgm:bulletEnabled val="1"/>
        </dgm:presLayoutVars>
      </dgm:prSet>
      <dgm:spPr/>
    </dgm:pt>
    <dgm:pt modelId="{A9D2872C-D0E4-4411-8DE0-7C1044C4710E}" type="pres">
      <dgm:prSet presAssocID="{42AACE5F-7D99-41BB-841B-C42115F1FA5F}" presName="sibTrans" presStyleLbl="sibTrans1D1" presStyleIdx="0" presStyleCnt="14"/>
      <dgm:spPr/>
    </dgm:pt>
    <dgm:pt modelId="{DE335F4C-51F1-4464-A93C-A74ECCE36133}" type="pres">
      <dgm:prSet presAssocID="{42AACE5F-7D99-41BB-841B-C42115F1FA5F}" presName="connectorText" presStyleLbl="sibTrans1D1" presStyleIdx="0" presStyleCnt="14"/>
      <dgm:spPr/>
    </dgm:pt>
    <dgm:pt modelId="{3BF6A515-6330-4099-940E-B8369A78B895}" type="pres">
      <dgm:prSet presAssocID="{9D033D74-37A1-4F06-8ADF-1FD4BD410691}" presName="node" presStyleLbl="node1" presStyleIdx="1" presStyleCnt="15">
        <dgm:presLayoutVars>
          <dgm:bulletEnabled val="1"/>
        </dgm:presLayoutVars>
      </dgm:prSet>
      <dgm:spPr/>
    </dgm:pt>
    <dgm:pt modelId="{1B754390-21A5-43BF-BFBA-3BE9E7D503AC}" type="pres">
      <dgm:prSet presAssocID="{620E3F74-0C09-4167-BB03-634832561439}" presName="sibTrans" presStyleLbl="sibTrans1D1" presStyleIdx="1" presStyleCnt="14"/>
      <dgm:spPr/>
    </dgm:pt>
    <dgm:pt modelId="{39DF41E7-FA48-4795-AEBD-2117124D4533}" type="pres">
      <dgm:prSet presAssocID="{620E3F74-0C09-4167-BB03-634832561439}" presName="connectorText" presStyleLbl="sibTrans1D1" presStyleIdx="1" presStyleCnt="14"/>
      <dgm:spPr/>
    </dgm:pt>
    <dgm:pt modelId="{28568B77-33CC-46EF-842F-C030352EBB44}" type="pres">
      <dgm:prSet presAssocID="{266502D1-7EBA-40C2-9151-254C04E79D6A}" presName="node" presStyleLbl="node1" presStyleIdx="2" presStyleCnt="15">
        <dgm:presLayoutVars>
          <dgm:bulletEnabled val="1"/>
        </dgm:presLayoutVars>
      </dgm:prSet>
      <dgm:spPr/>
    </dgm:pt>
    <dgm:pt modelId="{0C1AB1BF-E9AC-4372-8FF8-86C930868621}" type="pres">
      <dgm:prSet presAssocID="{2E4E938E-A9B9-4769-BC59-E6C6174525A1}" presName="sibTrans" presStyleLbl="sibTrans1D1" presStyleIdx="2" presStyleCnt="14"/>
      <dgm:spPr/>
    </dgm:pt>
    <dgm:pt modelId="{8038D9B8-A29E-4944-A21E-01C4FFF46647}" type="pres">
      <dgm:prSet presAssocID="{2E4E938E-A9B9-4769-BC59-E6C6174525A1}" presName="connectorText" presStyleLbl="sibTrans1D1" presStyleIdx="2" presStyleCnt="14"/>
      <dgm:spPr/>
    </dgm:pt>
    <dgm:pt modelId="{FD0DC357-2BC9-4D23-AA16-528CBD6F8385}" type="pres">
      <dgm:prSet presAssocID="{CA98CBDA-E6EB-4CE0-9951-DBCC89E20531}" presName="node" presStyleLbl="node1" presStyleIdx="3" presStyleCnt="15">
        <dgm:presLayoutVars>
          <dgm:bulletEnabled val="1"/>
        </dgm:presLayoutVars>
      </dgm:prSet>
      <dgm:spPr/>
    </dgm:pt>
    <dgm:pt modelId="{123BBCA0-A41F-4A2F-BDF0-8F73A4C87FC6}" type="pres">
      <dgm:prSet presAssocID="{1C6D2E78-F6A1-4E3F-92D6-84940BB8EA7E}" presName="sibTrans" presStyleLbl="sibTrans1D1" presStyleIdx="3" presStyleCnt="14"/>
      <dgm:spPr/>
    </dgm:pt>
    <dgm:pt modelId="{4889F03F-ABAC-4520-9B95-3C2099006B9D}" type="pres">
      <dgm:prSet presAssocID="{1C6D2E78-F6A1-4E3F-92D6-84940BB8EA7E}" presName="connectorText" presStyleLbl="sibTrans1D1" presStyleIdx="3" presStyleCnt="14"/>
      <dgm:spPr/>
    </dgm:pt>
    <dgm:pt modelId="{D5D6F256-4F05-441F-889A-063238CE7EA6}" type="pres">
      <dgm:prSet presAssocID="{476C4FF7-22D1-4A0C-853B-E9C7C5A55760}" presName="node" presStyleLbl="node1" presStyleIdx="4" presStyleCnt="15">
        <dgm:presLayoutVars>
          <dgm:bulletEnabled val="1"/>
        </dgm:presLayoutVars>
      </dgm:prSet>
      <dgm:spPr/>
    </dgm:pt>
    <dgm:pt modelId="{52C7610A-C169-4CFE-B27A-01F850468133}" type="pres">
      <dgm:prSet presAssocID="{57172C6D-D7D3-4D04-B521-B20D1DF9B59A}" presName="sibTrans" presStyleLbl="sibTrans1D1" presStyleIdx="4" presStyleCnt="14"/>
      <dgm:spPr/>
    </dgm:pt>
    <dgm:pt modelId="{9D27D39D-23D9-4B73-8CBE-355D3322E489}" type="pres">
      <dgm:prSet presAssocID="{57172C6D-D7D3-4D04-B521-B20D1DF9B59A}" presName="connectorText" presStyleLbl="sibTrans1D1" presStyleIdx="4" presStyleCnt="14"/>
      <dgm:spPr/>
    </dgm:pt>
    <dgm:pt modelId="{76382354-771B-4DAA-8119-2B7FAAA968D6}" type="pres">
      <dgm:prSet presAssocID="{FA3065EB-B390-4F0F-8DBF-38E5ABA9E832}" presName="node" presStyleLbl="node1" presStyleIdx="5" presStyleCnt="15">
        <dgm:presLayoutVars>
          <dgm:bulletEnabled val="1"/>
        </dgm:presLayoutVars>
      </dgm:prSet>
      <dgm:spPr/>
    </dgm:pt>
    <dgm:pt modelId="{AEA09D08-4BC9-4E24-B25C-AC85F0A65877}" type="pres">
      <dgm:prSet presAssocID="{051C68B6-F16C-43C1-9088-516576284F7A}" presName="sibTrans" presStyleLbl="sibTrans1D1" presStyleIdx="5" presStyleCnt="14"/>
      <dgm:spPr/>
    </dgm:pt>
    <dgm:pt modelId="{F9277C4E-847C-4BAE-B58C-DC96C54DEDE7}" type="pres">
      <dgm:prSet presAssocID="{051C68B6-F16C-43C1-9088-516576284F7A}" presName="connectorText" presStyleLbl="sibTrans1D1" presStyleIdx="5" presStyleCnt="14"/>
      <dgm:spPr/>
    </dgm:pt>
    <dgm:pt modelId="{BCE1C7A7-D998-4A70-A1D3-35CCFBE71ABE}" type="pres">
      <dgm:prSet presAssocID="{1E8C454A-BCB3-49E6-BCDC-30F3090D37AC}" presName="node" presStyleLbl="node1" presStyleIdx="6" presStyleCnt="15">
        <dgm:presLayoutVars>
          <dgm:bulletEnabled val="1"/>
        </dgm:presLayoutVars>
      </dgm:prSet>
      <dgm:spPr/>
    </dgm:pt>
    <dgm:pt modelId="{D86A5B22-D97A-40F9-B4F2-D800CD835370}" type="pres">
      <dgm:prSet presAssocID="{D5F5A6E9-6834-41B1-A8C6-F9ADA9D32F97}" presName="sibTrans" presStyleLbl="sibTrans1D1" presStyleIdx="6" presStyleCnt="14"/>
      <dgm:spPr/>
    </dgm:pt>
    <dgm:pt modelId="{C839FAF6-F2FF-45DC-A3F5-30CD6EC1DB66}" type="pres">
      <dgm:prSet presAssocID="{D5F5A6E9-6834-41B1-A8C6-F9ADA9D32F97}" presName="connectorText" presStyleLbl="sibTrans1D1" presStyleIdx="6" presStyleCnt="14"/>
      <dgm:spPr/>
    </dgm:pt>
    <dgm:pt modelId="{96F22D76-327B-48FB-A12B-CD8E4E263CF2}" type="pres">
      <dgm:prSet presAssocID="{EEDE5166-65E6-480C-90DD-54AF311B7D27}" presName="node" presStyleLbl="node1" presStyleIdx="7" presStyleCnt="15">
        <dgm:presLayoutVars>
          <dgm:bulletEnabled val="1"/>
        </dgm:presLayoutVars>
      </dgm:prSet>
      <dgm:spPr/>
    </dgm:pt>
    <dgm:pt modelId="{48C5DEE2-6614-4E02-B9E7-819F4498437A}" type="pres">
      <dgm:prSet presAssocID="{B27FD610-DD7B-4848-9099-617A71A96B7C}" presName="sibTrans" presStyleLbl="sibTrans1D1" presStyleIdx="7" presStyleCnt="14"/>
      <dgm:spPr/>
    </dgm:pt>
    <dgm:pt modelId="{C9F5BCB6-9A07-458E-AE3E-3D46CA7FD095}" type="pres">
      <dgm:prSet presAssocID="{B27FD610-DD7B-4848-9099-617A71A96B7C}" presName="connectorText" presStyleLbl="sibTrans1D1" presStyleIdx="7" presStyleCnt="14"/>
      <dgm:spPr/>
    </dgm:pt>
    <dgm:pt modelId="{B4163A28-ED8F-44B5-AB44-0B086C794C95}" type="pres">
      <dgm:prSet presAssocID="{7F2EF687-F9C1-4117-A708-B0C5DAEA3193}" presName="node" presStyleLbl="node1" presStyleIdx="8" presStyleCnt="15">
        <dgm:presLayoutVars>
          <dgm:bulletEnabled val="1"/>
        </dgm:presLayoutVars>
      </dgm:prSet>
      <dgm:spPr/>
    </dgm:pt>
    <dgm:pt modelId="{1910BB62-D521-4F0C-BF5C-0E7696550CDD}" type="pres">
      <dgm:prSet presAssocID="{897507D7-EF9A-4382-9AD2-B913EDFFB1BF}" presName="sibTrans" presStyleLbl="sibTrans1D1" presStyleIdx="8" presStyleCnt="14"/>
      <dgm:spPr/>
    </dgm:pt>
    <dgm:pt modelId="{F641C62E-3DE4-4424-B3B0-08376BB20A34}" type="pres">
      <dgm:prSet presAssocID="{897507D7-EF9A-4382-9AD2-B913EDFFB1BF}" presName="connectorText" presStyleLbl="sibTrans1D1" presStyleIdx="8" presStyleCnt="14"/>
      <dgm:spPr/>
    </dgm:pt>
    <dgm:pt modelId="{15188333-5EFE-4814-AB39-D73ED262FBCF}" type="pres">
      <dgm:prSet presAssocID="{396AEB0C-4BA0-445C-813B-D3489694D707}" presName="node" presStyleLbl="node1" presStyleIdx="9" presStyleCnt="15">
        <dgm:presLayoutVars>
          <dgm:bulletEnabled val="1"/>
        </dgm:presLayoutVars>
      </dgm:prSet>
      <dgm:spPr/>
    </dgm:pt>
    <dgm:pt modelId="{0C9CB76C-4582-4E7F-8CB3-569094D633D7}" type="pres">
      <dgm:prSet presAssocID="{94DCE175-CCC9-42FD-8948-0C670535F0B3}" presName="sibTrans" presStyleLbl="sibTrans1D1" presStyleIdx="9" presStyleCnt="14"/>
      <dgm:spPr/>
    </dgm:pt>
    <dgm:pt modelId="{20C6032E-2431-422D-AF3F-022C3D5B916F}" type="pres">
      <dgm:prSet presAssocID="{94DCE175-CCC9-42FD-8948-0C670535F0B3}" presName="connectorText" presStyleLbl="sibTrans1D1" presStyleIdx="9" presStyleCnt="14"/>
      <dgm:spPr/>
    </dgm:pt>
    <dgm:pt modelId="{CEB26526-61D8-4056-9EEE-B7616E4E4A6E}" type="pres">
      <dgm:prSet presAssocID="{34E23146-59A6-484A-882D-ADC213AFB86C}" presName="node" presStyleLbl="node1" presStyleIdx="10" presStyleCnt="15">
        <dgm:presLayoutVars>
          <dgm:bulletEnabled val="1"/>
        </dgm:presLayoutVars>
      </dgm:prSet>
      <dgm:spPr/>
    </dgm:pt>
    <dgm:pt modelId="{87B2470C-23A0-4C36-A54A-82E0018EDA2F}" type="pres">
      <dgm:prSet presAssocID="{60769FC1-232A-46B4-9406-2B9896B392BF}" presName="sibTrans" presStyleLbl="sibTrans1D1" presStyleIdx="10" presStyleCnt="14"/>
      <dgm:spPr/>
    </dgm:pt>
    <dgm:pt modelId="{2DDE994F-72DB-48AB-88F0-F3335D45D570}" type="pres">
      <dgm:prSet presAssocID="{60769FC1-232A-46B4-9406-2B9896B392BF}" presName="connectorText" presStyleLbl="sibTrans1D1" presStyleIdx="10" presStyleCnt="14"/>
      <dgm:spPr/>
    </dgm:pt>
    <dgm:pt modelId="{CBCB9AC1-F28B-472F-AEDF-C8522CE86EB8}" type="pres">
      <dgm:prSet presAssocID="{F9FC9022-6F57-4A10-ABA3-863693ACB36F}" presName="node" presStyleLbl="node1" presStyleIdx="11" presStyleCnt="15">
        <dgm:presLayoutVars>
          <dgm:bulletEnabled val="1"/>
        </dgm:presLayoutVars>
      </dgm:prSet>
      <dgm:spPr/>
    </dgm:pt>
    <dgm:pt modelId="{230F1AB7-6F77-4CA0-9DFE-D811BDD777C9}" type="pres">
      <dgm:prSet presAssocID="{5D986712-9348-4046-8A36-8B753E305F62}" presName="sibTrans" presStyleLbl="sibTrans1D1" presStyleIdx="11" presStyleCnt="14"/>
      <dgm:spPr/>
    </dgm:pt>
    <dgm:pt modelId="{A8723AEA-BA5A-422E-9115-609D97318713}" type="pres">
      <dgm:prSet presAssocID="{5D986712-9348-4046-8A36-8B753E305F62}" presName="connectorText" presStyleLbl="sibTrans1D1" presStyleIdx="11" presStyleCnt="14"/>
      <dgm:spPr/>
    </dgm:pt>
    <dgm:pt modelId="{3BFD72F8-F31C-449E-9FE6-2496BD522AA3}" type="pres">
      <dgm:prSet presAssocID="{0FD9150F-3FEC-4452-9F58-04874B1DE31E}" presName="node" presStyleLbl="node1" presStyleIdx="12" presStyleCnt="15">
        <dgm:presLayoutVars>
          <dgm:bulletEnabled val="1"/>
        </dgm:presLayoutVars>
      </dgm:prSet>
      <dgm:spPr/>
    </dgm:pt>
    <dgm:pt modelId="{A5909C8A-A366-420B-81AA-30BE1A42CE08}" type="pres">
      <dgm:prSet presAssocID="{F2450706-A98F-4B95-9808-614E8F144BFF}" presName="sibTrans" presStyleLbl="sibTrans1D1" presStyleIdx="12" presStyleCnt="14"/>
      <dgm:spPr/>
    </dgm:pt>
    <dgm:pt modelId="{6CA6B52F-11E8-4F33-BC97-382D7044F22A}" type="pres">
      <dgm:prSet presAssocID="{F2450706-A98F-4B95-9808-614E8F144BFF}" presName="connectorText" presStyleLbl="sibTrans1D1" presStyleIdx="12" presStyleCnt="14"/>
      <dgm:spPr/>
    </dgm:pt>
    <dgm:pt modelId="{32366AB2-080F-40F9-A3C4-2D40B020FDA2}" type="pres">
      <dgm:prSet presAssocID="{3898E4A1-F70C-49E8-8290-0D330B766B9E}" presName="node" presStyleLbl="node1" presStyleIdx="13" presStyleCnt="15">
        <dgm:presLayoutVars>
          <dgm:bulletEnabled val="1"/>
        </dgm:presLayoutVars>
      </dgm:prSet>
      <dgm:spPr/>
    </dgm:pt>
    <dgm:pt modelId="{4E87E8AB-BB42-4CE9-B62F-BFE1C65B2098}" type="pres">
      <dgm:prSet presAssocID="{5988795D-037A-462F-BD71-65BE28CB27F5}" presName="sibTrans" presStyleLbl="sibTrans1D1" presStyleIdx="13" presStyleCnt="14"/>
      <dgm:spPr/>
    </dgm:pt>
    <dgm:pt modelId="{AFB283D2-F928-49AC-BE39-75290954986D}" type="pres">
      <dgm:prSet presAssocID="{5988795D-037A-462F-BD71-65BE28CB27F5}" presName="connectorText" presStyleLbl="sibTrans1D1" presStyleIdx="13" presStyleCnt="14"/>
      <dgm:spPr/>
    </dgm:pt>
    <dgm:pt modelId="{581F4DA1-F194-470C-974A-10B1258EED02}" type="pres">
      <dgm:prSet presAssocID="{6780B612-08A4-4631-B38A-1E049C59C589}" presName="node" presStyleLbl="node1" presStyleIdx="14" presStyleCnt="15">
        <dgm:presLayoutVars>
          <dgm:bulletEnabled val="1"/>
        </dgm:presLayoutVars>
      </dgm:prSet>
      <dgm:spPr/>
    </dgm:pt>
  </dgm:ptLst>
  <dgm:cxnLst>
    <dgm:cxn modelId="{19C6CE00-9857-4317-8070-BE29B0342B20}" srcId="{610318B4-304E-4632-82E9-5FAF2A775595}" destId="{34E23146-59A6-484A-882D-ADC213AFB86C}" srcOrd="10" destOrd="0" parTransId="{8556188C-BE8A-4209-AC71-62A178EC13F8}" sibTransId="{60769FC1-232A-46B4-9406-2B9896B392BF}"/>
    <dgm:cxn modelId="{D4A53C01-9EAD-4B8D-8726-11E4BC651A1D}" type="presOf" srcId="{2E4E938E-A9B9-4769-BC59-E6C6174525A1}" destId="{0C1AB1BF-E9AC-4372-8FF8-86C930868621}" srcOrd="0" destOrd="0" presId="urn:microsoft.com/office/officeart/2016/7/layout/RepeatingBendingProcessNew"/>
    <dgm:cxn modelId="{71376602-F7CA-445C-8DCB-A44565424BD6}" type="presOf" srcId="{28D62A1D-5908-43AE-8BDA-371255E600F9}" destId="{A91E1195-C513-4B13-A466-D3CD45A5AD66}" srcOrd="0" destOrd="0" presId="urn:microsoft.com/office/officeart/2016/7/layout/RepeatingBendingProcessNew"/>
    <dgm:cxn modelId="{B9CFF906-E433-4BF7-B0D3-11AC1712F128}" type="presOf" srcId="{94DCE175-CCC9-42FD-8948-0C670535F0B3}" destId="{20C6032E-2431-422D-AF3F-022C3D5B916F}" srcOrd="1" destOrd="0" presId="urn:microsoft.com/office/officeart/2016/7/layout/RepeatingBendingProcessNew"/>
    <dgm:cxn modelId="{A6AD6607-99D4-43E3-B7F5-B7C73C6C6FF5}" srcId="{610318B4-304E-4632-82E9-5FAF2A775595}" destId="{6780B612-08A4-4631-B38A-1E049C59C589}" srcOrd="14" destOrd="0" parTransId="{996B52B4-EAC9-47C7-8CA3-AC0D57054207}" sibTransId="{C62B0FC3-4166-47BD-81D9-263C236F2A7F}"/>
    <dgm:cxn modelId="{7653301A-5668-48E5-B08E-BB95A9132572}" type="presOf" srcId="{57172C6D-D7D3-4D04-B521-B20D1DF9B59A}" destId="{52C7610A-C169-4CFE-B27A-01F850468133}" srcOrd="0" destOrd="0" presId="urn:microsoft.com/office/officeart/2016/7/layout/RepeatingBendingProcessNew"/>
    <dgm:cxn modelId="{66678D1C-F824-4E50-9162-DF938984567C}" type="presOf" srcId="{5988795D-037A-462F-BD71-65BE28CB27F5}" destId="{4E87E8AB-BB42-4CE9-B62F-BFE1C65B2098}" srcOrd="0" destOrd="0" presId="urn:microsoft.com/office/officeart/2016/7/layout/RepeatingBendingProcessNew"/>
    <dgm:cxn modelId="{A5F06C1E-2BFF-43BD-BA29-E6F63F72C984}" type="presOf" srcId="{42AACE5F-7D99-41BB-841B-C42115F1FA5F}" destId="{DE335F4C-51F1-4464-A93C-A74ECCE36133}" srcOrd="1" destOrd="0" presId="urn:microsoft.com/office/officeart/2016/7/layout/RepeatingBendingProcessNew"/>
    <dgm:cxn modelId="{9574DC28-4CA3-47F4-BF7B-3B26095D024C}" type="presOf" srcId="{5D986712-9348-4046-8A36-8B753E305F62}" destId="{230F1AB7-6F77-4CA0-9DFE-D811BDD777C9}" srcOrd="0" destOrd="0" presId="urn:microsoft.com/office/officeart/2016/7/layout/RepeatingBendingProcessNew"/>
    <dgm:cxn modelId="{6C8BB329-0FC0-4B45-9839-E3749E09F7F3}" type="presOf" srcId="{1C6D2E78-F6A1-4E3F-92D6-84940BB8EA7E}" destId="{4889F03F-ABAC-4520-9B95-3C2099006B9D}" srcOrd="1" destOrd="0" presId="urn:microsoft.com/office/officeart/2016/7/layout/RepeatingBendingProcessNew"/>
    <dgm:cxn modelId="{CCEBE131-464C-47B6-A807-DF2BC611D676}" type="presOf" srcId="{5988795D-037A-462F-BD71-65BE28CB27F5}" destId="{AFB283D2-F928-49AC-BE39-75290954986D}" srcOrd="1" destOrd="0" presId="urn:microsoft.com/office/officeart/2016/7/layout/RepeatingBendingProcessNew"/>
    <dgm:cxn modelId="{BC0DF138-77C5-4B4E-98C1-390FC23DC719}" type="presOf" srcId="{34E23146-59A6-484A-882D-ADC213AFB86C}" destId="{CEB26526-61D8-4056-9EEE-B7616E4E4A6E}" srcOrd="0" destOrd="0" presId="urn:microsoft.com/office/officeart/2016/7/layout/RepeatingBendingProcessNew"/>
    <dgm:cxn modelId="{4120283B-8ED6-4565-A0E0-6C2EC07A07EF}" srcId="{610318B4-304E-4632-82E9-5FAF2A775595}" destId="{9D033D74-37A1-4F06-8ADF-1FD4BD410691}" srcOrd="1" destOrd="0" parTransId="{B278B41D-A554-400E-B8F7-D6419BA57370}" sibTransId="{620E3F74-0C09-4167-BB03-634832561439}"/>
    <dgm:cxn modelId="{41FDF43C-CE80-45C5-8CDF-F0F23B31F26B}" type="presOf" srcId="{F2450706-A98F-4B95-9808-614E8F144BFF}" destId="{A5909C8A-A366-420B-81AA-30BE1A42CE08}" srcOrd="0" destOrd="0" presId="urn:microsoft.com/office/officeart/2016/7/layout/RepeatingBendingProcessNew"/>
    <dgm:cxn modelId="{4A2E9F45-8E5B-4058-81E1-B0003253F335}" srcId="{610318B4-304E-4632-82E9-5FAF2A775595}" destId="{1E8C454A-BCB3-49E6-BCDC-30F3090D37AC}" srcOrd="6" destOrd="0" parTransId="{4BE1C92F-6E44-4392-B7DD-F270DD74B2BD}" sibTransId="{D5F5A6E9-6834-41B1-A8C6-F9ADA9D32F97}"/>
    <dgm:cxn modelId="{62F0B045-73D4-4688-BFFD-5766E7A083F9}" type="presOf" srcId="{620E3F74-0C09-4167-BB03-634832561439}" destId="{1B754390-21A5-43BF-BFBA-3BE9E7D503AC}" srcOrd="0" destOrd="0" presId="urn:microsoft.com/office/officeart/2016/7/layout/RepeatingBendingProcessNew"/>
    <dgm:cxn modelId="{96FF5147-EE1B-4881-A523-5BD4700A8BC3}" type="presOf" srcId="{B27FD610-DD7B-4848-9099-617A71A96B7C}" destId="{C9F5BCB6-9A07-458E-AE3E-3D46CA7FD095}" srcOrd="1" destOrd="0" presId="urn:microsoft.com/office/officeart/2016/7/layout/RepeatingBendingProcessNew"/>
    <dgm:cxn modelId="{F01C1849-7A7F-4030-A7BB-259B98C0E8E6}" type="presOf" srcId="{7F2EF687-F9C1-4117-A708-B0C5DAEA3193}" destId="{B4163A28-ED8F-44B5-AB44-0B086C794C95}" srcOrd="0" destOrd="0" presId="urn:microsoft.com/office/officeart/2016/7/layout/RepeatingBendingProcessNew"/>
    <dgm:cxn modelId="{2CEB0C4C-FC1C-4526-81B2-5D7979FD0C20}" type="presOf" srcId="{266502D1-7EBA-40C2-9151-254C04E79D6A}" destId="{28568B77-33CC-46EF-842F-C030352EBB44}" srcOrd="0" destOrd="0" presId="urn:microsoft.com/office/officeart/2016/7/layout/RepeatingBendingProcessNew"/>
    <dgm:cxn modelId="{1FC6B94C-C5E1-4B55-9410-D612C9B9503F}" type="presOf" srcId="{897507D7-EF9A-4382-9AD2-B913EDFFB1BF}" destId="{F641C62E-3DE4-4424-B3B0-08376BB20A34}" srcOrd="1" destOrd="0" presId="urn:microsoft.com/office/officeart/2016/7/layout/RepeatingBendingProcessNew"/>
    <dgm:cxn modelId="{5EE01F6D-C9FE-4508-B25C-8ABC16F14E81}" type="presOf" srcId="{2E4E938E-A9B9-4769-BC59-E6C6174525A1}" destId="{8038D9B8-A29E-4944-A21E-01C4FFF46647}" srcOrd="1" destOrd="0" presId="urn:microsoft.com/office/officeart/2016/7/layout/RepeatingBendingProcessNew"/>
    <dgm:cxn modelId="{41AF1D70-A70B-4724-82AB-DC5305F282F3}" type="presOf" srcId="{396AEB0C-4BA0-445C-813B-D3489694D707}" destId="{15188333-5EFE-4814-AB39-D73ED262FBCF}" srcOrd="0" destOrd="0" presId="urn:microsoft.com/office/officeart/2016/7/layout/RepeatingBendingProcessNew"/>
    <dgm:cxn modelId="{2F1C5271-85FC-408C-A68A-1328626F69E4}" type="presOf" srcId="{60769FC1-232A-46B4-9406-2B9896B392BF}" destId="{2DDE994F-72DB-48AB-88F0-F3335D45D570}" srcOrd="1" destOrd="0" presId="urn:microsoft.com/office/officeart/2016/7/layout/RepeatingBendingProcessNew"/>
    <dgm:cxn modelId="{A51E4254-98BF-4D5F-B331-4DCF467CDBFF}" type="presOf" srcId="{EEDE5166-65E6-480C-90DD-54AF311B7D27}" destId="{96F22D76-327B-48FB-A12B-CD8E4E263CF2}" srcOrd="0" destOrd="0" presId="urn:microsoft.com/office/officeart/2016/7/layout/RepeatingBendingProcessNew"/>
    <dgm:cxn modelId="{A70E0476-76D1-4A0F-9B3F-793497D52FDB}" srcId="{610318B4-304E-4632-82E9-5FAF2A775595}" destId="{FA3065EB-B390-4F0F-8DBF-38E5ABA9E832}" srcOrd="5" destOrd="0" parTransId="{7F431244-9AB9-4DD0-8F5D-CA295650B260}" sibTransId="{051C68B6-F16C-43C1-9088-516576284F7A}"/>
    <dgm:cxn modelId="{88093D79-3039-4604-949C-A27E73FFE67C}" type="presOf" srcId="{9D033D74-37A1-4F06-8ADF-1FD4BD410691}" destId="{3BF6A515-6330-4099-940E-B8369A78B895}" srcOrd="0" destOrd="0" presId="urn:microsoft.com/office/officeart/2016/7/layout/RepeatingBendingProcessNew"/>
    <dgm:cxn modelId="{BB194479-2476-4B75-8DE7-456C3FE5077C}" type="presOf" srcId="{94DCE175-CCC9-42FD-8948-0C670535F0B3}" destId="{0C9CB76C-4582-4E7F-8CB3-569094D633D7}" srcOrd="0" destOrd="0" presId="urn:microsoft.com/office/officeart/2016/7/layout/RepeatingBendingProcessNew"/>
    <dgm:cxn modelId="{30DA567A-2C31-47CA-B14A-9D35E76D6C63}" srcId="{610318B4-304E-4632-82E9-5FAF2A775595}" destId="{28D62A1D-5908-43AE-8BDA-371255E600F9}" srcOrd="0" destOrd="0" parTransId="{E428FE20-16BD-4229-8165-42F877A42566}" sibTransId="{42AACE5F-7D99-41BB-841B-C42115F1FA5F}"/>
    <dgm:cxn modelId="{99F13E7C-DF11-49CB-95A2-FD233105F451}" type="presOf" srcId="{5D986712-9348-4046-8A36-8B753E305F62}" destId="{A8723AEA-BA5A-422E-9115-609D97318713}" srcOrd="1" destOrd="0" presId="urn:microsoft.com/office/officeart/2016/7/layout/RepeatingBendingProcessNew"/>
    <dgm:cxn modelId="{D227067E-84C2-43C4-AB5C-2055444AF159}" type="presOf" srcId="{D5F5A6E9-6834-41B1-A8C6-F9ADA9D32F97}" destId="{C839FAF6-F2FF-45DC-A3F5-30CD6EC1DB66}" srcOrd="1" destOrd="0" presId="urn:microsoft.com/office/officeart/2016/7/layout/RepeatingBendingProcessNew"/>
    <dgm:cxn modelId="{5EFADD80-7538-427C-B787-6E3CC2397986}" srcId="{610318B4-304E-4632-82E9-5FAF2A775595}" destId="{3898E4A1-F70C-49E8-8290-0D330B766B9E}" srcOrd="13" destOrd="0" parTransId="{E3A45DC1-D29F-40E2-BBAF-21B0D192A440}" sibTransId="{5988795D-037A-462F-BD71-65BE28CB27F5}"/>
    <dgm:cxn modelId="{9E013085-BBFD-4963-83B0-479A3BA791D2}" type="presOf" srcId="{42AACE5F-7D99-41BB-841B-C42115F1FA5F}" destId="{A9D2872C-D0E4-4411-8DE0-7C1044C4710E}" srcOrd="0" destOrd="0" presId="urn:microsoft.com/office/officeart/2016/7/layout/RepeatingBendingProcessNew"/>
    <dgm:cxn modelId="{B6BBE586-5767-4477-A6AE-DEEF7CC245CC}" type="presOf" srcId="{57172C6D-D7D3-4D04-B521-B20D1DF9B59A}" destId="{9D27D39D-23D9-4B73-8CBE-355D3322E489}" srcOrd="1" destOrd="0" presId="urn:microsoft.com/office/officeart/2016/7/layout/RepeatingBendingProcessNew"/>
    <dgm:cxn modelId="{3BF2F886-FDF8-451B-8DE9-E959FB828C91}" type="presOf" srcId="{B27FD610-DD7B-4848-9099-617A71A96B7C}" destId="{48C5DEE2-6614-4E02-B9E7-819F4498437A}" srcOrd="0" destOrd="0" presId="urn:microsoft.com/office/officeart/2016/7/layout/RepeatingBendingProcessNew"/>
    <dgm:cxn modelId="{4ACC178A-2D90-4B6A-8C38-378FF8CA7CAE}" type="presOf" srcId="{6780B612-08A4-4631-B38A-1E049C59C589}" destId="{581F4DA1-F194-470C-974A-10B1258EED02}" srcOrd="0" destOrd="0" presId="urn:microsoft.com/office/officeart/2016/7/layout/RepeatingBendingProcessNew"/>
    <dgm:cxn modelId="{7224B38E-EA32-483C-AFD0-9EB0CE86D87A}" type="presOf" srcId="{60769FC1-232A-46B4-9406-2B9896B392BF}" destId="{87B2470C-23A0-4C36-A54A-82E0018EDA2F}" srcOrd="0" destOrd="0" presId="urn:microsoft.com/office/officeart/2016/7/layout/RepeatingBendingProcessNew"/>
    <dgm:cxn modelId="{9F606593-1E74-4E95-9F4F-CD4621995056}" type="presOf" srcId="{1C6D2E78-F6A1-4E3F-92D6-84940BB8EA7E}" destId="{123BBCA0-A41F-4A2F-BDF0-8F73A4C87FC6}" srcOrd="0" destOrd="0" presId="urn:microsoft.com/office/officeart/2016/7/layout/RepeatingBendingProcessNew"/>
    <dgm:cxn modelId="{607AA094-D901-4696-A0A3-9B99FF26F3CD}" type="presOf" srcId="{D5F5A6E9-6834-41B1-A8C6-F9ADA9D32F97}" destId="{D86A5B22-D97A-40F9-B4F2-D800CD835370}" srcOrd="0" destOrd="0" presId="urn:microsoft.com/office/officeart/2016/7/layout/RepeatingBendingProcessNew"/>
    <dgm:cxn modelId="{49D3D594-17F0-41A7-B8D5-7F9AF00EAAF4}" type="presOf" srcId="{051C68B6-F16C-43C1-9088-516576284F7A}" destId="{AEA09D08-4BC9-4E24-B25C-AC85F0A65877}" srcOrd="0" destOrd="0" presId="urn:microsoft.com/office/officeart/2016/7/layout/RepeatingBendingProcessNew"/>
    <dgm:cxn modelId="{4A408995-9C1C-470B-A234-6C61F26C4472}" type="presOf" srcId="{0FD9150F-3FEC-4452-9F58-04874B1DE31E}" destId="{3BFD72F8-F31C-449E-9FE6-2496BD522AA3}" srcOrd="0" destOrd="0" presId="urn:microsoft.com/office/officeart/2016/7/layout/RepeatingBendingProcessNew"/>
    <dgm:cxn modelId="{56243B97-AD4C-4093-BEF5-0F68CE132DC5}" type="presOf" srcId="{3898E4A1-F70C-49E8-8290-0D330B766B9E}" destId="{32366AB2-080F-40F9-A3C4-2D40B020FDA2}" srcOrd="0" destOrd="0" presId="urn:microsoft.com/office/officeart/2016/7/layout/RepeatingBendingProcessNew"/>
    <dgm:cxn modelId="{0AD7CF9B-7D83-48AC-8BAD-5168898DE82E}" type="presOf" srcId="{051C68B6-F16C-43C1-9088-516576284F7A}" destId="{F9277C4E-847C-4BAE-B58C-DC96C54DEDE7}" srcOrd="1" destOrd="0" presId="urn:microsoft.com/office/officeart/2016/7/layout/RepeatingBendingProcessNew"/>
    <dgm:cxn modelId="{DDE4AF9C-6FAF-41F6-A805-82F5EEA7822D}" type="presOf" srcId="{897507D7-EF9A-4382-9AD2-B913EDFFB1BF}" destId="{1910BB62-D521-4F0C-BF5C-0E7696550CDD}" srcOrd="0" destOrd="0" presId="urn:microsoft.com/office/officeart/2016/7/layout/RepeatingBendingProcessNew"/>
    <dgm:cxn modelId="{5720D29D-2FA2-4F25-9BCE-925DA40E75AF}" srcId="{610318B4-304E-4632-82E9-5FAF2A775595}" destId="{476C4FF7-22D1-4A0C-853B-E9C7C5A55760}" srcOrd="4" destOrd="0" parTransId="{08B2B108-409B-474B-B032-00C85297791C}" sibTransId="{57172C6D-D7D3-4D04-B521-B20D1DF9B59A}"/>
    <dgm:cxn modelId="{8CEC01AF-E6AD-4446-9F85-6AE3457B07FF}" type="presOf" srcId="{F9FC9022-6F57-4A10-ABA3-863693ACB36F}" destId="{CBCB9AC1-F28B-472F-AEDF-C8522CE86EB8}" srcOrd="0" destOrd="0" presId="urn:microsoft.com/office/officeart/2016/7/layout/RepeatingBendingProcessNew"/>
    <dgm:cxn modelId="{B94790B0-C23D-4CFC-B50B-19BAA0C9396C}" type="presOf" srcId="{CA98CBDA-E6EB-4CE0-9951-DBCC89E20531}" destId="{FD0DC357-2BC9-4D23-AA16-528CBD6F8385}" srcOrd="0" destOrd="0" presId="urn:microsoft.com/office/officeart/2016/7/layout/RepeatingBendingProcessNew"/>
    <dgm:cxn modelId="{2112C2B1-DA08-4B54-8976-B786F7DE4911}" srcId="{610318B4-304E-4632-82E9-5FAF2A775595}" destId="{266502D1-7EBA-40C2-9151-254C04E79D6A}" srcOrd="2" destOrd="0" parTransId="{0428BE79-9D20-4F5B-A395-6D0AB0694E4C}" sibTransId="{2E4E938E-A9B9-4769-BC59-E6C6174525A1}"/>
    <dgm:cxn modelId="{680DC3BC-0BB1-451F-80C7-3729950F5AB4}" type="presOf" srcId="{620E3F74-0C09-4167-BB03-634832561439}" destId="{39DF41E7-FA48-4795-AEBD-2117124D4533}" srcOrd="1" destOrd="0" presId="urn:microsoft.com/office/officeart/2016/7/layout/RepeatingBendingProcessNew"/>
    <dgm:cxn modelId="{7349A0C2-9426-4017-BD46-301F827826DE}" srcId="{610318B4-304E-4632-82E9-5FAF2A775595}" destId="{0FD9150F-3FEC-4452-9F58-04874B1DE31E}" srcOrd="12" destOrd="0" parTransId="{2FA2B33C-5B31-45AC-90E2-3C05B54571E7}" sibTransId="{F2450706-A98F-4B95-9808-614E8F144BFF}"/>
    <dgm:cxn modelId="{19A644C8-7EB6-457B-9796-DF279EAC1C90}" type="presOf" srcId="{F2450706-A98F-4B95-9808-614E8F144BFF}" destId="{6CA6B52F-11E8-4F33-BC97-382D7044F22A}" srcOrd="1" destOrd="0" presId="urn:microsoft.com/office/officeart/2016/7/layout/RepeatingBendingProcessNew"/>
    <dgm:cxn modelId="{A41E0FDA-6AA5-4406-8AD6-C89157E33B01}" type="presOf" srcId="{476C4FF7-22D1-4A0C-853B-E9C7C5A55760}" destId="{D5D6F256-4F05-441F-889A-063238CE7EA6}" srcOrd="0" destOrd="0" presId="urn:microsoft.com/office/officeart/2016/7/layout/RepeatingBendingProcessNew"/>
    <dgm:cxn modelId="{2AA5D8DC-2318-4BCB-9D25-ADC7786AD70D}" type="presOf" srcId="{1E8C454A-BCB3-49E6-BCDC-30F3090D37AC}" destId="{BCE1C7A7-D998-4A70-A1D3-35CCFBE71ABE}" srcOrd="0" destOrd="0" presId="urn:microsoft.com/office/officeart/2016/7/layout/RepeatingBendingProcessNew"/>
    <dgm:cxn modelId="{1412CEE2-C22B-4236-8B35-E19C801F5940}" type="presOf" srcId="{610318B4-304E-4632-82E9-5FAF2A775595}" destId="{1C241CE2-581F-49C3-B06D-C34332C15867}" srcOrd="0" destOrd="0" presId="urn:microsoft.com/office/officeart/2016/7/layout/RepeatingBendingProcessNew"/>
    <dgm:cxn modelId="{3E5CDDE6-27D7-4DC6-8A00-E7B0DAC87AB6}" srcId="{610318B4-304E-4632-82E9-5FAF2A775595}" destId="{7F2EF687-F9C1-4117-A708-B0C5DAEA3193}" srcOrd="8" destOrd="0" parTransId="{7969EE0A-92C3-4D74-9F03-ECEBF738004A}" sibTransId="{897507D7-EF9A-4382-9AD2-B913EDFFB1BF}"/>
    <dgm:cxn modelId="{3C90A0ED-8153-4B36-8991-ED4F20DA7F2B}" srcId="{610318B4-304E-4632-82E9-5FAF2A775595}" destId="{CA98CBDA-E6EB-4CE0-9951-DBCC89E20531}" srcOrd="3" destOrd="0" parTransId="{6E1181D6-7EA0-472F-896C-AD2A9367AB64}" sibTransId="{1C6D2E78-F6A1-4E3F-92D6-84940BB8EA7E}"/>
    <dgm:cxn modelId="{D77A79EE-CFA7-4CD2-9CEF-93F45257C9F1}" srcId="{610318B4-304E-4632-82E9-5FAF2A775595}" destId="{F9FC9022-6F57-4A10-ABA3-863693ACB36F}" srcOrd="11" destOrd="0" parTransId="{BB3B1B32-62A7-44AB-9195-888ABDE15FB2}" sibTransId="{5D986712-9348-4046-8A36-8B753E305F62}"/>
    <dgm:cxn modelId="{38C21EF1-E283-46DA-9CBB-A96426764902}" type="presOf" srcId="{FA3065EB-B390-4F0F-8DBF-38E5ABA9E832}" destId="{76382354-771B-4DAA-8119-2B7FAAA968D6}" srcOrd="0" destOrd="0" presId="urn:microsoft.com/office/officeart/2016/7/layout/RepeatingBendingProcessNew"/>
    <dgm:cxn modelId="{B4ECE9F8-461C-48C8-A61C-0DCCD3531235}" srcId="{610318B4-304E-4632-82E9-5FAF2A775595}" destId="{EEDE5166-65E6-480C-90DD-54AF311B7D27}" srcOrd="7" destOrd="0" parTransId="{0AC05B9F-485A-4ED1-B659-59581A0A6912}" sibTransId="{B27FD610-DD7B-4848-9099-617A71A96B7C}"/>
    <dgm:cxn modelId="{4C234DFE-01AA-4383-A95B-71BF1B9BEDB5}" srcId="{610318B4-304E-4632-82E9-5FAF2A775595}" destId="{396AEB0C-4BA0-445C-813B-D3489694D707}" srcOrd="9" destOrd="0" parTransId="{754D8FA2-C5B1-42F3-B5A2-23FA34AF384A}" sibTransId="{94DCE175-CCC9-42FD-8948-0C670535F0B3}"/>
    <dgm:cxn modelId="{B518547F-6092-4CA6-A96F-4EDED0577CB6}" type="presParOf" srcId="{1C241CE2-581F-49C3-B06D-C34332C15867}" destId="{A91E1195-C513-4B13-A466-D3CD45A5AD66}" srcOrd="0" destOrd="0" presId="urn:microsoft.com/office/officeart/2016/7/layout/RepeatingBendingProcessNew"/>
    <dgm:cxn modelId="{13253AEC-8EF3-4C84-9D62-BDDCADAAF7C3}" type="presParOf" srcId="{1C241CE2-581F-49C3-B06D-C34332C15867}" destId="{A9D2872C-D0E4-4411-8DE0-7C1044C4710E}" srcOrd="1" destOrd="0" presId="urn:microsoft.com/office/officeart/2016/7/layout/RepeatingBendingProcessNew"/>
    <dgm:cxn modelId="{00C87794-7559-4253-91B7-5CED008CFD7F}" type="presParOf" srcId="{A9D2872C-D0E4-4411-8DE0-7C1044C4710E}" destId="{DE335F4C-51F1-4464-A93C-A74ECCE36133}" srcOrd="0" destOrd="0" presId="urn:microsoft.com/office/officeart/2016/7/layout/RepeatingBendingProcessNew"/>
    <dgm:cxn modelId="{9E67F659-F458-4FCF-A4CE-5BE7C619A742}" type="presParOf" srcId="{1C241CE2-581F-49C3-B06D-C34332C15867}" destId="{3BF6A515-6330-4099-940E-B8369A78B895}" srcOrd="2" destOrd="0" presId="urn:microsoft.com/office/officeart/2016/7/layout/RepeatingBendingProcessNew"/>
    <dgm:cxn modelId="{2CE88CDC-E2E3-4F72-B4E0-0986D442DE0F}" type="presParOf" srcId="{1C241CE2-581F-49C3-B06D-C34332C15867}" destId="{1B754390-21A5-43BF-BFBA-3BE9E7D503AC}" srcOrd="3" destOrd="0" presId="urn:microsoft.com/office/officeart/2016/7/layout/RepeatingBendingProcessNew"/>
    <dgm:cxn modelId="{BF14EBCD-6934-4869-BEAB-420352DF3A59}" type="presParOf" srcId="{1B754390-21A5-43BF-BFBA-3BE9E7D503AC}" destId="{39DF41E7-FA48-4795-AEBD-2117124D4533}" srcOrd="0" destOrd="0" presId="urn:microsoft.com/office/officeart/2016/7/layout/RepeatingBendingProcessNew"/>
    <dgm:cxn modelId="{BBA83F24-DD87-41B6-A15B-04988E2FDACE}" type="presParOf" srcId="{1C241CE2-581F-49C3-B06D-C34332C15867}" destId="{28568B77-33CC-46EF-842F-C030352EBB44}" srcOrd="4" destOrd="0" presId="urn:microsoft.com/office/officeart/2016/7/layout/RepeatingBendingProcessNew"/>
    <dgm:cxn modelId="{E4D7A598-019F-49D8-A048-5C055D345705}" type="presParOf" srcId="{1C241CE2-581F-49C3-B06D-C34332C15867}" destId="{0C1AB1BF-E9AC-4372-8FF8-86C930868621}" srcOrd="5" destOrd="0" presId="urn:microsoft.com/office/officeart/2016/7/layout/RepeatingBendingProcessNew"/>
    <dgm:cxn modelId="{C1D38DCC-7828-41F1-ADD7-4382F453B034}" type="presParOf" srcId="{0C1AB1BF-E9AC-4372-8FF8-86C930868621}" destId="{8038D9B8-A29E-4944-A21E-01C4FFF46647}" srcOrd="0" destOrd="0" presId="urn:microsoft.com/office/officeart/2016/7/layout/RepeatingBendingProcessNew"/>
    <dgm:cxn modelId="{9878B64F-D2A6-40E1-A61D-1262959498B7}" type="presParOf" srcId="{1C241CE2-581F-49C3-B06D-C34332C15867}" destId="{FD0DC357-2BC9-4D23-AA16-528CBD6F8385}" srcOrd="6" destOrd="0" presId="urn:microsoft.com/office/officeart/2016/7/layout/RepeatingBendingProcessNew"/>
    <dgm:cxn modelId="{443E8DCF-390F-4D6E-8E34-72B7E5260C6E}" type="presParOf" srcId="{1C241CE2-581F-49C3-B06D-C34332C15867}" destId="{123BBCA0-A41F-4A2F-BDF0-8F73A4C87FC6}" srcOrd="7" destOrd="0" presId="urn:microsoft.com/office/officeart/2016/7/layout/RepeatingBendingProcessNew"/>
    <dgm:cxn modelId="{6FE0C9FD-039B-4EB8-BB6D-16DA350DF530}" type="presParOf" srcId="{123BBCA0-A41F-4A2F-BDF0-8F73A4C87FC6}" destId="{4889F03F-ABAC-4520-9B95-3C2099006B9D}" srcOrd="0" destOrd="0" presId="urn:microsoft.com/office/officeart/2016/7/layout/RepeatingBendingProcessNew"/>
    <dgm:cxn modelId="{BDDC5D6F-8791-47AA-A3B1-455BE9BC3A31}" type="presParOf" srcId="{1C241CE2-581F-49C3-B06D-C34332C15867}" destId="{D5D6F256-4F05-441F-889A-063238CE7EA6}" srcOrd="8" destOrd="0" presId="urn:microsoft.com/office/officeart/2016/7/layout/RepeatingBendingProcessNew"/>
    <dgm:cxn modelId="{64CC1305-A9EB-4BC2-8723-8A02AC54F0A7}" type="presParOf" srcId="{1C241CE2-581F-49C3-B06D-C34332C15867}" destId="{52C7610A-C169-4CFE-B27A-01F850468133}" srcOrd="9" destOrd="0" presId="urn:microsoft.com/office/officeart/2016/7/layout/RepeatingBendingProcessNew"/>
    <dgm:cxn modelId="{5A64C363-6712-4648-9366-ED5454FAB62C}" type="presParOf" srcId="{52C7610A-C169-4CFE-B27A-01F850468133}" destId="{9D27D39D-23D9-4B73-8CBE-355D3322E489}" srcOrd="0" destOrd="0" presId="urn:microsoft.com/office/officeart/2016/7/layout/RepeatingBendingProcessNew"/>
    <dgm:cxn modelId="{CAD36836-C9BF-4127-A6E8-974CDEB800E6}" type="presParOf" srcId="{1C241CE2-581F-49C3-B06D-C34332C15867}" destId="{76382354-771B-4DAA-8119-2B7FAAA968D6}" srcOrd="10" destOrd="0" presId="urn:microsoft.com/office/officeart/2016/7/layout/RepeatingBendingProcessNew"/>
    <dgm:cxn modelId="{4AA5C7EC-8461-4B3F-AB69-EDD56B8C0E55}" type="presParOf" srcId="{1C241CE2-581F-49C3-B06D-C34332C15867}" destId="{AEA09D08-4BC9-4E24-B25C-AC85F0A65877}" srcOrd="11" destOrd="0" presId="urn:microsoft.com/office/officeart/2016/7/layout/RepeatingBendingProcessNew"/>
    <dgm:cxn modelId="{9D05E4AD-2083-4DEE-A02C-D8679D648FE8}" type="presParOf" srcId="{AEA09D08-4BC9-4E24-B25C-AC85F0A65877}" destId="{F9277C4E-847C-4BAE-B58C-DC96C54DEDE7}" srcOrd="0" destOrd="0" presId="urn:microsoft.com/office/officeart/2016/7/layout/RepeatingBendingProcessNew"/>
    <dgm:cxn modelId="{B1D5DBE5-DB77-47B5-AB8F-4580E3F804DA}" type="presParOf" srcId="{1C241CE2-581F-49C3-B06D-C34332C15867}" destId="{BCE1C7A7-D998-4A70-A1D3-35CCFBE71ABE}" srcOrd="12" destOrd="0" presId="urn:microsoft.com/office/officeart/2016/7/layout/RepeatingBendingProcessNew"/>
    <dgm:cxn modelId="{7A3DC931-872C-4C09-84DC-AC3918C3F93B}" type="presParOf" srcId="{1C241CE2-581F-49C3-B06D-C34332C15867}" destId="{D86A5B22-D97A-40F9-B4F2-D800CD835370}" srcOrd="13" destOrd="0" presId="urn:microsoft.com/office/officeart/2016/7/layout/RepeatingBendingProcessNew"/>
    <dgm:cxn modelId="{621D9015-8423-4DEA-9B48-5916611748B3}" type="presParOf" srcId="{D86A5B22-D97A-40F9-B4F2-D800CD835370}" destId="{C839FAF6-F2FF-45DC-A3F5-30CD6EC1DB66}" srcOrd="0" destOrd="0" presId="urn:microsoft.com/office/officeart/2016/7/layout/RepeatingBendingProcessNew"/>
    <dgm:cxn modelId="{2E428976-2422-48A5-BBCA-DA2893952AD5}" type="presParOf" srcId="{1C241CE2-581F-49C3-B06D-C34332C15867}" destId="{96F22D76-327B-48FB-A12B-CD8E4E263CF2}" srcOrd="14" destOrd="0" presId="urn:microsoft.com/office/officeart/2016/7/layout/RepeatingBendingProcessNew"/>
    <dgm:cxn modelId="{2A6F2402-0B22-448F-8C88-6EDD70B5B145}" type="presParOf" srcId="{1C241CE2-581F-49C3-B06D-C34332C15867}" destId="{48C5DEE2-6614-4E02-B9E7-819F4498437A}" srcOrd="15" destOrd="0" presId="urn:microsoft.com/office/officeart/2016/7/layout/RepeatingBendingProcessNew"/>
    <dgm:cxn modelId="{41C0D542-615B-4BEC-84E0-177B768F0E83}" type="presParOf" srcId="{48C5DEE2-6614-4E02-B9E7-819F4498437A}" destId="{C9F5BCB6-9A07-458E-AE3E-3D46CA7FD095}" srcOrd="0" destOrd="0" presId="urn:microsoft.com/office/officeart/2016/7/layout/RepeatingBendingProcessNew"/>
    <dgm:cxn modelId="{AA00F112-BA4D-4166-ABB1-C38FC4CE8F67}" type="presParOf" srcId="{1C241CE2-581F-49C3-B06D-C34332C15867}" destId="{B4163A28-ED8F-44B5-AB44-0B086C794C95}" srcOrd="16" destOrd="0" presId="urn:microsoft.com/office/officeart/2016/7/layout/RepeatingBendingProcessNew"/>
    <dgm:cxn modelId="{6D24A605-ADCC-41AC-922B-FD3C01202642}" type="presParOf" srcId="{1C241CE2-581F-49C3-B06D-C34332C15867}" destId="{1910BB62-D521-4F0C-BF5C-0E7696550CDD}" srcOrd="17" destOrd="0" presId="urn:microsoft.com/office/officeart/2016/7/layout/RepeatingBendingProcessNew"/>
    <dgm:cxn modelId="{326C4CAD-8335-4845-9F68-A59399B5415E}" type="presParOf" srcId="{1910BB62-D521-4F0C-BF5C-0E7696550CDD}" destId="{F641C62E-3DE4-4424-B3B0-08376BB20A34}" srcOrd="0" destOrd="0" presId="urn:microsoft.com/office/officeart/2016/7/layout/RepeatingBendingProcessNew"/>
    <dgm:cxn modelId="{B5F3049B-CC1B-4C96-A795-D0C25E9F10F7}" type="presParOf" srcId="{1C241CE2-581F-49C3-B06D-C34332C15867}" destId="{15188333-5EFE-4814-AB39-D73ED262FBCF}" srcOrd="18" destOrd="0" presId="urn:microsoft.com/office/officeart/2016/7/layout/RepeatingBendingProcessNew"/>
    <dgm:cxn modelId="{38082377-D59A-4454-B64E-F2B5426E3B5B}" type="presParOf" srcId="{1C241CE2-581F-49C3-B06D-C34332C15867}" destId="{0C9CB76C-4582-4E7F-8CB3-569094D633D7}" srcOrd="19" destOrd="0" presId="urn:microsoft.com/office/officeart/2016/7/layout/RepeatingBendingProcessNew"/>
    <dgm:cxn modelId="{BA7A230C-32A6-4C23-91F8-BD08D678CE42}" type="presParOf" srcId="{0C9CB76C-4582-4E7F-8CB3-569094D633D7}" destId="{20C6032E-2431-422D-AF3F-022C3D5B916F}" srcOrd="0" destOrd="0" presId="urn:microsoft.com/office/officeart/2016/7/layout/RepeatingBendingProcessNew"/>
    <dgm:cxn modelId="{F1A92BE0-4F82-41C2-883F-6686960AC7DB}" type="presParOf" srcId="{1C241CE2-581F-49C3-B06D-C34332C15867}" destId="{CEB26526-61D8-4056-9EEE-B7616E4E4A6E}" srcOrd="20" destOrd="0" presId="urn:microsoft.com/office/officeart/2016/7/layout/RepeatingBendingProcessNew"/>
    <dgm:cxn modelId="{E44D095E-80AD-4235-9818-0FC3E2E71366}" type="presParOf" srcId="{1C241CE2-581F-49C3-B06D-C34332C15867}" destId="{87B2470C-23A0-4C36-A54A-82E0018EDA2F}" srcOrd="21" destOrd="0" presId="urn:microsoft.com/office/officeart/2016/7/layout/RepeatingBendingProcessNew"/>
    <dgm:cxn modelId="{E4B5150E-C481-4E2F-8C45-B22CC26D42B9}" type="presParOf" srcId="{87B2470C-23A0-4C36-A54A-82E0018EDA2F}" destId="{2DDE994F-72DB-48AB-88F0-F3335D45D570}" srcOrd="0" destOrd="0" presId="urn:microsoft.com/office/officeart/2016/7/layout/RepeatingBendingProcessNew"/>
    <dgm:cxn modelId="{A2A13EE2-2BBC-48C8-A697-ECE282CCF1CE}" type="presParOf" srcId="{1C241CE2-581F-49C3-B06D-C34332C15867}" destId="{CBCB9AC1-F28B-472F-AEDF-C8522CE86EB8}" srcOrd="22" destOrd="0" presId="urn:microsoft.com/office/officeart/2016/7/layout/RepeatingBendingProcessNew"/>
    <dgm:cxn modelId="{D1366E7F-47A0-4EC9-8DAD-CA944FA001D2}" type="presParOf" srcId="{1C241CE2-581F-49C3-B06D-C34332C15867}" destId="{230F1AB7-6F77-4CA0-9DFE-D811BDD777C9}" srcOrd="23" destOrd="0" presId="urn:microsoft.com/office/officeart/2016/7/layout/RepeatingBendingProcessNew"/>
    <dgm:cxn modelId="{15FC3EAD-EFD9-4C99-83BE-BB8399C461FF}" type="presParOf" srcId="{230F1AB7-6F77-4CA0-9DFE-D811BDD777C9}" destId="{A8723AEA-BA5A-422E-9115-609D97318713}" srcOrd="0" destOrd="0" presId="urn:microsoft.com/office/officeart/2016/7/layout/RepeatingBendingProcessNew"/>
    <dgm:cxn modelId="{D9031FDD-B916-47FF-85DB-5A125368A0A9}" type="presParOf" srcId="{1C241CE2-581F-49C3-B06D-C34332C15867}" destId="{3BFD72F8-F31C-449E-9FE6-2496BD522AA3}" srcOrd="24" destOrd="0" presId="urn:microsoft.com/office/officeart/2016/7/layout/RepeatingBendingProcessNew"/>
    <dgm:cxn modelId="{26B851C7-B96C-4581-AF52-BC2F6E4220CA}" type="presParOf" srcId="{1C241CE2-581F-49C3-B06D-C34332C15867}" destId="{A5909C8A-A366-420B-81AA-30BE1A42CE08}" srcOrd="25" destOrd="0" presId="urn:microsoft.com/office/officeart/2016/7/layout/RepeatingBendingProcessNew"/>
    <dgm:cxn modelId="{5BE59AE2-BC4D-4994-8367-42AF4B1F6605}" type="presParOf" srcId="{A5909C8A-A366-420B-81AA-30BE1A42CE08}" destId="{6CA6B52F-11E8-4F33-BC97-382D7044F22A}" srcOrd="0" destOrd="0" presId="urn:microsoft.com/office/officeart/2016/7/layout/RepeatingBendingProcessNew"/>
    <dgm:cxn modelId="{0A092CF7-3F7F-4CB0-814D-001F37758F75}" type="presParOf" srcId="{1C241CE2-581F-49C3-B06D-C34332C15867}" destId="{32366AB2-080F-40F9-A3C4-2D40B020FDA2}" srcOrd="26" destOrd="0" presId="urn:microsoft.com/office/officeart/2016/7/layout/RepeatingBendingProcessNew"/>
    <dgm:cxn modelId="{79835BCE-CB48-4A91-87FF-478B9832ADEB}" type="presParOf" srcId="{1C241CE2-581F-49C3-B06D-C34332C15867}" destId="{4E87E8AB-BB42-4CE9-B62F-BFE1C65B2098}" srcOrd="27" destOrd="0" presId="urn:microsoft.com/office/officeart/2016/7/layout/RepeatingBendingProcessNew"/>
    <dgm:cxn modelId="{274594AD-6682-4B08-BA33-D645D32033BE}" type="presParOf" srcId="{4E87E8AB-BB42-4CE9-B62F-BFE1C65B2098}" destId="{AFB283D2-F928-49AC-BE39-75290954986D}" srcOrd="0" destOrd="0" presId="urn:microsoft.com/office/officeart/2016/7/layout/RepeatingBendingProcessNew"/>
    <dgm:cxn modelId="{DDAB3698-8F48-482A-BD93-07236A0ED2AF}" type="presParOf" srcId="{1C241CE2-581F-49C3-B06D-C34332C15867}" destId="{581F4DA1-F194-470C-974A-10B1258EED02}" srcOrd="2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29580BC-E02F-42A3-83B7-B09B03694E4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1513174-E113-4E16-AF98-5B00A2BD2143}">
      <dgm:prSet/>
      <dgm:spPr/>
      <dgm:t>
        <a:bodyPr/>
        <a:lstStyle/>
        <a:p>
          <a:r>
            <a:rPr lang="en-AU"/>
            <a:t>SELECT </a:t>
          </a:r>
          <a:endParaRPr lang="en-US"/>
        </a:p>
      </dgm:t>
    </dgm:pt>
    <dgm:pt modelId="{D17ABACC-54A6-49E8-9B92-B8E054479BFB}" type="parTrans" cxnId="{AEFB5CB2-1D03-4143-9D1E-3E4655071258}">
      <dgm:prSet/>
      <dgm:spPr/>
      <dgm:t>
        <a:bodyPr/>
        <a:lstStyle/>
        <a:p>
          <a:endParaRPr lang="en-US"/>
        </a:p>
      </dgm:t>
    </dgm:pt>
    <dgm:pt modelId="{6959265C-2588-4419-9F0F-3765A0893D77}" type="sibTrans" cxnId="{AEFB5CB2-1D03-4143-9D1E-3E4655071258}">
      <dgm:prSet/>
      <dgm:spPr/>
      <dgm:t>
        <a:bodyPr/>
        <a:lstStyle/>
        <a:p>
          <a:endParaRPr lang="en-US"/>
        </a:p>
      </dgm:t>
    </dgm:pt>
    <dgm:pt modelId="{F327FA4C-0D9D-4A30-9E31-EBCF5D0A06AF}">
      <dgm:prSet/>
      <dgm:spPr/>
      <dgm:t>
        <a:bodyPr/>
        <a:lstStyle/>
        <a:p>
          <a:r>
            <a:rPr lang="en-AU"/>
            <a:t>COUNT(*) AS total_days,</a:t>
          </a:r>
          <a:endParaRPr lang="en-US"/>
        </a:p>
      </dgm:t>
    </dgm:pt>
    <dgm:pt modelId="{B8A1B06D-25B8-4B7A-A047-D0FBCE2D3CD8}" type="parTrans" cxnId="{133539A7-1E3F-4B1E-A865-F41C069A4781}">
      <dgm:prSet/>
      <dgm:spPr/>
      <dgm:t>
        <a:bodyPr/>
        <a:lstStyle/>
        <a:p>
          <a:endParaRPr lang="en-US"/>
        </a:p>
      </dgm:t>
    </dgm:pt>
    <dgm:pt modelId="{F9FE5084-4B0A-4BC9-8D26-2E6C274794C8}" type="sibTrans" cxnId="{133539A7-1E3F-4B1E-A865-F41C069A4781}">
      <dgm:prSet/>
      <dgm:spPr/>
      <dgm:t>
        <a:bodyPr/>
        <a:lstStyle/>
        <a:p>
          <a:endParaRPr lang="en-US"/>
        </a:p>
      </dgm:t>
    </dgm:pt>
    <dgm:pt modelId="{6BA4DE14-5347-4699-BE33-7F8E3B39D2A4}">
      <dgm:prSet/>
      <dgm:spPr/>
      <dgm:t>
        <a:bodyPr/>
        <a:lstStyle/>
        <a:p>
          <a:r>
            <a:rPr lang="en-US"/>
            <a:t>MIN(sale_date) AS first_date,</a:t>
          </a:r>
        </a:p>
      </dgm:t>
    </dgm:pt>
    <dgm:pt modelId="{E022112D-E99A-48C7-B206-81F20F8C6C50}" type="parTrans" cxnId="{F37492F0-05A8-4FE7-96DB-B81A0E72C3E5}">
      <dgm:prSet/>
      <dgm:spPr/>
      <dgm:t>
        <a:bodyPr/>
        <a:lstStyle/>
        <a:p>
          <a:endParaRPr lang="en-US"/>
        </a:p>
      </dgm:t>
    </dgm:pt>
    <dgm:pt modelId="{134DDFFC-8CF3-4B3C-B817-661AACDBD8A2}" type="sibTrans" cxnId="{F37492F0-05A8-4FE7-96DB-B81A0E72C3E5}">
      <dgm:prSet/>
      <dgm:spPr/>
      <dgm:t>
        <a:bodyPr/>
        <a:lstStyle/>
        <a:p>
          <a:endParaRPr lang="en-US"/>
        </a:p>
      </dgm:t>
    </dgm:pt>
    <dgm:pt modelId="{448D6B87-D66E-43F5-B2CE-9777CB297FDD}">
      <dgm:prSet/>
      <dgm:spPr/>
      <dgm:t>
        <a:bodyPr/>
        <a:lstStyle/>
        <a:p>
          <a:r>
            <a:rPr lang="en-US"/>
            <a:t>MAX(sale_date) AS last_date,</a:t>
          </a:r>
        </a:p>
      </dgm:t>
    </dgm:pt>
    <dgm:pt modelId="{E168BD39-8C4E-4E3F-9FA8-3AF5EFE791D4}" type="parTrans" cxnId="{758626F3-35B6-4D89-AB64-70254E205ACE}">
      <dgm:prSet/>
      <dgm:spPr/>
      <dgm:t>
        <a:bodyPr/>
        <a:lstStyle/>
        <a:p>
          <a:endParaRPr lang="en-US"/>
        </a:p>
      </dgm:t>
    </dgm:pt>
    <dgm:pt modelId="{6F4AF86E-D2F4-4A71-90DC-E1B56E798913}" type="sibTrans" cxnId="{758626F3-35B6-4D89-AB64-70254E205ACE}">
      <dgm:prSet/>
      <dgm:spPr/>
      <dgm:t>
        <a:bodyPr/>
        <a:lstStyle/>
        <a:p>
          <a:endParaRPr lang="en-US"/>
        </a:p>
      </dgm:t>
    </dgm:pt>
    <dgm:pt modelId="{BC51FCA5-4F01-4BE1-9395-C9850221F3E2}">
      <dgm:prSet/>
      <dgm:spPr/>
      <dgm:t>
        <a:bodyPr/>
        <a:lstStyle/>
        <a:p>
          <a:r>
            <a:rPr lang="en-AU"/>
            <a:t>SUM(total_revenue) / 1000000 AS total_revenue_millions</a:t>
          </a:r>
          <a:endParaRPr lang="en-US"/>
        </a:p>
      </dgm:t>
    </dgm:pt>
    <dgm:pt modelId="{C7A76515-9D17-4551-8D2A-58B684603DE7}" type="parTrans" cxnId="{2D1BC25D-59E3-4DD3-A287-F71A01FB47A7}">
      <dgm:prSet/>
      <dgm:spPr/>
      <dgm:t>
        <a:bodyPr/>
        <a:lstStyle/>
        <a:p>
          <a:endParaRPr lang="en-US"/>
        </a:p>
      </dgm:t>
    </dgm:pt>
    <dgm:pt modelId="{94AFB477-F2A6-4126-87F4-7E0C65D843B5}" type="sibTrans" cxnId="{2D1BC25D-59E3-4DD3-A287-F71A01FB47A7}">
      <dgm:prSet/>
      <dgm:spPr/>
      <dgm:t>
        <a:bodyPr/>
        <a:lstStyle/>
        <a:p>
          <a:endParaRPr lang="en-US"/>
        </a:p>
      </dgm:t>
    </dgm:pt>
    <dgm:pt modelId="{3B4231D7-B349-4AFC-BE96-7EE104689CFD}">
      <dgm:prSet/>
      <dgm:spPr/>
      <dgm:t>
        <a:bodyPr/>
        <a:lstStyle/>
        <a:p>
          <a:r>
            <a:rPr lang="en-AU"/>
            <a:t>FROM daily_sales;</a:t>
          </a:r>
          <a:endParaRPr lang="en-US"/>
        </a:p>
      </dgm:t>
    </dgm:pt>
    <dgm:pt modelId="{1E3E647E-D224-43D7-911E-11B022C90BBF}" type="parTrans" cxnId="{BC9B4830-7A23-4DE0-9C2F-D06DD1A3B835}">
      <dgm:prSet/>
      <dgm:spPr/>
      <dgm:t>
        <a:bodyPr/>
        <a:lstStyle/>
        <a:p>
          <a:endParaRPr lang="en-US"/>
        </a:p>
      </dgm:t>
    </dgm:pt>
    <dgm:pt modelId="{46290562-0E38-4C05-94A4-EED51A06EC83}" type="sibTrans" cxnId="{BC9B4830-7A23-4DE0-9C2F-D06DD1A3B835}">
      <dgm:prSet/>
      <dgm:spPr/>
      <dgm:t>
        <a:bodyPr/>
        <a:lstStyle/>
        <a:p>
          <a:endParaRPr lang="en-US"/>
        </a:p>
      </dgm:t>
    </dgm:pt>
    <dgm:pt modelId="{CB4B55CC-3A63-4E7B-96E8-2B642F4B0460}">
      <dgm:prSet/>
      <dgm:spPr/>
      <dgm:t>
        <a:bodyPr/>
        <a:lstStyle/>
        <a:p>
          <a:r>
            <a:rPr lang="en-AU"/>
            <a:t>GO</a:t>
          </a:r>
          <a:endParaRPr lang="en-US"/>
        </a:p>
      </dgm:t>
    </dgm:pt>
    <dgm:pt modelId="{96124FB0-FC25-4E7F-8180-D27CA348FA75}" type="parTrans" cxnId="{A30757B9-5A8C-4FC3-B480-80D18EB83BC4}">
      <dgm:prSet/>
      <dgm:spPr/>
      <dgm:t>
        <a:bodyPr/>
        <a:lstStyle/>
        <a:p>
          <a:endParaRPr lang="en-US"/>
        </a:p>
      </dgm:t>
    </dgm:pt>
    <dgm:pt modelId="{4B681ADF-17DB-43C7-8CC4-D54D31EC5D79}" type="sibTrans" cxnId="{A30757B9-5A8C-4FC3-B480-80D18EB83BC4}">
      <dgm:prSet/>
      <dgm:spPr/>
      <dgm:t>
        <a:bodyPr/>
        <a:lstStyle/>
        <a:p>
          <a:endParaRPr lang="en-US"/>
        </a:p>
      </dgm:t>
    </dgm:pt>
    <dgm:pt modelId="{6ABB240C-CAC8-4E5E-ACC4-F0A1F2AF0F30}" type="pres">
      <dgm:prSet presAssocID="{229580BC-E02F-42A3-83B7-B09B03694E43}" presName="vert0" presStyleCnt="0">
        <dgm:presLayoutVars>
          <dgm:dir/>
          <dgm:animOne val="branch"/>
          <dgm:animLvl val="lvl"/>
        </dgm:presLayoutVars>
      </dgm:prSet>
      <dgm:spPr/>
    </dgm:pt>
    <dgm:pt modelId="{93370FCF-C123-4291-BF1D-17F35C045B1C}" type="pres">
      <dgm:prSet presAssocID="{91513174-E113-4E16-AF98-5B00A2BD2143}" presName="thickLine" presStyleLbl="alignNode1" presStyleIdx="0" presStyleCnt="7"/>
      <dgm:spPr/>
    </dgm:pt>
    <dgm:pt modelId="{1C3F60F1-4EE4-41E9-BBD4-6CB2677EA90C}" type="pres">
      <dgm:prSet presAssocID="{91513174-E113-4E16-AF98-5B00A2BD2143}" presName="horz1" presStyleCnt="0"/>
      <dgm:spPr/>
    </dgm:pt>
    <dgm:pt modelId="{2D153B2B-31B0-4987-ACF4-9B1FAD01C1BF}" type="pres">
      <dgm:prSet presAssocID="{91513174-E113-4E16-AF98-5B00A2BD2143}" presName="tx1" presStyleLbl="revTx" presStyleIdx="0" presStyleCnt="7"/>
      <dgm:spPr/>
    </dgm:pt>
    <dgm:pt modelId="{A53F35DD-1D9F-4967-A5D4-6F4A19A1AADB}" type="pres">
      <dgm:prSet presAssocID="{91513174-E113-4E16-AF98-5B00A2BD2143}" presName="vert1" presStyleCnt="0"/>
      <dgm:spPr/>
    </dgm:pt>
    <dgm:pt modelId="{6E13E12B-A6B0-49FD-8463-8491DC6E4C5B}" type="pres">
      <dgm:prSet presAssocID="{F327FA4C-0D9D-4A30-9E31-EBCF5D0A06AF}" presName="thickLine" presStyleLbl="alignNode1" presStyleIdx="1" presStyleCnt="7"/>
      <dgm:spPr/>
    </dgm:pt>
    <dgm:pt modelId="{BD4526C9-A4C5-4934-84D8-BB5394D6657F}" type="pres">
      <dgm:prSet presAssocID="{F327FA4C-0D9D-4A30-9E31-EBCF5D0A06AF}" presName="horz1" presStyleCnt="0"/>
      <dgm:spPr/>
    </dgm:pt>
    <dgm:pt modelId="{19BD8C81-660B-4321-939D-317828A47C0C}" type="pres">
      <dgm:prSet presAssocID="{F327FA4C-0D9D-4A30-9E31-EBCF5D0A06AF}" presName="tx1" presStyleLbl="revTx" presStyleIdx="1" presStyleCnt="7"/>
      <dgm:spPr/>
    </dgm:pt>
    <dgm:pt modelId="{2777C577-E549-4106-84DE-7A8B7EF262F5}" type="pres">
      <dgm:prSet presAssocID="{F327FA4C-0D9D-4A30-9E31-EBCF5D0A06AF}" presName="vert1" presStyleCnt="0"/>
      <dgm:spPr/>
    </dgm:pt>
    <dgm:pt modelId="{39FB50A1-2A97-4A91-B575-E1DF693FCC22}" type="pres">
      <dgm:prSet presAssocID="{6BA4DE14-5347-4699-BE33-7F8E3B39D2A4}" presName="thickLine" presStyleLbl="alignNode1" presStyleIdx="2" presStyleCnt="7"/>
      <dgm:spPr/>
    </dgm:pt>
    <dgm:pt modelId="{9DCAF467-5787-41E4-947E-74B702F26E28}" type="pres">
      <dgm:prSet presAssocID="{6BA4DE14-5347-4699-BE33-7F8E3B39D2A4}" presName="horz1" presStyleCnt="0"/>
      <dgm:spPr/>
    </dgm:pt>
    <dgm:pt modelId="{EA22E343-299B-4B17-A610-6F682C5F02C1}" type="pres">
      <dgm:prSet presAssocID="{6BA4DE14-5347-4699-BE33-7F8E3B39D2A4}" presName="tx1" presStyleLbl="revTx" presStyleIdx="2" presStyleCnt="7"/>
      <dgm:spPr/>
    </dgm:pt>
    <dgm:pt modelId="{DF8D7FF7-31CC-4E83-B56B-97948D67FE88}" type="pres">
      <dgm:prSet presAssocID="{6BA4DE14-5347-4699-BE33-7F8E3B39D2A4}" presName="vert1" presStyleCnt="0"/>
      <dgm:spPr/>
    </dgm:pt>
    <dgm:pt modelId="{AA4761B6-0A77-41C0-8E2F-073487879A42}" type="pres">
      <dgm:prSet presAssocID="{448D6B87-D66E-43F5-B2CE-9777CB297FDD}" presName="thickLine" presStyleLbl="alignNode1" presStyleIdx="3" presStyleCnt="7"/>
      <dgm:spPr/>
    </dgm:pt>
    <dgm:pt modelId="{7F29E335-0373-4CE0-BA03-36F33377A99E}" type="pres">
      <dgm:prSet presAssocID="{448D6B87-D66E-43F5-B2CE-9777CB297FDD}" presName="horz1" presStyleCnt="0"/>
      <dgm:spPr/>
    </dgm:pt>
    <dgm:pt modelId="{2A16179E-FB91-4A13-955D-8049D7607BAE}" type="pres">
      <dgm:prSet presAssocID="{448D6B87-D66E-43F5-B2CE-9777CB297FDD}" presName="tx1" presStyleLbl="revTx" presStyleIdx="3" presStyleCnt="7"/>
      <dgm:spPr/>
    </dgm:pt>
    <dgm:pt modelId="{0F0500B9-F551-448B-89D3-09D1F774DAC1}" type="pres">
      <dgm:prSet presAssocID="{448D6B87-D66E-43F5-B2CE-9777CB297FDD}" presName="vert1" presStyleCnt="0"/>
      <dgm:spPr/>
    </dgm:pt>
    <dgm:pt modelId="{0A9D5505-E865-4DA2-B0D7-5647DC7CCB77}" type="pres">
      <dgm:prSet presAssocID="{BC51FCA5-4F01-4BE1-9395-C9850221F3E2}" presName="thickLine" presStyleLbl="alignNode1" presStyleIdx="4" presStyleCnt="7"/>
      <dgm:spPr/>
    </dgm:pt>
    <dgm:pt modelId="{05636FC7-220A-4B33-9B15-3AFBFEA9C46E}" type="pres">
      <dgm:prSet presAssocID="{BC51FCA5-4F01-4BE1-9395-C9850221F3E2}" presName="horz1" presStyleCnt="0"/>
      <dgm:spPr/>
    </dgm:pt>
    <dgm:pt modelId="{94E939C8-4DAB-4BC8-858A-6E82A8DA1054}" type="pres">
      <dgm:prSet presAssocID="{BC51FCA5-4F01-4BE1-9395-C9850221F3E2}" presName="tx1" presStyleLbl="revTx" presStyleIdx="4" presStyleCnt="7"/>
      <dgm:spPr/>
    </dgm:pt>
    <dgm:pt modelId="{CC135717-5613-417D-8FC4-62CDF8E2BD94}" type="pres">
      <dgm:prSet presAssocID="{BC51FCA5-4F01-4BE1-9395-C9850221F3E2}" presName="vert1" presStyleCnt="0"/>
      <dgm:spPr/>
    </dgm:pt>
    <dgm:pt modelId="{5A64167C-13EB-4289-B233-3423EFDC0D7C}" type="pres">
      <dgm:prSet presAssocID="{3B4231D7-B349-4AFC-BE96-7EE104689CFD}" presName="thickLine" presStyleLbl="alignNode1" presStyleIdx="5" presStyleCnt="7"/>
      <dgm:spPr/>
    </dgm:pt>
    <dgm:pt modelId="{525789B7-8603-4695-912C-C714A409A8CB}" type="pres">
      <dgm:prSet presAssocID="{3B4231D7-B349-4AFC-BE96-7EE104689CFD}" presName="horz1" presStyleCnt="0"/>
      <dgm:spPr/>
    </dgm:pt>
    <dgm:pt modelId="{8DC50C7F-0D6D-4C72-B0A3-553AB0B21D92}" type="pres">
      <dgm:prSet presAssocID="{3B4231D7-B349-4AFC-BE96-7EE104689CFD}" presName="tx1" presStyleLbl="revTx" presStyleIdx="5" presStyleCnt="7"/>
      <dgm:spPr/>
    </dgm:pt>
    <dgm:pt modelId="{EF585F34-7DB5-451D-8617-574B8DA4AD4B}" type="pres">
      <dgm:prSet presAssocID="{3B4231D7-B349-4AFC-BE96-7EE104689CFD}" presName="vert1" presStyleCnt="0"/>
      <dgm:spPr/>
    </dgm:pt>
    <dgm:pt modelId="{DE67C35B-F9A8-4D09-BFCE-76817D0DB321}" type="pres">
      <dgm:prSet presAssocID="{CB4B55CC-3A63-4E7B-96E8-2B642F4B0460}" presName="thickLine" presStyleLbl="alignNode1" presStyleIdx="6" presStyleCnt="7"/>
      <dgm:spPr/>
    </dgm:pt>
    <dgm:pt modelId="{D8D2A09E-1E58-4F77-AB7A-4827C253CA4B}" type="pres">
      <dgm:prSet presAssocID="{CB4B55CC-3A63-4E7B-96E8-2B642F4B0460}" presName="horz1" presStyleCnt="0"/>
      <dgm:spPr/>
    </dgm:pt>
    <dgm:pt modelId="{17687B4B-473A-4803-A439-DFB2EB388D9F}" type="pres">
      <dgm:prSet presAssocID="{CB4B55CC-3A63-4E7B-96E8-2B642F4B0460}" presName="tx1" presStyleLbl="revTx" presStyleIdx="6" presStyleCnt="7"/>
      <dgm:spPr/>
    </dgm:pt>
    <dgm:pt modelId="{EFEF98F7-5561-46A4-BEBD-EFAD12C6ABE5}" type="pres">
      <dgm:prSet presAssocID="{CB4B55CC-3A63-4E7B-96E8-2B642F4B0460}" presName="vert1" presStyleCnt="0"/>
      <dgm:spPr/>
    </dgm:pt>
  </dgm:ptLst>
  <dgm:cxnLst>
    <dgm:cxn modelId="{1A5C6B02-8BCB-4DEC-99DC-0E6969A80672}" type="presOf" srcId="{F327FA4C-0D9D-4A30-9E31-EBCF5D0A06AF}" destId="{19BD8C81-660B-4321-939D-317828A47C0C}" srcOrd="0" destOrd="0" presId="urn:microsoft.com/office/officeart/2008/layout/LinedList"/>
    <dgm:cxn modelId="{213A4F2B-167C-4AD4-B0C0-5F30142EEDDB}" type="presOf" srcId="{448D6B87-D66E-43F5-B2CE-9777CB297FDD}" destId="{2A16179E-FB91-4A13-955D-8049D7607BAE}" srcOrd="0" destOrd="0" presId="urn:microsoft.com/office/officeart/2008/layout/LinedList"/>
    <dgm:cxn modelId="{BC9B4830-7A23-4DE0-9C2F-D06DD1A3B835}" srcId="{229580BC-E02F-42A3-83B7-B09B03694E43}" destId="{3B4231D7-B349-4AFC-BE96-7EE104689CFD}" srcOrd="5" destOrd="0" parTransId="{1E3E647E-D224-43D7-911E-11B022C90BBF}" sibTransId="{46290562-0E38-4C05-94A4-EED51A06EC83}"/>
    <dgm:cxn modelId="{2D1BC25D-59E3-4DD3-A287-F71A01FB47A7}" srcId="{229580BC-E02F-42A3-83B7-B09B03694E43}" destId="{BC51FCA5-4F01-4BE1-9395-C9850221F3E2}" srcOrd="4" destOrd="0" parTransId="{C7A76515-9D17-4551-8D2A-58B684603DE7}" sibTransId="{94AFB477-F2A6-4126-87F4-7E0C65D843B5}"/>
    <dgm:cxn modelId="{229B1B87-56F5-481D-B888-56F69D9F2777}" type="presOf" srcId="{6BA4DE14-5347-4699-BE33-7F8E3B39D2A4}" destId="{EA22E343-299B-4B17-A610-6F682C5F02C1}" srcOrd="0" destOrd="0" presId="urn:microsoft.com/office/officeart/2008/layout/LinedList"/>
    <dgm:cxn modelId="{3ECC2D8C-0644-4D5E-9908-E844F2F24A42}" type="presOf" srcId="{229580BC-E02F-42A3-83B7-B09B03694E43}" destId="{6ABB240C-CAC8-4E5E-ACC4-F0A1F2AF0F30}" srcOrd="0" destOrd="0" presId="urn:microsoft.com/office/officeart/2008/layout/LinedList"/>
    <dgm:cxn modelId="{133539A7-1E3F-4B1E-A865-F41C069A4781}" srcId="{229580BC-E02F-42A3-83B7-B09B03694E43}" destId="{F327FA4C-0D9D-4A30-9E31-EBCF5D0A06AF}" srcOrd="1" destOrd="0" parTransId="{B8A1B06D-25B8-4B7A-A047-D0FBCE2D3CD8}" sibTransId="{F9FE5084-4B0A-4BC9-8D26-2E6C274794C8}"/>
    <dgm:cxn modelId="{945FD5AF-A0A8-4B05-9A26-35EE6DE1E3A2}" type="presOf" srcId="{BC51FCA5-4F01-4BE1-9395-C9850221F3E2}" destId="{94E939C8-4DAB-4BC8-858A-6E82A8DA1054}" srcOrd="0" destOrd="0" presId="urn:microsoft.com/office/officeart/2008/layout/LinedList"/>
    <dgm:cxn modelId="{AEFB5CB2-1D03-4143-9D1E-3E4655071258}" srcId="{229580BC-E02F-42A3-83B7-B09B03694E43}" destId="{91513174-E113-4E16-AF98-5B00A2BD2143}" srcOrd="0" destOrd="0" parTransId="{D17ABACC-54A6-49E8-9B92-B8E054479BFB}" sibTransId="{6959265C-2588-4419-9F0F-3765A0893D77}"/>
    <dgm:cxn modelId="{A30757B9-5A8C-4FC3-B480-80D18EB83BC4}" srcId="{229580BC-E02F-42A3-83B7-B09B03694E43}" destId="{CB4B55CC-3A63-4E7B-96E8-2B642F4B0460}" srcOrd="6" destOrd="0" parTransId="{96124FB0-FC25-4E7F-8180-D27CA348FA75}" sibTransId="{4B681ADF-17DB-43C7-8CC4-D54D31EC5D79}"/>
    <dgm:cxn modelId="{272262BB-7C2C-4947-913C-E312D6AAA483}" type="presOf" srcId="{CB4B55CC-3A63-4E7B-96E8-2B642F4B0460}" destId="{17687B4B-473A-4803-A439-DFB2EB388D9F}" srcOrd="0" destOrd="0" presId="urn:microsoft.com/office/officeart/2008/layout/LinedList"/>
    <dgm:cxn modelId="{E41A43D2-4ED4-47B0-A2AC-726C67A08262}" type="presOf" srcId="{91513174-E113-4E16-AF98-5B00A2BD2143}" destId="{2D153B2B-31B0-4987-ACF4-9B1FAD01C1BF}" srcOrd="0" destOrd="0" presId="urn:microsoft.com/office/officeart/2008/layout/LinedList"/>
    <dgm:cxn modelId="{F37492F0-05A8-4FE7-96DB-B81A0E72C3E5}" srcId="{229580BC-E02F-42A3-83B7-B09B03694E43}" destId="{6BA4DE14-5347-4699-BE33-7F8E3B39D2A4}" srcOrd="2" destOrd="0" parTransId="{E022112D-E99A-48C7-B206-81F20F8C6C50}" sibTransId="{134DDFFC-8CF3-4B3C-B817-661AACDBD8A2}"/>
    <dgm:cxn modelId="{758626F3-35B6-4D89-AB64-70254E205ACE}" srcId="{229580BC-E02F-42A3-83B7-B09B03694E43}" destId="{448D6B87-D66E-43F5-B2CE-9777CB297FDD}" srcOrd="3" destOrd="0" parTransId="{E168BD39-8C4E-4E3F-9FA8-3AF5EFE791D4}" sibTransId="{6F4AF86E-D2F4-4A71-90DC-E1B56E798913}"/>
    <dgm:cxn modelId="{94F57AFE-034E-4941-A534-15871A26F4A9}" type="presOf" srcId="{3B4231D7-B349-4AFC-BE96-7EE104689CFD}" destId="{8DC50C7F-0D6D-4C72-B0A3-553AB0B21D92}" srcOrd="0" destOrd="0" presId="urn:microsoft.com/office/officeart/2008/layout/LinedList"/>
    <dgm:cxn modelId="{96F66832-3628-407E-9A86-46AA004349A9}" type="presParOf" srcId="{6ABB240C-CAC8-4E5E-ACC4-F0A1F2AF0F30}" destId="{93370FCF-C123-4291-BF1D-17F35C045B1C}" srcOrd="0" destOrd="0" presId="urn:microsoft.com/office/officeart/2008/layout/LinedList"/>
    <dgm:cxn modelId="{1B83BA7F-D609-49F9-A981-3B38CAEE5E1F}" type="presParOf" srcId="{6ABB240C-CAC8-4E5E-ACC4-F0A1F2AF0F30}" destId="{1C3F60F1-4EE4-41E9-BBD4-6CB2677EA90C}" srcOrd="1" destOrd="0" presId="urn:microsoft.com/office/officeart/2008/layout/LinedList"/>
    <dgm:cxn modelId="{CB6677CB-738B-45BC-82F0-4B8A53855EB1}" type="presParOf" srcId="{1C3F60F1-4EE4-41E9-BBD4-6CB2677EA90C}" destId="{2D153B2B-31B0-4987-ACF4-9B1FAD01C1BF}" srcOrd="0" destOrd="0" presId="urn:microsoft.com/office/officeart/2008/layout/LinedList"/>
    <dgm:cxn modelId="{62AA29AF-C4AD-4DCD-A445-0BA23DEB5CA2}" type="presParOf" srcId="{1C3F60F1-4EE4-41E9-BBD4-6CB2677EA90C}" destId="{A53F35DD-1D9F-4967-A5D4-6F4A19A1AADB}" srcOrd="1" destOrd="0" presId="urn:microsoft.com/office/officeart/2008/layout/LinedList"/>
    <dgm:cxn modelId="{8C862CF7-2861-4EC2-8A03-ECC8B253BEEC}" type="presParOf" srcId="{6ABB240C-CAC8-4E5E-ACC4-F0A1F2AF0F30}" destId="{6E13E12B-A6B0-49FD-8463-8491DC6E4C5B}" srcOrd="2" destOrd="0" presId="urn:microsoft.com/office/officeart/2008/layout/LinedList"/>
    <dgm:cxn modelId="{09B8430D-FA58-4A81-AFD0-6817B132A1AF}" type="presParOf" srcId="{6ABB240C-CAC8-4E5E-ACC4-F0A1F2AF0F30}" destId="{BD4526C9-A4C5-4934-84D8-BB5394D6657F}" srcOrd="3" destOrd="0" presId="urn:microsoft.com/office/officeart/2008/layout/LinedList"/>
    <dgm:cxn modelId="{1CABE94D-0A2D-4FF9-9F6C-F6CC5E13FA2A}" type="presParOf" srcId="{BD4526C9-A4C5-4934-84D8-BB5394D6657F}" destId="{19BD8C81-660B-4321-939D-317828A47C0C}" srcOrd="0" destOrd="0" presId="urn:microsoft.com/office/officeart/2008/layout/LinedList"/>
    <dgm:cxn modelId="{BDE1EDE6-65BB-482E-BD8D-4F1841E766BA}" type="presParOf" srcId="{BD4526C9-A4C5-4934-84D8-BB5394D6657F}" destId="{2777C577-E549-4106-84DE-7A8B7EF262F5}" srcOrd="1" destOrd="0" presId="urn:microsoft.com/office/officeart/2008/layout/LinedList"/>
    <dgm:cxn modelId="{9402B970-61ED-402A-82B7-E5289147EFF7}" type="presParOf" srcId="{6ABB240C-CAC8-4E5E-ACC4-F0A1F2AF0F30}" destId="{39FB50A1-2A97-4A91-B575-E1DF693FCC22}" srcOrd="4" destOrd="0" presId="urn:microsoft.com/office/officeart/2008/layout/LinedList"/>
    <dgm:cxn modelId="{E3721B1F-351A-4B8A-ABB8-041056DD93E1}" type="presParOf" srcId="{6ABB240C-CAC8-4E5E-ACC4-F0A1F2AF0F30}" destId="{9DCAF467-5787-41E4-947E-74B702F26E28}" srcOrd="5" destOrd="0" presId="urn:microsoft.com/office/officeart/2008/layout/LinedList"/>
    <dgm:cxn modelId="{0DED4E78-B776-4F33-94C8-7F4E66EC2C4D}" type="presParOf" srcId="{9DCAF467-5787-41E4-947E-74B702F26E28}" destId="{EA22E343-299B-4B17-A610-6F682C5F02C1}" srcOrd="0" destOrd="0" presId="urn:microsoft.com/office/officeart/2008/layout/LinedList"/>
    <dgm:cxn modelId="{ED884C87-50E8-48C8-847A-679F43572EE7}" type="presParOf" srcId="{9DCAF467-5787-41E4-947E-74B702F26E28}" destId="{DF8D7FF7-31CC-4E83-B56B-97948D67FE88}" srcOrd="1" destOrd="0" presId="urn:microsoft.com/office/officeart/2008/layout/LinedList"/>
    <dgm:cxn modelId="{D497D261-0A16-4CD6-8FBA-E4245C7D5197}" type="presParOf" srcId="{6ABB240C-CAC8-4E5E-ACC4-F0A1F2AF0F30}" destId="{AA4761B6-0A77-41C0-8E2F-073487879A42}" srcOrd="6" destOrd="0" presId="urn:microsoft.com/office/officeart/2008/layout/LinedList"/>
    <dgm:cxn modelId="{B3408D4E-869C-4501-ADB2-E48E77634DB5}" type="presParOf" srcId="{6ABB240C-CAC8-4E5E-ACC4-F0A1F2AF0F30}" destId="{7F29E335-0373-4CE0-BA03-36F33377A99E}" srcOrd="7" destOrd="0" presId="urn:microsoft.com/office/officeart/2008/layout/LinedList"/>
    <dgm:cxn modelId="{8065B85A-471D-4663-8C1E-92E533B8BA73}" type="presParOf" srcId="{7F29E335-0373-4CE0-BA03-36F33377A99E}" destId="{2A16179E-FB91-4A13-955D-8049D7607BAE}" srcOrd="0" destOrd="0" presId="urn:microsoft.com/office/officeart/2008/layout/LinedList"/>
    <dgm:cxn modelId="{3073B748-44FA-4814-9BDD-AE6A134DFB5D}" type="presParOf" srcId="{7F29E335-0373-4CE0-BA03-36F33377A99E}" destId="{0F0500B9-F551-448B-89D3-09D1F774DAC1}" srcOrd="1" destOrd="0" presId="urn:microsoft.com/office/officeart/2008/layout/LinedList"/>
    <dgm:cxn modelId="{5E563457-DB66-4446-BA6B-1461D204DEAA}" type="presParOf" srcId="{6ABB240C-CAC8-4E5E-ACC4-F0A1F2AF0F30}" destId="{0A9D5505-E865-4DA2-B0D7-5647DC7CCB77}" srcOrd="8" destOrd="0" presId="urn:microsoft.com/office/officeart/2008/layout/LinedList"/>
    <dgm:cxn modelId="{1AFC8C2B-3531-46E0-84F6-1C89F60E6B49}" type="presParOf" srcId="{6ABB240C-CAC8-4E5E-ACC4-F0A1F2AF0F30}" destId="{05636FC7-220A-4B33-9B15-3AFBFEA9C46E}" srcOrd="9" destOrd="0" presId="urn:microsoft.com/office/officeart/2008/layout/LinedList"/>
    <dgm:cxn modelId="{3B656E40-1231-486B-BF4C-60E67A7D4642}" type="presParOf" srcId="{05636FC7-220A-4B33-9B15-3AFBFEA9C46E}" destId="{94E939C8-4DAB-4BC8-858A-6E82A8DA1054}" srcOrd="0" destOrd="0" presId="urn:microsoft.com/office/officeart/2008/layout/LinedList"/>
    <dgm:cxn modelId="{0C3C7802-96E2-4FD7-BDB8-0FB5E7268676}" type="presParOf" srcId="{05636FC7-220A-4B33-9B15-3AFBFEA9C46E}" destId="{CC135717-5613-417D-8FC4-62CDF8E2BD94}" srcOrd="1" destOrd="0" presId="urn:microsoft.com/office/officeart/2008/layout/LinedList"/>
    <dgm:cxn modelId="{84C3A008-3651-410C-A22A-D40A58AD5DB4}" type="presParOf" srcId="{6ABB240C-CAC8-4E5E-ACC4-F0A1F2AF0F30}" destId="{5A64167C-13EB-4289-B233-3423EFDC0D7C}" srcOrd="10" destOrd="0" presId="urn:microsoft.com/office/officeart/2008/layout/LinedList"/>
    <dgm:cxn modelId="{131445D9-BC06-4A09-9225-DBABE34E5057}" type="presParOf" srcId="{6ABB240C-CAC8-4E5E-ACC4-F0A1F2AF0F30}" destId="{525789B7-8603-4695-912C-C714A409A8CB}" srcOrd="11" destOrd="0" presId="urn:microsoft.com/office/officeart/2008/layout/LinedList"/>
    <dgm:cxn modelId="{67D0BE36-3CCE-4493-93C0-336E310249EF}" type="presParOf" srcId="{525789B7-8603-4695-912C-C714A409A8CB}" destId="{8DC50C7F-0D6D-4C72-B0A3-553AB0B21D92}" srcOrd="0" destOrd="0" presId="urn:microsoft.com/office/officeart/2008/layout/LinedList"/>
    <dgm:cxn modelId="{1C1B4B1F-CC59-4295-9ABE-0CFFAE2B90C8}" type="presParOf" srcId="{525789B7-8603-4695-912C-C714A409A8CB}" destId="{EF585F34-7DB5-451D-8617-574B8DA4AD4B}" srcOrd="1" destOrd="0" presId="urn:microsoft.com/office/officeart/2008/layout/LinedList"/>
    <dgm:cxn modelId="{5984798A-2314-4C8C-8428-F4964548E987}" type="presParOf" srcId="{6ABB240C-CAC8-4E5E-ACC4-F0A1F2AF0F30}" destId="{DE67C35B-F9A8-4D09-BFCE-76817D0DB321}" srcOrd="12" destOrd="0" presId="urn:microsoft.com/office/officeart/2008/layout/LinedList"/>
    <dgm:cxn modelId="{2A332F49-3410-422A-95BC-A37DB264C006}" type="presParOf" srcId="{6ABB240C-CAC8-4E5E-ACC4-F0A1F2AF0F30}" destId="{D8D2A09E-1E58-4F77-AB7A-4827C253CA4B}" srcOrd="13" destOrd="0" presId="urn:microsoft.com/office/officeart/2008/layout/LinedList"/>
    <dgm:cxn modelId="{839810E0-7AEA-4890-BBE1-D8F927EDB2C3}" type="presParOf" srcId="{D8D2A09E-1E58-4F77-AB7A-4827C253CA4B}" destId="{17687B4B-473A-4803-A439-DFB2EB388D9F}" srcOrd="0" destOrd="0" presId="urn:microsoft.com/office/officeart/2008/layout/LinedList"/>
    <dgm:cxn modelId="{8BC62FA3-F684-4B70-BCEC-4819B10BBFF5}" type="presParOf" srcId="{D8D2A09E-1E58-4F77-AB7A-4827C253CA4B}" destId="{EFEF98F7-5561-46A4-BEBD-EFAD12C6ABE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8E66ED-5919-493D-957D-BF8646205E06}">
      <dsp:nvSpPr>
        <dsp:cNvPr id="0" name=""/>
        <dsp:cNvSpPr/>
      </dsp:nvSpPr>
      <dsp:spPr>
        <a:xfrm>
          <a:off x="212335" y="1507711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87679A-F3F3-4A47-A88D-348280737BFE}">
      <dsp:nvSpPr>
        <dsp:cNvPr id="0" name=""/>
        <dsp:cNvSpPr/>
      </dsp:nvSpPr>
      <dsp:spPr>
        <a:xfrm>
          <a:off x="492877" y="1788253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9CD37E-59BA-405A-B3BD-F160CF57D8A9}">
      <dsp:nvSpPr>
        <dsp:cNvPr id="0" name=""/>
        <dsp:cNvSpPr/>
      </dsp:nvSpPr>
      <dsp:spPr>
        <a:xfrm>
          <a:off x="1834517" y="1507711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Files and Sources: </a:t>
          </a:r>
          <a:r>
            <a:rPr lang="en-AU" sz="1100" kern="1200" dirty="0">
              <a:solidFill>
                <a:schemeClr val="tx1"/>
              </a:solidFill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Main-Stuff/DA Bootcamp 2026 </a:t>
          </a:r>
          <a:r>
            <a:rPr lang="en-AU" sz="1100" kern="1200" dirty="0" err="1">
              <a:solidFill>
                <a:schemeClr val="tx1"/>
              </a:solidFill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Emergi</a:t>
          </a:r>
          <a:r>
            <a:rPr lang="en-AU" sz="1100" kern="1200" dirty="0">
              <a:solidFill>
                <a:schemeClr val="tx1"/>
              </a:solidFill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Mentors/Week 2 SQL Mastery/Module 3 Intermediate SQL for Analytics Professionals/</a:t>
          </a:r>
          <a:r>
            <a:rPr lang="en-AU" sz="1100" kern="1200" dirty="0" err="1">
              <a:solidFill>
                <a:schemeClr val="tx1"/>
              </a:solidFill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Woolworths_Time_Intelligence_Analysis</a:t>
          </a:r>
          <a:r>
            <a:rPr lang="en-AU" sz="1100" kern="1200" dirty="0">
              <a:solidFill>
                <a:schemeClr val="tx1"/>
              </a:solidFill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at main · Mikele02171/Main-Stuff</a:t>
          </a:r>
          <a:endParaRPr lang="en-US" sz="1100" kern="1200" dirty="0">
            <a:solidFill>
              <a:schemeClr val="tx1"/>
            </a:solidFill>
          </a:endParaRPr>
        </a:p>
      </dsp:txBody>
      <dsp:txXfrm>
        <a:off x="1834517" y="1507711"/>
        <a:ext cx="3148942" cy="1335915"/>
      </dsp:txXfrm>
    </dsp:sp>
    <dsp:sp modelId="{51C64B76-4BA3-4053-956C-BD29EF7F3875}">
      <dsp:nvSpPr>
        <dsp:cNvPr id="0" name=""/>
        <dsp:cNvSpPr/>
      </dsp:nvSpPr>
      <dsp:spPr>
        <a:xfrm>
          <a:off x="5532139" y="1507711"/>
          <a:ext cx="1335915" cy="13359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16FAC3-C259-4810-8B69-65FC2C87B344}">
      <dsp:nvSpPr>
        <dsp:cNvPr id="0" name=""/>
        <dsp:cNvSpPr/>
      </dsp:nvSpPr>
      <dsp:spPr>
        <a:xfrm>
          <a:off x="5812681" y="1788253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A12763-B07F-4204-8370-BBB1AF1CCFF3}">
      <dsp:nvSpPr>
        <dsp:cNvPr id="0" name=""/>
        <dsp:cNvSpPr/>
      </dsp:nvSpPr>
      <dsp:spPr>
        <a:xfrm>
          <a:off x="7154322" y="1507711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Microsoft SQL Server Express (2022 or (2025 preferred))</a:t>
          </a:r>
          <a:endParaRPr lang="en-US" sz="1100" kern="1200"/>
        </a:p>
      </dsp:txBody>
      <dsp:txXfrm>
        <a:off x="7154322" y="1507711"/>
        <a:ext cx="3148942" cy="13359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D2872C-D0E4-4411-8DE0-7C1044C4710E}">
      <dsp:nvSpPr>
        <dsp:cNvPr id="0" name=""/>
        <dsp:cNvSpPr/>
      </dsp:nvSpPr>
      <dsp:spPr>
        <a:xfrm>
          <a:off x="1782367" y="658971"/>
          <a:ext cx="3770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020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60686" y="702651"/>
        <a:ext cx="20381" cy="4080"/>
      </dsp:txXfrm>
    </dsp:sp>
    <dsp:sp modelId="{A91E1195-C513-4B13-A466-D3CD45A5AD66}">
      <dsp:nvSpPr>
        <dsp:cNvPr id="0" name=""/>
        <dsp:cNvSpPr/>
      </dsp:nvSpPr>
      <dsp:spPr>
        <a:xfrm>
          <a:off x="11905" y="173013"/>
          <a:ext cx="1772261" cy="106335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42" tIns="91156" rIns="86842" bIns="9115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Create database for Woolworths Sales</a:t>
          </a:r>
          <a:endParaRPr lang="en-US" sz="1200" kern="1200" dirty="0"/>
        </a:p>
      </dsp:txBody>
      <dsp:txXfrm>
        <a:off x="11905" y="173013"/>
        <a:ext cx="1772261" cy="1063356"/>
      </dsp:txXfrm>
    </dsp:sp>
    <dsp:sp modelId="{1B754390-21A5-43BF-BFBA-3BE9E7D503AC}">
      <dsp:nvSpPr>
        <dsp:cNvPr id="0" name=""/>
        <dsp:cNvSpPr/>
      </dsp:nvSpPr>
      <dsp:spPr>
        <a:xfrm>
          <a:off x="3962249" y="658971"/>
          <a:ext cx="3770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020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40568" y="702651"/>
        <a:ext cx="20381" cy="4080"/>
      </dsp:txXfrm>
    </dsp:sp>
    <dsp:sp modelId="{3BF6A515-6330-4099-940E-B8369A78B895}">
      <dsp:nvSpPr>
        <dsp:cNvPr id="0" name=""/>
        <dsp:cNvSpPr/>
      </dsp:nvSpPr>
      <dsp:spPr>
        <a:xfrm>
          <a:off x="2191787" y="173013"/>
          <a:ext cx="1772261" cy="106335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42" tIns="91156" rIns="86842" bIns="9115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DDL: Create table daily sales</a:t>
          </a:r>
          <a:endParaRPr lang="en-US" sz="1200" kern="1200" dirty="0"/>
        </a:p>
      </dsp:txBody>
      <dsp:txXfrm>
        <a:off x="2191787" y="173013"/>
        <a:ext cx="1772261" cy="1063356"/>
      </dsp:txXfrm>
    </dsp:sp>
    <dsp:sp modelId="{0C1AB1BF-E9AC-4372-8FF8-86C930868621}">
      <dsp:nvSpPr>
        <dsp:cNvPr id="0" name=""/>
        <dsp:cNvSpPr/>
      </dsp:nvSpPr>
      <dsp:spPr>
        <a:xfrm>
          <a:off x="6142130" y="658971"/>
          <a:ext cx="3770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020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320450" y="702651"/>
        <a:ext cx="20381" cy="4080"/>
      </dsp:txXfrm>
    </dsp:sp>
    <dsp:sp modelId="{28568B77-33CC-46EF-842F-C030352EBB44}">
      <dsp:nvSpPr>
        <dsp:cNvPr id="0" name=""/>
        <dsp:cNvSpPr/>
      </dsp:nvSpPr>
      <dsp:spPr>
        <a:xfrm>
          <a:off x="4371669" y="173013"/>
          <a:ext cx="1772261" cy="106335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42" tIns="91156" rIns="86842" bIns="9115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DML: Sample Data (2023,2024)</a:t>
          </a:r>
          <a:endParaRPr lang="en-US" sz="1200" kern="1200" dirty="0"/>
        </a:p>
      </dsp:txBody>
      <dsp:txXfrm>
        <a:off x="4371669" y="173013"/>
        <a:ext cx="1772261" cy="1063356"/>
      </dsp:txXfrm>
    </dsp:sp>
    <dsp:sp modelId="{123BBCA0-A41F-4A2F-BDF0-8F73A4C87FC6}">
      <dsp:nvSpPr>
        <dsp:cNvPr id="0" name=""/>
        <dsp:cNvSpPr/>
      </dsp:nvSpPr>
      <dsp:spPr>
        <a:xfrm>
          <a:off x="8322012" y="658971"/>
          <a:ext cx="3770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020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500332" y="702651"/>
        <a:ext cx="20381" cy="4080"/>
      </dsp:txXfrm>
    </dsp:sp>
    <dsp:sp modelId="{FD0DC357-2BC9-4D23-AA16-528CBD6F8385}">
      <dsp:nvSpPr>
        <dsp:cNvPr id="0" name=""/>
        <dsp:cNvSpPr/>
      </dsp:nvSpPr>
      <dsp:spPr>
        <a:xfrm>
          <a:off x="6551550" y="173013"/>
          <a:ext cx="1772261" cy="106335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42" tIns="91156" rIns="86842" bIns="9115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DQL: Validation Check</a:t>
          </a:r>
          <a:endParaRPr lang="en-US" sz="1200" kern="1200" dirty="0"/>
        </a:p>
      </dsp:txBody>
      <dsp:txXfrm>
        <a:off x="6551550" y="173013"/>
        <a:ext cx="1772261" cy="1063356"/>
      </dsp:txXfrm>
    </dsp:sp>
    <dsp:sp modelId="{52C7610A-C169-4CFE-B27A-01F850468133}">
      <dsp:nvSpPr>
        <dsp:cNvPr id="0" name=""/>
        <dsp:cNvSpPr/>
      </dsp:nvSpPr>
      <dsp:spPr>
        <a:xfrm>
          <a:off x="898036" y="1234570"/>
          <a:ext cx="8719527" cy="377020"/>
        </a:xfrm>
        <a:custGeom>
          <a:avLst/>
          <a:gdLst/>
          <a:ahLst/>
          <a:cxnLst/>
          <a:rect l="0" t="0" r="0" b="0"/>
          <a:pathLst>
            <a:path>
              <a:moveTo>
                <a:pt x="8719527" y="0"/>
              </a:moveTo>
              <a:lnTo>
                <a:pt x="8719527" y="205610"/>
              </a:lnTo>
              <a:lnTo>
                <a:pt x="0" y="205610"/>
              </a:lnTo>
              <a:lnTo>
                <a:pt x="0" y="3770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39573" y="1421040"/>
        <a:ext cx="436452" cy="4080"/>
      </dsp:txXfrm>
    </dsp:sp>
    <dsp:sp modelId="{D5D6F256-4F05-441F-889A-063238CE7EA6}">
      <dsp:nvSpPr>
        <dsp:cNvPr id="0" name=""/>
        <dsp:cNvSpPr/>
      </dsp:nvSpPr>
      <dsp:spPr>
        <a:xfrm>
          <a:off x="8731432" y="173013"/>
          <a:ext cx="1772261" cy="106335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42" tIns="91156" rIns="86842" bIns="9115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DQL: Date Parts</a:t>
          </a:r>
          <a:endParaRPr lang="en-US" sz="1200" kern="1200" dirty="0"/>
        </a:p>
      </dsp:txBody>
      <dsp:txXfrm>
        <a:off x="8731432" y="173013"/>
        <a:ext cx="1772261" cy="1063356"/>
      </dsp:txXfrm>
    </dsp:sp>
    <dsp:sp modelId="{AEA09D08-4BC9-4E24-B25C-AC85F0A65877}">
      <dsp:nvSpPr>
        <dsp:cNvPr id="0" name=""/>
        <dsp:cNvSpPr/>
      </dsp:nvSpPr>
      <dsp:spPr>
        <a:xfrm>
          <a:off x="1782367" y="2129949"/>
          <a:ext cx="3770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020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60686" y="2173628"/>
        <a:ext cx="20381" cy="4080"/>
      </dsp:txXfrm>
    </dsp:sp>
    <dsp:sp modelId="{76382354-771B-4DAA-8119-2B7FAAA968D6}">
      <dsp:nvSpPr>
        <dsp:cNvPr id="0" name=""/>
        <dsp:cNvSpPr/>
      </dsp:nvSpPr>
      <dsp:spPr>
        <a:xfrm>
          <a:off x="11905" y="1643990"/>
          <a:ext cx="1772261" cy="106335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42" tIns="91156" rIns="86842" bIns="9115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DQL: Year-over-year growth (with LAG()), Are we going compared to last year?</a:t>
          </a:r>
          <a:endParaRPr lang="en-US" sz="1200" kern="1200" dirty="0"/>
        </a:p>
      </dsp:txBody>
      <dsp:txXfrm>
        <a:off x="11905" y="1643990"/>
        <a:ext cx="1772261" cy="1063356"/>
      </dsp:txXfrm>
    </dsp:sp>
    <dsp:sp modelId="{D86A5B22-D97A-40F9-B4F2-D800CD835370}">
      <dsp:nvSpPr>
        <dsp:cNvPr id="0" name=""/>
        <dsp:cNvSpPr/>
      </dsp:nvSpPr>
      <dsp:spPr>
        <a:xfrm>
          <a:off x="3962249" y="2129949"/>
          <a:ext cx="3770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020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40568" y="2173628"/>
        <a:ext cx="20381" cy="4080"/>
      </dsp:txXfrm>
    </dsp:sp>
    <dsp:sp modelId="{BCE1C7A7-D998-4A70-A1D3-35CCFBE71ABE}">
      <dsp:nvSpPr>
        <dsp:cNvPr id="0" name=""/>
        <dsp:cNvSpPr/>
      </dsp:nvSpPr>
      <dsp:spPr>
        <a:xfrm>
          <a:off x="2191787" y="1643990"/>
          <a:ext cx="1772261" cy="106335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42" tIns="91156" rIns="86842" bIns="9115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DQL: Month-over-Month, Did we grow this month vs last month?</a:t>
          </a:r>
          <a:endParaRPr lang="en-US" sz="1200" kern="1200" dirty="0"/>
        </a:p>
      </dsp:txBody>
      <dsp:txXfrm>
        <a:off x="2191787" y="1643990"/>
        <a:ext cx="1772261" cy="1063356"/>
      </dsp:txXfrm>
    </dsp:sp>
    <dsp:sp modelId="{48C5DEE2-6614-4E02-B9E7-819F4498437A}">
      <dsp:nvSpPr>
        <dsp:cNvPr id="0" name=""/>
        <dsp:cNvSpPr/>
      </dsp:nvSpPr>
      <dsp:spPr>
        <a:xfrm>
          <a:off x="6142130" y="2129949"/>
          <a:ext cx="3770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020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320450" y="2173628"/>
        <a:ext cx="20381" cy="4080"/>
      </dsp:txXfrm>
    </dsp:sp>
    <dsp:sp modelId="{96F22D76-327B-48FB-A12B-CD8E4E263CF2}">
      <dsp:nvSpPr>
        <dsp:cNvPr id="0" name=""/>
        <dsp:cNvSpPr/>
      </dsp:nvSpPr>
      <dsp:spPr>
        <a:xfrm>
          <a:off x="4371669" y="1643990"/>
          <a:ext cx="1772261" cy="106335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42" tIns="91156" rIns="86842" bIns="9115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DQL: Rolling Averages, Daily sales are noisy. Show me a real trend!</a:t>
          </a:r>
          <a:endParaRPr lang="en-US" sz="1200" kern="1200" dirty="0"/>
        </a:p>
      </dsp:txBody>
      <dsp:txXfrm>
        <a:off x="4371669" y="1643990"/>
        <a:ext cx="1772261" cy="1063356"/>
      </dsp:txXfrm>
    </dsp:sp>
    <dsp:sp modelId="{1910BB62-D521-4F0C-BF5C-0E7696550CDD}">
      <dsp:nvSpPr>
        <dsp:cNvPr id="0" name=""/>
        <dsp:cNvSpPr/>
      </dsp:nvSpPr>
      <dsp:spPr>
        <a:xfrm>
          <a:off x="8322012" y="2129949"/>
          <a:ext cx="3770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020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500332" y="2173628"/>
        <a:ext cx="20381" cy="4080"/>
      </dsp:txXfrm>
    </dsp:sp>
    <dsp:sp modelId="{B4163A28-ED8F-44B5-AB44-0B086C794C95}">
      <dsp:nvSpPr>
        <dsp:cNvPr id="0" name=""/>
        <dsp:cNvSpPr/>
      </dsp:nvSpPr>
      <dsp:spPr>
        <a:xfrm>
          <a:off x="6551550" y="1643990"/>
          <a:ext cx="1772261" cy="106335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42" tIns="91156" rIns="86842" bIns="9115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DQL: Quarter-over-Quarter, How does each quarter compare to the previous?</a:t>
          </a:r>
          <a:endParaRPr lang="en-US" sz="1200" kern="1200" dirty="0"/>
        </a:p>
      </dsp:txBody>
      <dsp:txXfrm>
        <a:off x="6551550" y="1643990"/>
        <a:ext cx="1772261" cy="1063356"/>
      </dsp:txXfrm>
    </dsp:sp>
    <dsp:sp modelId="{0C9CB76C-4582-4E7F-8CB3-569094D633D7}">
      <dsp:nvSpPr>
        <dsp:cNvPr id="0" name=""/>
        <dsp:cNvSpPr/>
      </dsp:nvSpPr>
      <dsp:spPr>
        <a:xfrm>
          <a:off x="898036" y="2705547"/>
          <a:ext cx="8719527" cy="377020"/>
        </a:xfrm>
        <a:custGeom>
          <a:avLst/>
          <a:gdLst/>
          <a:ahLst/>
          <a:cxnLst/>
          <a:rect l="0" t="0" r="0" b="0"/>
          <a:pathLst>
            <a:path>
              <a:moveTo>
                <a:pt x="8719527" y="0"/>
              </a:moveTo>
              <a:lnTo>
                <a:pt x="8719527" y="205610"/>
              </a:lnTo>
              <a:lnTo>
                <a:pt x="0" y="205610"/>
              </a:lnTo>
              <a:lnTo>
                <a:pt x="0" y="3770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39573" y="2892017"/>
        <a:ext cx="436452" cy="4080"/>
      </dsp:txXfrm>
    </dsp:sp>
    <dsp:sp modelId="{15188333-5EFE-4814-AB39-D73ED262FBCF}">
      <dsp:nvSpPr>
        <dsp:cNvPr id="0" name=""/>
        <dsp:cNvSpPr/>
      </dsp:nvSpPr>
      <dsp:spPr>
        <a:xfrm>
          <a:off x="8731432" y="1643990"/>
          <a:ext cx="1772261" cy="106335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42" tIns="91156" rIns="86842" bIns="9115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DQL: Weekend vs Weekday Comparison, How much more do we sell on weekends?</a:t>
          </a:r>
          <a:endParaRPr lang="en-US" sz="1200" kern="1200" dirty="0"/>
        </a:p>
      </dsp:txBody>
      <dsp:txXfrm>
        <a:off x="8731432" y="1643990"/>
        <a:ext cx="1772261" cy="1063356"/>
      </dsp:txXfrm>
    </dsp:sp>
    <dsp:sp modelId="{87B2470C-23A0-4C36-A54A-82E0018EDA2F}">
      <dsp:nvSpPr>
        <dsp:cNvPr id="0" name=""/>
        <dsp:cNvSpPr/>
      </dsp:nvSpPr>
      <dsp:spPr>
        <a:xfrm>
          <a:off x="1782367" y="3600926"/>
          <a:ext cx="3770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020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60686" y="3644606"/>
        <a:ext cx="20381" cy="4080"/>
      </dsp:txXfrm>
    </dsp:sp>
    <dsp:sp modelId="{CEB26526-61D8-4056-9EEE-B7616E4E4A6E}">
      <dsp:nvSpPr>
        <dsp:cNvPr id="0" name=""/>
        <dsp:cNvSpPr/>
      </dsp:nvSpPr>
      <dsp:spPr>
        <a:xfrm>
          <a:off x="11905" y="3114967"/>
          <a:ext cx="1772261" cy="106335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42" tIns="91156" rIns="86842" bIns="9115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DQL: Best Performing Day of Week, Which day should we run our biggest promotions?</a:t>
          </a:r>
          <a:endParaRPr lang="en-US" sz="1200" kern="1200" dirty="0"/>
        </a:p>
      </dsp:txBody>
      <dsp:txXfrm>
        <a:off x="11905" y="3114967"/>
        <a:ext cx="1772261" cy="1063356"/>
      </dsp:txXfrm>
    </dsp:sp>
    <dsp:sp modelId="{230F1AB7-6F77-4CA0-9DFE-D811BDD777C9}">
      <dsp:nvSpPr>
        <dsp:cNvPr id="0" name=""/>
        <dsp:cNvSpPr/>
      </dsp:nvSpPr>
      <dsp:spPr>
        <a:xfrm>
          <a:off x="3962249" y="3600926"/>
          <a:ext cx="3770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020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40568" y="3644606"/>
        <a:ext cx="20381" cy="4080"/>
      </dsp:txXfrm>
    </dsp:sp>
    <dsp:sp modelId="{CBCB9AC1-F28B-472F-AEDF-C8522CE86EB8}">
      <dsp:nvSpPr>
        <dsp:cNvPr id="0" name=""/>
        <dsp:cNvSpPr/>
      </dsp:nvSpPr>
      <dsp:spPr>
        <a:xfrm>
          <a:off x="2191787" y="3114967"/>
          <a:ext cx="1772261" cy="106335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42" tIns="91156" rIns="86842" bIns="9115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DQL: Month with Highest YoY Growth %, Which month grew the most year-over-year?</a:t>
          </a:r>
          <a:endParaRPr lang="en-US" sz="1200" kern="1200" dirty="0"/>
        </a:p>
      </dsp:txBody>
      <dsp:txXfrm>
        <a:off x="2191787" y="3114967"/>
        <a:ext cx="1772261" cy="1063356"/>
      </dsp:txXfrm>
    </dsp:sp>
    <dsp:sp modelId="{A5909C8A-A366-420B-81AA-30BE1A42CE08}">
      <dsp:nvSpPr>
        <dsp:cNvPr id="0" name=""/>
        <dsp:cNvSpPr/>
      </dsp:nvSpPr>
      <dsp:spPr>
        <a:xfrm>
          <a:off x="6142130" y="3600926"/>
          <a:ext cx="3770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020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320450" y="3644606"/>
        <a:ext cx="20381" cy="4080"/>
      </dsp:txXfrm>
    </dsp:sp>
    <dsp:sp modelId="{3BFD72F8-F31C-449E-9FE6-2496BD522AA3}">
      <dsp:nvSpPr>
        <dsp:cNvPr id="0" name=""/>
        <dsp:cNvSpPr/>
      </dsp:nvSpPr>
      <dsp:spPr>
        <a:xfrm>
          <a:off x="4371669" y="3114967"/>
          <a:ext cx="1772261" cy="106335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42" tIns="91156" rIns="86842" bIns="9115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DQL: 30-Day Rolling Average for Online Sales, Show me online sales trend over time.</a:t>
          </a:r>
          <a:endParaRPr lang="en-US" sz="1200" kern="1200" dirty="0"/>
        </a:p>
      </dsp:txBody>
      <dsp:txXfrm>
        <a:off x="4371669" y="3114967"/>
        <a:ext cx="1772261" cy="1063356"/>
      </dsp:txXfrm>
    </dsp:sp>
    <dsp:sp modelId="{4E87E8AB-BB42-4CE9-B62F-BFE1C65B2098}">
      <dsp:nvSpPr>
        <dsp:cNvPr id="0" name=""/>
        <dsp:cNvSpPr/>
      </dsp:nvSpPr>
      <dsp:spPr>
        <a:xfrm>
          <a:off x="8322012" y="3600926"/>
          <a:ext cx="3770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020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500332" y="3644606"/>
        <a:ext cx="20381" cy="4080"/>
      </dsp:txXfrm>
    </dsp:sp>
    <dsp:sp modelId="{32366AB2-080F-40F9-A3C4-2D40B020FDA2}">
      <dsp:nvSpPr>
        <dsp:cNvPr id="0" name=""/>
        <dsp:cNvSpPr/>
      </dsp:nvSpPr>
      <dsp:spPr>
        <a:xfrm>
          <a:off x="6551550" y="3114967"/>
          <a:ext cx="1772261" cy="106335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42" tIns="91156" rIns="86842" bIns="9115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DQL: Same Day Last Year Comparison (Apples-to-Apples), How does this Monday compare to same Monday last year?</a:t>
          </a:r>
          <a:endParaRPr lang="en-US" sz="1200" kern="1200" dirty="0"/>
        </a:p>
      </dsp:txBody>
      <dsp:txXfrm>
        <a:off x="6551550" y="3114967"/>
        <a:ext cx="1772261" cy="1063356"/>
      </dsp:txXfrm>
    </dsp:sp>
    <dsp:sp modelId="{581F4DA1-F194-470C-974A-10B1258EED02}">
      <dsp:nvSpPr>
        <dsp:cNvPr id="0" name=""/>
        <dsp:cNvSpPr/>
      </dsp:nvSpPr>
      <dsp:spPr>
        <a:xfrm>
          <a:off x="8731432" y="3114967"/>
          <a:ext cx="1772261" cy="106335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42" tIns="91156" rIns="86842" bIns="9115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DQL: Executive Dashboard – Production Ready!</a:t>
          </a:r>
          <a:endParaRPr lang="en-US" sz="1200" kern="1200" dirty="0"/>
        </a:p>
      </dsp:txBody>
      <dsp:txXfrm>
        <a:off x="8731432" y="3114967"/>
        <a:ext cx="1772261" cy="10633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370FCF-C123-4291-BF1D-17F35C045B1C}">
      <dsp:nvSpPr>
        <dsp:cNvPr id="0" name=""/>
        <dsp:cNvSpPr/>
      </dsp:nvSpPr>
      <dsp:spPr>
        <a:xfrm>
          <a:off x="0" y="440"/>
          <a:ext cx="70485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153B2B-31B0-4987-ACF4-9B1FAD01C1BF}">
      <dsp:nvSpPr>
        <dsp:cNvPr id="0" name=""/>
        <dsp:cNvSpPr/>
      </dsp:nvSpPr>
      <dsp:spPr>
        <a:xfrm>
          <a:off x="0" y="440"/>
          <a:ext cx="7048500" cy="515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/>
            <a:t>SELECT </a:t>
          </a:r>
          <a:endParaRPr lang="en-US" sz="2200" kern="1200"/>
        </a:p>
      </dsp:txBody>
      <dsp:txXfrm>
        <a:off x="0" y="440"/>
        <a:ext cx="7048500" cy="515698"/>
      </dsp:txXfrm>
    </dsp:sp>
    <dsp:sp modelId="{6E13E12B-A6B0-49FD-8463-8491DC6E4C5B}">
      <dsp:nvSpPr>
        <dsp:cNvPr id="0" name=""/>
        <dsp:cNvSpPr/>
      </dsp:nvSpPr>
      <dsp:spPr>
        <a:xfrm>
          <a:off x="0" y="516138"/>
          <a:ext cx="70485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BD8C81-660B-4321-939D-317828A47C0C}">
      <dsp:nvSpPr>
        <dsp:cNvPr id="0" name=""/>
        <dsp:cNvSpPr/>
      </dsp:nvSpPr>
      <dsp:spPr>
        <a:xfrm>
          <a:off x="0" y="516138"/>
          <a:ext cx="7048500" cy="515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/>
            <a:t>COUNT(*) AS total_days,</a:t>
          </a:r>
          <a:endParaRPr lang="en-US" sz="2200" kern="1200"/>
        </a:p>
      </dsp:txBody>
      <dsp:txXfrm>
        <a:off x="0" y="516138"/>
        <a:ext cx="7048500" cy="515698"/>
      </dsp:txXfrm>
    </dsp:sp>
    <dsp:sp modelId="{39FB50A1-2A97-4A91-B575-E1DF693FCC22}">
      <dsp:nvSpPr>
        <dsp:cNvPr id="0" name=""/>
        <dsp:cNvSpPr/>
      </dsp:nvSpPr>
      <dsp:spPr>
        <a:xfrm>
          <a:off x="0" y="1031837"/>
          <a:ext cx="70485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22E343-299B-4B17-A610-6F682C5F02C1}">
      <dsp:nvSpPr>
        <dsp:cNvPr id="0" name=""/>
        <dsp:cNvSpPr/>
      </dsp:nvSpPr>
      <dsp:spPr>
        <a:xfrm>
          <a:off x="0" y="1031837"/>
          <a:ext cx="7048500" cy="515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MIN(sale_date) AS first_date,</a:t>
          </a:r>
        </a:p>
      </dsp:txBody>
      <dsp:txXfrm>
        <a:off x="0" y="1031837"/>
        <a:ext cx="7048500" cy="515698"/>
      </dsp:txXfrm>
    </dsp:sp>
    <dsp:sp modelId="{AA4761B6-0A77-41C0-8E2F-073487879A42}">
      <dsp:nvSpPr>
        <dsp:cNvPr id="0" name=""/>
        <dsp:cNvSpPr/>
      </dsp:nvSpPr>
      <dsp:spPr>
        <a:xfrm>
          <a:off x="0" y="1547535"/>
          <a:ext cx="70485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16179E-FB91-4A13-955D-8049D7607BAE}">
      <dsp:nvSpPr>
        <dsp:cNvPr id="0" name=""/>
        <dsp:cNvSpPr/>
      </dsp:nvSpPr>
      <dsp:spPr>
        <a:xfrm>
          <a:off x="0" y="1547535"/>
          <a:ext cx="7048500" cy="515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MAX(sale_date) AS last_date,</a:t>
          </a:r>
        </a:p>
      </dsp:txBody>
      <dsp:txXfrm>
        <a:off x="0" y="1547535"/>
        <a:ext cx="7048500" cy="515698"/>
      </dsp:txXfrm>
    </dsp:sp>
    <dsp:sp modelId="{0A9D5505-E865-4DA2-B0D7-5647DC7CCB77}">
      <dsp:nvSpPr>
        <dsp:cNvPr id="0" name=""/>
        <dsp:cNvSpPr/>
      </dsp:nvSpPr>
      <dsp:spPr>
        <a:xfrm>
          <a:off x="0" y="2063233"/>
          <a:ext cx="70485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E939C8-4DAB-4BC8-858A-6E82A8DA1054}">
      <dsp:nvSpPr>
        <dsp:cNvPr id="0" name=""/>
        <dsp:cNvSpPr/>
      </dsp:nvSpPr>
      <dsp:spPr>
        <a:xfrm>
          <a:off x="0" y="2063233"/>
          <a:ext cx="7048500" cy="515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/>
            <a:t>SUM(total_revenue) / 1000000 AS total_revenue_millions</a:t>
          </a:r>
          <a:endParaRPr lang="en-US" sz="2200" kern="1200"/>
        </a:p>
      </dsp:txBody>
      <dsp:txXfrm>
        <a:off x="0" y="2063233"/>
        <a:ext cx="7048500" cy="515698"/>
      </dsp:txXfrm>
    </dsp:sp>
    <dsp:sp modelId="{5A64167C-13EB-4289-B233-3423EFDC0D7C}">
      <dsp:nvSpPr>
        <dsp:cNvPr id="0" name=""/>
        <dsp:cNvSpPr/>
      </dsp:nvSpPr>
      <dsp:spPr>
        <a:xfrm>
          <a:off x="0" y="2578931"/>
          <a:ext cx="70485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C50C7F-0D6D-4C72-B0A3-553AB0B21D92}">
      <dsp:nvSpPr>
        <dsp:cNvPr id="0" name=""/>
        <dsp:cNvSpPr/>
      </dsp:nvSpPr>
      <dsp:spPr>
        <a:xfrm>
          <a:off x="0" y="2578931"/>
          <a:ext cx="7048500" cy="515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/>
            <a:t>FROM daily_sales;</a:t>
          </a:r>
          <a:endParaRPr lang="en-US" sz="2200" kern="1200"/>
        </a:p>
      </dsp:txBody>
      <dsp:txXfrm>
        <a:off x="0" y="2578931"/>
        <a:ext cx="7048500" cy="515698"/>
      </dsp:txXfrm>
    </dsp:sp>
    <dsp:sp modelId="{DE67C35B-F9A8-4D09-BFCE-76817D0DB321}">
      <dsp:nvSpPr>
        <dsp:cNvPr id="0" name=""/>
        <dsp:cNvSpPr/>
      </dsp:nvSpPr>
      <dsp:spPr>
        <a:xfrm>
          <a:off x="0" y="3094630"/>
          <a:ext cx="70485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687B4B-473A-4803-A439-DFB2EB388D9F}">
      <dsp:nvSpPr>
        <dsp:cNvPr id="0" name=""/>
        <dsp:cNvSpPr/>
      </dsp:nvSpPr>
      <dsp:spPr>
        <a:xfrm>
          <a:off x="0" y="3094630"/>
          <a:ext cx="7048500" cy="515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/>
            <a:t>GO</a:t>
          </a:r>
          <a:endParaRPr lang="en-US" sz="2200" kern="1200"/>
        </a:p>
      </dsp:txBody>
      <dsp:txXfrm>
        <a:off x="0" y="3094630"/>
        <a:ext cx="7048500" cy="5156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400A1-3A15-6CF9-591A-9D3FD0C531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7C352D-C6CC-29B5-ACB4-5740FF6825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B6F2D-9497-8418-04A1-AFC9BE394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52950-80F0-4D38-95D3-012CA0E493F9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DFFC8-4883-C1D1-0727-6FF241D01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D36C3-FE59-401A-9445-25E1A337D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6965-DE31-410A-A2F4-A61778DD04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8064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64A1F-0E05-EBA4-EAEC-D1C6386E6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47A12-A9B5-66B4-AA91-B77376343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4FEA1-8655-D755-88FC-093C4FD46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52950-80F0-4D38-95D3-012CA0E493F9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C2F32-B0D6-4BE7-7132-65B2BBD92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207D3-F195-B2D1-100C-12A94D08E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6965-DE31-410A-A2F4-A61778DD04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2991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5F31E-8CA7-90A1-E63B-ACB1C5872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C1846-B070-6FB8-704D-F1A356D62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55ABC-72CF-48CA-8214-CEC73988F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52950-80F0-4D38-95D3-012CA0E493F9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0D3AB-0AC5-7614-B7AA-E005A5D9F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CE390-61F5-7A9C-ED71-4B2A69F12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6965-DE31-410A-A2F4-A61778DD04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5485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A4AFF-F97D-DCCB-3712-8125D3100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CA017-50F0-7D49-3C7B-9A8D435F0A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9670F7-8981-187A-F9AA-44A517C12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83826C-4043-D43F-DB46-6EF34C52C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52950-80F0-4D38-95D3-012CA0E493F9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9C40F-5834-99A7-4737-79BBF97F9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F59143-9E4D-F5B8-0865-F62F04902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6965-DE31-410A-A2F4-A61778DD04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8910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54FA7-5F8F-B0CB-76CA-B53967DFC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EB334-FFC6-5381-F522-BE2E5E39B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BB3645-0C19-0280-B3A5-577848444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7BFCA3-F3BE-6837-F6C9-7C3B9EE8A9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8B57C0-FD4C-E5E9-B1A7-C834E5C3E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6F9050-207E-0011-9750-A839E0009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52950-80F0-4D38-95D3-012CA0E493F9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9E5017-54FD-1AD4-4E73-9CD6C4DC9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C3E180-0BF8-9E1A-CE31-C28643C96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6965-DE31-410A-A2F4-A61778DD04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78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21DDA-7B90-92E3-B0E7-661C92C47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CA7586-5C3A-64C9-65A3-FC00192E1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52950-80F0-4D38-95D3-012CA0E493F9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097C3B-5F92-85AC-A5C1-A0394C8BF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B482C3-AE5A-BB4A-4FDC-6891C9A51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6965-DE31-410A-A2F4-A61778DD04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3887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E3B903-C48F-A85F-A415-6B1676B6E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52950-80F0-4D38-95D3-012CA0E493F9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8386DB-A29F-B1DD-97AF-19B5B9246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4A3B2-F802-B697-2100-3B9B3F430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6965-DE31-410A-A2F4-A61778DD04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4246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EACFA-1924-B8A7-0E57-E48A438A0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81B2B-B3D5-E0E2-9A90-DF78A1846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DE0DA6-F9D7-8A87-2127-80C74EBEB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E6BD9-E4F4-DA40-0D49-516F64F5D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52950-80F0-4D38-95D3-012CA0E493F9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EC19D-3D68-056C-4987-8612686C5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383CDF-D6B9-1C75-1273-A58374699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6965-DE31-410A-A2F4-A61778DD04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906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B52C8-5172-5D01-323B-483A5BD8A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FB1E4F-7045-1DC4-2A08-EC48B00162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1C79B-0EA9-C68D-5977-3F42A92E3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1B19B7-79C0-F2B6-D3BD-5D749F4AE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52950-80F0-4D38-95D3-012CA0E493F9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EDFF82-4361-01AE-50DB-E1B58BA2D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D8DA2E-9CC5-B301-B245-CD29809B2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6965-DE31-410A-A2F4-A61778DD04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407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A8325-DB4C-21AE-489E-AD794ADBC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C03F5-2FF4-458B-6135-65D54439B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32680-F002-CDB3-1DDA-C2EFC7839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52950-80F0-4D38-95D3-012CA0E493F9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1E5FF-5605-95FE-6959-FA255205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B4A42-4269-6368-0436-AEF90055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6965-DE31-410A-A2F4-A61778DD04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1387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88095B-EEA7-F089-E401-C3B859EB23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745592-CC58-51AA-6B96-A4D3242B6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90BE2-0C90-B173-4D5E-58A440B92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52950-80F0-4D38-95D3-012CA0E493F9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275CC-E925-6E5F-8060-8312B28AD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AEC65-2C25-450B-A915-CF4DB1BEE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6965-DE31-410A-A2F4-A61778DD04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5167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2EEA5E-2CB6-3121-0B3B-604547946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128D3-0EBE-3F3D-671E-11762822A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DA408-A847-DCD8-30A2-75C62AF53B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352950-80F0-4D38-95D3-012CA0E493F9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2B1F6-4A2B-D0A7-EB10-1DEFF2C43D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82649-1443-685C-F7D3-4760D71C71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4B6965-DE31-410A-A2F4-A61778DD04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4389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7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80971E-8A46-2178-8169-7343FE0C64B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39" b="22436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1811A8-E979-FA3B-4605-426DE267B8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Woolworths Time Intelligence SQL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AA64C5-254B-7ECD-30DB-59D047902E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Michael Le</a:t>
            </a:r>
          </a:p>
        </p:txBody>
      </p:sp>
    </p:spTree>
    <p:extLst>
      <p:ext uri="{BB962C8B-B14F-4D97-AF65-F5344CB8AC3E}">
        <p14:creationId xmlns:p14="http://schemas.microsoft.com/office/powerpoint/2010/main" val="32635830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7AFCAD-C6B7-FE6C-2FF2-AB6D427FCEA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82" r="3241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BE1625-74EB-5128-D107-9DAAD583A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AU" dirty="0"/>
              <a:t>Requirements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3C71BF-FA67-23CE-951A-C7F00B8292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0287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408736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67EF45-7BCB-AE52-8474-9D7017D9D43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82" r="3241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299909-8A38-5B0D-77B9-14E61A2BA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AU" dirty="0"/>
              <a:t>Content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634275-9F71-3771-DA3B-B089817D83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312389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74396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06FDA-6A1E-B84F-06F5-82AB7CF19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5278" y="0"/>
            <a:ext cx="4491821" cy="1616203"/>
          </a:xfrm>
        </p:spPr>
        <p:txBody>
          <a:bodyPr anchor="b">
            <a:normAutofit/>
          </a:bodyPr>
          <a:lstStyle/>
          <a:p>
            <a:r>
              <a:rPr lang="en-AU" sz="3200" dirty="0"/>
              <a:t>Create database for Woolworths Sales</a:t>
            </a:r>
            <a:br>
              <a:rPr lang="en-US" sz="3200" dirty="0"/>
            </a:br>
            <a:endParaRPr lang="en-AU" sz="3200" dirty="0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D5060E78-BB87-8903-3CC3-C0A6795408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51" r="35615" b="-1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16E39-16BC-1152-2292-CC02D742D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5278" y="1323975"/>
            <a:ext cx="4491820" cy="3714358"/>
          </a:xfrm>
        </p:spPr>
        <p:txBody>
          <a:bodyPr anchor="t">
            <a:noAutofit/>
          </a:bodyPr>
          <a:lstStyle/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-- First, switch to master to avoid "currently in use" errors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USE master;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9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-- Drop database if exists (fresh start)</a:t>
            </a: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IF EXISTS (SELECT name FROM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sys.databases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WHERE name = '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Woolworths_Sales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')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PRINT 'Dropping existing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Woolworths_Sales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database...';</a:t>
            </a: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ALTER DATABASE 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Woolworths_Sales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SET SINGLE_USER WITH ROLLBACK IMMEDIATE;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DROP DATABASE </a:t>
            </a:r>
            <a:r>
              <a:rPr lang="en-AU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Woolworths_Sales</a:t>
            </a:r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PRINT '✅ Existing database dropped successfully';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9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-- Create fresh database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DATABASE </a:t>
            </a:r>
            <a:r>
              <a:rPr lang="en-AU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Woolworths_Sales</a:t>
            </a:r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9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USE </a:t>
            </a:r>
            <a:r>
              <a:rPr lang="en-AU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Woolworths_Sales</a:t>
            </a:r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900" dirty="0"/>
          </a:p>
        </p:txBody>
      </p:sp>
    </p:spTree>
    <p:extLst>
      <p:ext uri="{BB962C8B-B14F-4D97-AF65-F5344CB8AC3E}">
        <p14:creationId xmlns:p14="http://schemas.microsoft.com/office/powerpoint/2010/main" val="1138134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DD35F0-24E6-1CE8-21E6-66D4177C1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AU" sz="2600"/>
              <a:t>DDL: Create table daily sales</a:t>
            </a:r>
            <a:br>
              <a:rPr lang="en-US" sz="2600"/>
            </a:br>
            <a:endParaRPr lang="en-AU" sz="26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54DF0-D30D-E3CB-3AAD-0E6F78BD0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 fontScale="92500" lnSpcReduction="10000"/>
          </a:bodyPr>
          <a:lstStyle/>
          <a:p>
            <a:r>
              <a:rPr lang="en-AU" sz="1400">
                <a:highlight>
                  <a:srgbClr val="FFFFFF"/>
                </a:highlight>
                <a:latin typeface="Cascadia Mono" panose="020B0609020000020004" pitchFamily="49" charset="0"/>
              </a:rPr>
              <a:t>CREATE TABLE daily_sales (</a:t>
            </a:r>
          </a:p>
          <a:p>
            <a:r>
              <a:rPr lang="en-US" sz="1400">
                <a:highlight>
                  <a:srgbClr val="FFFFFF"/>
                </a:highlight>
                <a:latin typeface="Cascadia Mono" panose="020B0609020000020004" pitchFamily="49" charset="0"/>
              </a:rPr>
              <a:t>    sale_date DATE PRIMARY KEY,</a:t>
            </a:r>
          </a:p>
          <a:p>
            <a:r>
              <a:rPr lang="en-AU" sz="1400">
                <a:highlight>
                  <a:srgbClr val="FFFFFF"/>
                </a:highlight>
                <a:latin typeface="Cascadia Mono" panose="020B0609020000020004" pitchFamily="49" charset="0"/>
              </a:rPr>
              <a:t>    store_count INT,</a:t>
            </a:r>
          </a:p>
          <a:p>
            <a:r>
              <a:rPr lang="en-AU" sz="1400">
                <a:highlight>
                  <a:srgbClr val="FFFFFF"/>
                </a:highlight>
                <a:latin typeface="Cascadia Mono" panose="020B0609020000020004" pitchFamily="49" charset="0"/>
              </a:rPr>
              <a:t>    total_revenue DECIMAL(12,2),</a:t>
            </a:r>
          </a:p>
          <a:p>
            <a:r>
              <a:rPr lang="en-AU" sz="1400">
                <a:highlight>
                  <a:srgbClr val="FFFFFF"/>
                </a:highlight>
                <a:latin typeface="Cascadia Mono" panose="020B0609020000020004" pitchFamily="49" charset="0"/>
              </a:rPr>
              <a:t>    total_transactions INT,</a:t>
            </a:r>
          </a:p>
          <a:p>
            <a:r>
              <a:rPr lang="en-US" sz="1400">
                <a:highlight>
                  <a:srgbClr val="FFFFFF"/>
                </a:highlight>
                <a:latin typeface="Cascadia Mono" panose="020B0609020000020004" pitchFamily="49" charset="0"/>
              </a:rPr>
              <a:t>    average_basket_size DECIMAL(10,2),</a:t>
            </a:r>
          </a:p>
          <a:p>
            <a:r>
              <a:rPr lang="en-AU" sz="1400">
                <a:highlight>
                  <a:srgbClr val="FFFFFF"/>
                </a:highlight>
                <a:latin typeface="Cascadia Mono" panose="020B0609020000020004" pitchFamily="49" charset="0"/>
              </a:rPr>
              <a:t>    online_revenue DECIMAL(12,2),</a:t>
            </a:r>
          </a:p>
          <a:p>
            <a:r>
              <a:rPr lang="en-AU" sz="1400">
                <a:highlight>
                  <a:srgbClr val="FFFFFF"/>
                </a:highlight>
                <a:latin typeface="Cascadia Mono" panose="020B0609020000020004" pitchFamily="49" charset="0"/>
              </a:rPr>
              <a:t>    instore_revenue DECIMAL(12,2)</a:t>
            </a:r>
          </a:p>
          <a:p>
            <a:r>
              <a:rPr lang="en-AU" sz="140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F34D34-0006-74DD-8CB5-85BD3EDC5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184" y="1567087"/>
            <a:ext cx="6922008" cy="382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876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918E08-593A-A82C-77DE-ADFFDB7F1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AU" sz="6800">
                <a:solidFill>
                  <a:srgbClr val="FFFFFF"/>
                </a:solidFill>
              </a:rPr>
              <a:t>DML: Sample Data (2023) Part 1</a:t>
            </a:r>
            <a:br>
              <a:rPr lang="en-US" sz="6800">
                <a:solidFill>
                  <a:srgbClr val="FFFFFF"/>
                </a:solidFill>
              </a:rPr>
            </a:br>
            <a:endParaRPr lang="en-AU" sz="680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89FAD-4274-F1DA-722F-D6C331757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it-IT" sz="1100">
                <a:solidFill>
                  <a:schemeClr val="tx1">
                    <a:alpha val="80000"/>
                  </a:schemeClr>
                </a:solidFill>
              </a:rPr>
              <a:t>-- Generate 2023 data (365 days)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</a:rPr>
              <a:t>DECLARE @date DATE = '2023-01-01';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</a:rPr>
              <a:t>DECLARE @counter INT = 1;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</a:rPr>
              <a:t>WHILE @date &lt;= '2023-12-31'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</a:rPr>
              <a:t>BEGIN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</a:rPr>
              <a:t>    INSERT INTO daily_sales VALUES (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</a:rPr>
              <a:t>        @date,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</a:rPr>
              <a:t>        1050, -- Woolworths has ~1050 stores in Australia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</a:rPr>
              <a:t>        CASE 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</a:rPr>
              <a:t>            WHEN DATEPART(WEEKDAY, @date) IN (1,7) THEN 28000000 + (RAND(CHECKSUM(NEWID())) * 4000000) -- Weekend boost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</a:rPr>
              <a:t>            WHEN MONTH(@date) = 12 THEN 32000000 + (RAND(CHECKSUM(NEWID())) * 5000000) -- December Christmas peak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</a:rPr>
              <a:t>            ELSE 22000000 + (RAND(CHECKSUM(NEWID())) * 3000000) -- Regular weekday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</a:rPr>
              <a:t>        END,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</a:rPr>
              <a:t>        CASE 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</a:rPr>
              <a:t>            WHEN DATEPART(WEEKDAY, @date) IN (1,7) THEN 850000 + (RAND(CHECKSUM(NEWID())) * 100000)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</a:rPr>
              <a:t>            WHEN MONTH(@date) = 12 THEN 950000 + (RAND(CHECKSUM(NEWID())) * 150000)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</a:rPr>
              <a:t>            ELSE 720000 + (RAND(CHECKSUM(NEWID())) * 80000)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</a:rPr>
              <a:t>        END,</a:t>
            </a:r>
          </a:p>
          <a:p>
            <a:endParaRPr lang="en-AU" sz="11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9754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C14C38-4229-C70C-5B94-8361EB182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AU" sz="8000">
                <a:solidFill>
                  <a:srgbClr val="FFFFFF"/>
                </a:solidFill>
              </a:rPr>
              <a:t>DML: Sample Data (2023) Part 2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875A3-01EE-F1EA-9277-BBDE81FBB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AU" sz="1000">
                <a:solidFill>
                  <a:schemeClr val="tx1">
                    <a:alpha val="80000"/>
                  </a:schemeClr>
                </a:solidFill>
              </a:rPr>
              <a:t>       CASE </a:t>
            </a:r>
          </a:p>
          <a:p>
            <a:r>
              <a:rPr lang="en-US" sz="1000">
                <a:solidFill>
                  <a:schemeClr val="tx1">
                    <a:alpha val="80000"/>
                  </a:schemeClr>
                </a:solidFill>
              </a:rPr>
              <a:t>            WHEN MONTH(@date) = 12 THEN 38.50 + (RAND(CHECKSUM(NEWID())) * 5)</a:t>
            </a:r>
          </a:p>
          <a:p>
            <a:r>
              <a:rPr lang="en-US" sz="1000">
                <a:solidFill>
                  <a:schemeClr val="tx1">
                    <a:alpha val="80000"/>
                  </a:schemeClr>
                </a:solidFill>
              </a:rPr>
              <a:t>            ELSE 32.00 + (RAND(CHECKSUM(NEWID())) * 4)</a:t>
            </a:r>
          </a:p>
          <a:p>
            <a:r>
              <a:rPr lang="en-AU" sz="1000">
                <a:solidFill>
                  <a:schemeClr val="tx1">
                    <a:alpha val="80000"/>
                  </a:schemeClr>
                </a:solidFill>
              </a:rPr>
              <a:t>        END,</a:t>
            </a:r>
          </a:p>
          <a:p>
            <a:r>
              <a:rPr lang="en-AU" sz="1000">
                <a:solidFill>
                  <a:schemeClr val="tx1">
                    <a:alpha val="80000"/>
                  </a:schemeClr>
                </a:solidFill>
              </a:rPr>
              <a:t>        CASE </a:t>
            </a:r>
          </a:p>
          <a:p>
            <a:r>
              <a:rPr lang="en-US" sz="1000">
                <a:solidFill>
                  <a:schemeClr val="tx1">
                    <a:alpha val="80000"/>
                  </a:schemeClr>
                </a:solidFill>
              </a:rPr>
              <a:t>            WHEN MONTH(@date) = 12 THEN 4500000 + (RAND(CHECKSUM(NEWID())) * 800000)</a:t>
            </a:r>
          </a:p>
          <a:p>
            <a:r>
              <a:rPr lang="en-US" sz="1000">
                <a:solidFill>
                  <a:schemeClr val="tx1">
                    <a:alpha val="80000"/>
                  </a:schemeClr>
                </a:solidFill>
              </a:rPr>
              <a:t>            ELSE 3200000 + (RAND(CHECKSUM(NEWID())) * 500000)</a:t>
            </a:r>
          </a:p>
          <a:p>
            <a:r>
              <a:rPr lang="en-AU" sz="1000">
                <a:solidFill>
                  <a:schemeClr val="tx1">
                    <a:alpha val="80000"/>
                  </a:schemeClr>
                </a:solidFill>
              </a:rPr>
              <a:t>        END,</a:t>
            </a:r>
          </a:p>
          <a:p>
            <a:r>
              <a:rPr lang="en-AU" sz="1000">
                <a:solidFill>
                  <a:schemeClr val="tx1">
                    <a:alpha val="80000"/>
                  </a:schemeClr>
                </a:solidFill>
              </a:rPr>
              <a:t>        CASE </a:t>
            </a:r>
          </a:p>
          <a:p>
            <a:r>
              <a:rPr lang="en-US" sz="1000">
                <a:solidFill>
                  <a:schemeClr val="tx1">
                    <a:alpha val="80000"/>
                  </a:schemeClr>
                </a:solidFill>
              </a:rPr>
              <a:t>            WHEN DATEPART(WEEKDAY, @date) IN (1,7) THEN 24000000 + (RAND(CHECKSUM(NEWID())) * 3000000)</a:t>
            </a:r>
          </a:p>
          <a:p>
            <a:r>
              <a:rPr lang="en-US" sz="1000">
                <a:solidFill>
                  <a:schemeClr val="tx1">
                    <a:alpha val="80000"/>
                  </a:schemeClr>
                </a:solidFill>
              </a:rPr>
              <a:t>            WHEN MONTH(@date) = 12 THEN 28000000 + (RAND(CHECKSUM(NEWID())) * 4000000)</a:t>
            </a:r>
          </a:p>
          <a:p>
            <a:r>
              <a:rPr lang="en-US" sz="1000">
                <a:solidFill>
                  <a:schemeClr val="tx1">
                    <a:alpha val="80000"/>
                  </a:schemeClr>
                </a:solidFill>
              </a:rPr>
              <a:t>            ELSE 19000000 + (RAND(CHECKSUM(NEWID())) * 2500000)</a:t>
            </a:r>
          </a:p>
          <a:p>
            <a:r>
              <a:rPr lang="en-AU" sz="1000">
                <a:solidFill>
                  <a:schemeClr val="tx1">
                    <a:alpha val="80000"/>
                  </a:schemeClr>
                </a:solidFill>
              </a:rPr>
              <a:t>        END</a:t>
            </a:r>
          </a:p>
          <a:p>
            <a:r>
              <a:rPr lang="en-AU" sz="1000">
                <a:solidFill>
                  <a:schemeClr val="tx1">
                    <a:alpha val="80000"/>
                  </a:schemeClr>
                </a:solidFill>
              </a:rPr>
              <a:t>    );</a:t>
            </a:r>
          </a:p>
          <a:p>
            <a:r>
              <a:rPr lang="en-AU" sz="1000">
                <a:solidFill>
                  <a:schemeClr val="tx1">
                    <a:alpha val="80000"/>
                  </a:schemeClr>
                </a:solidFill>
              </a:rPr>
              <a:t>    </a:t>
            </a:r>
          </a:p>
          <a:p>
            <a:r>
              <a:rPr lang="en-US" sz="1000">
                <a:solidFill>
                  <a:schemeClr val="tx1">
                    <a:alpha val="80000"/>
                  </a:schemeClr>
                </a:solidFill>
              </a:rPr>
              <a:t>    SET @date = DATEADD(DAY, 1, @date);</a:t>
            </a:r>
          </a:p>
          <a:p>
            <a:r>
              <a:rPr lang="en-AU" sz="1000">
                <a:solidFill>
                  <a:schemeClr val="tx1">
                    <a:alpha val="80000"/>
                  </a:schemeClr>
                </a:solidFill>
              </a:rPr>
              <a:t>    SET @counter = @counter + 1;</a:t>
            </a:r>
          </a:p>
          <a:p>
            <a:r>
              <a:rPr lang="en-AU" sz="1000">
                <a:solidFill>
                  <a:schemeClr val="tx1">
                    <a:alpha val="80000"/>
                  </a:schemeClr>
                </a:solidFill>
              </a:rPr>
              <a:t>END</a:t>
            </a:r>
          </a:p>
          <a:p>
            <a:endParaRPr lang="en-AU" sz="1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000">
                <a:solidFill>
                  <a:schemeClr val="tx1">
                    <a:alpha val="80000"/>
                  </a:schemeClr>
                </a:solidFill>
              </a:rPr>
              <a:t>PRINT '✅ 2023 data inserted (365 days)';</a:t>
            </a:r>
            <a:endParaRPr lang="en-AU" sz="1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5285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AC0242-4E10-0E34-99C6-0AE1D96B3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AU" sz="8000">
                <a:solidFill>
                  <a:srgbClr val="FFFFFF"/>
                </a:solidFill>
              </a:rPr>
              <a:t>DML Sample Data (2024) Part 1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DFD54-BE99-8683-9722-2A532EF24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AU" sz="1100">
                <a:solidFill>
                  <a:schemeClr val="tx1">
                    <a:alpha val="80000"/>
                  </a:schemeClr>
                </a:solidFill>
              </a:rPr>
              <a:t>SET @date = '2024-01-01';</a:t>
            </a:r>
          </a:p>
          <a:p>
            <a:endParaRPr lang="en-AU" sz="11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</a:rPr>
              <a:t>WHILE @date &lt;= '2024-12-31'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</a:rPr>
              <a:t>BEGIN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</a:rPr>
              <a:t>    INSERT INTO daily_sales VALUES (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</a:rPr>
              <a:t>        @date,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</a:rPr>
              <a:t>        1050,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</a:rPr>
              <a:t>        CASE 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</a:rPr>
              <a:t>            WHEN DATEPART(WEEKDAY, @date) IN (1,7) THEN (28000000 + (RAND(CHECKSUM(NEWID())) * 4000000)) * 1.08 -- 8% YoY growth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</a:rPr>
              <a:t>            WHEN MONTH(@date) = 12 THEN (32000000 + (RAND(CHECKSUM(NEWID())) * 5000000)) * 1.08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</a:rPr>
              <a:t>            ELSE (22000000 + (RAND(CHECKSUM(NEWID())) * 3000000)) * 1.08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</a:rPr>
              <a:t>        END,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</a:rPr>
              <a:t>        CASE 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</a:rPr>
              <a:t>            WHEN DATEPART(WEEKDAY, @date) IN (1,7) THEN (850000 + (RAND(CHECKSUM(NEWID())) * 100000)) * 1.05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</a:rPr>
              <a:t>            WHEN MONTH(@date) = 12 THEN (950000 + (RAND(CHECKSUM(NEWID())) * 150000)) * 1.05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</a:rPr>
              <a:t>            ELSE (720000 + (RAND(CHECKSUM(NEWID())) * 80000)) * 1.05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</a:rPr>
              <a:t>        END,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6462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338FC-F63C-07C8-C01D-37B41BB85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AU" sz="8000">
                <a:solidFill>
                  <a:srgbClr val="FFFFFF"/>
                </a:solidFill>
              </a:rPr>
              <a:t>DML Sample Data (2024) Part 2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4903A-B860-B4C3-CD3E-4A2E74CD2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AU" sz="800">
                <a:solidFill>
                  <a:schemeClr val="tx1">
                    <a:alpha val="80000"/>
                  </a:schemeClr>
                </a:solidFill>
              </a:rPr>
              <a:t> CASE </a:t>
            </a:r>
          </a:p>
          <a:p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            WHEN MONTH(@date) = 12 THEN (38.50 + (RAND(CHECKSUM(NEWID())) * 5)) * 1.03</a:t>
            </a:r>
          </a:p>
          <a:p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            ELSE (32.00 + (RAND(CHECKSUM(NEWID())) * 4)) * 1.03</a:t>
            </a:r>
          </a:p>
          <a:p>
            <a:r>
              <a:rPr lang="en-AU" sz="800">
                <a:solidFill>
                  <a:schemeClr val="tx1">
                    <a:alpha val="80000"/>
                  </a:schemeClr>
                </a:solidFill>
              </a:rPr>
              <a:t>        END,</a:t>
            </a:r>
          </a:p>
          <a:p>
            <a:r>
              <a:rPr lang="en-AU" sz="800">
                <a:solidFill>
                  <a:schemeClr val="tx1">
                    <a:alpha val="80000"/>
                  </a:schemeClr>
                </a:solidFill>
              </a:rPr>
              <a:t>        CASE </a:t>
            </a:r>
          </a:p>
          <a:p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            WHEN MONTH(@date) = 12 THEN (4500000 + (RAND(CHECKSUM(NEWID())) * 800000)) * 1.15 -- Online growing faster</a:t>
            </a:r>
          </a:p>
          <a:p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            ELSE (3200000 + (RAND(CHECKSUM(NEWID())) * 500000)) * 1.15</a:t>
            </a:r>
          </a:p>
          <a:p>
            <a:r>
              <a:rPr lang="en-AU" sz="800">
                <a:solidFill>
                  <a:schemeClr val="tx1">
                    <a:alpha val="80000"/>
                  </a:schemeClr>
                </a:solidFill>
              </a:rPr>
              <a:t>        END,</a:t>
            </a:r>
          </a:p>
          <a:p>
            <a:r>
              <a:rPr lang="en-AU" sz="800">
                <a:solidFill>
                  <a:schemeClr val="tx1">
                    <a:alpha val="80000"/>
                  </a:schemeClr>
                </a:solidFill>
              </a:rPr>
              <a:t>        CASE </a:t>
            </a:r>
          </a:p>
          <a:p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            WHEN DATEPART(WEEKDAY, @date) IN (1,7) THEN (24000000 + (RAND(CHECKSUM(NEWID())) * 3000000)) * 1.06</a:t>
            </a:r>
          </a:p>
          <a:p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            WHEN MONTH(@date) = 12 THEN (28000000 + (RAND(CHECKSUM(NEWID())) * 4000000)) * 1.06</a:t>
            </a:r>
          </a:p>
          <a:p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            ELSE (19000000 + (RAND(CHECKSUM(NEWID())) * 2500000)) * 1.06</a:t>
            </a:r>
          </a:p>
          <a:p>
            <a:r>
              <a:rPr lang="en-AU" sz="800">
                <a:solidFill>
                  <a:schemeClr val="tx1">
                    <a:alpha val="80000"/>
                  </a:schemeClr>
                </a:solidFill>
              </a:rPr>
              <a:t>        END</a:t>
            </a:r>
          </a:p>
          <a:p>
            <a:r>
              <a:rPr lang="en-AU" sz="800">
                <a:solidFill>
                  <a:schemeClr val="tx1">
                    <a:alpha val="80000"/>
                  </a:schemeClr>
                </a:solidFill>
              </a:rPr>
              <a:t>    );</a:t>
            </a:r>
          </a:p>
          <a:p>
            <a:r>
              <a:rPr lang="en-AU" sz="800">
                <a:solidFill>
                  <a:schemeClr val="tx1">
                    <a:alpha val="80000"/>
                  </a:schemeClr>
                </a:solidFill>
              </a:rPr>
              <a:t>    </a:t>
            </a:r>
          </a:p>
          <a:p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    SET @date = DATEADD(DAY, 1, @date);</a:t>
            </a:r>
          </a:p>
          <a:p>
            <a:r>
              <a:rPr lang="en-AU" sz="800">
                <a:solidFill>
                  <a:schemeClr val="tx1">
                    <a:alpha val="80000"/>
                  </a:schemeClr>
                </a:solidFill>
              </a:rPr>
              <a:t>END</a:t>
            </a:r>
          </a:p>
          <a:p>
            <a:endParaRPr lang="en-AU" sz="8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800">
                <a:solidFill>
                  <a:schemeClr val="tx1">
                    <a:alpha val="80000"/>
                  </a:schemeClr>
                </a:solidFill>
              </a:rPr>
              <a:t>PRINT '✅ 2024 data inserted (366 days - leap year, 8% YoY growth built in)';</a:t>
            </a:r>
          </a:p>
          <a:p>
            <a:r>
              <a:rPr lang="en-AU" sz="800">
                <a:solidFill>
                  <a:schemeClr val="tx1">
                    <a:alpha val="80000"/>
                  </a:schemeClr>
                </a:solidFill>
              </a:rPr>
              <a:t>PRINT '';</a:t>
            </a:r>
          </a:p>
          <a:p>
            <a:r>
              <a:rPr lang="en-AU" sz="800">
                <a:solidFill>
                  <a:schemeClr val="tx1">
                    <a:alpha val="80000"/>
                  </a:schemeClr>
                </a:solidFill>
              </a:rPr>
              <a:t>GO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3180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BB3E-3F23-C80B-ECBB-F9202C675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DQL: Validation Check</a:t>
            </a:r>
            <a:br>
              <a:rPr lang="en-US" dirty="0"/>
            </a:br>
            <a:endParaRPr lang="en-AU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5EB5AC5-5379-F174-A941-D1A6053BB3B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253331"/>
          <a:ext cx="7048500" cy="36107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D547060-7641-68BB-71F7-63C32D779E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934" y="5081557"/>
            <a:ext cx="6934654" cy="862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548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1ECCFF-3801-AEC6-9BDA-07BA85E17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n-AU" sz="4100"/>
              <a:t>DQL: Date Parts</a:t>
            </a:r>
            <a:br>
              <a:rPr lang="en-US" sz="4100"/>
            </a:br>
            <a:endParaRPr lang="en-AU" sz="41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E5A0EC-1474-B174-EF50-0C6F93BDE1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95" y="3678320"/>
            <a:ext cx="5150277" cy="140703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4A780-F07B-C0AA-9746-A8FB87E92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203079"/>
            <a:ext cx="4530898" cy="4035880"/>
          </a:xfrm>
        </p:spPr>
        <p:txBody>
          <a:bodyPr anchor="ctr">
            <a:normAutofit/>
          </a:bodyPr>
          <a:lstStyle/>
          <a:p>
            <a:r>
              <a:rPr lang="en-AU" sz="1000" dirty="0"/>
              <a:t>SELECT TOP 10</a:t>
            </a:r>
          </a:p>
          <a:p>
            <a:r>
              <a:rPr lang="en-AU" sz="1000" dirty="0"/>
              <a:t>    </a:t>
            </a:r>
            <a:r>
              <a:rPr lang="en-AU" sz="1000" dirty="0" err="1"/>
              <a:t>sale_date</a:t>
            </a:r>
            <a:r>
              <a:rPr lang="en-AU" sz="1000" dirty="0"/>
              <a:t>,</a:t>
            </a:r>
          </a:p>
          <a:p>
            <a:r>
              <a:rPr lang="en-AU" sz="1000" dirty="0">
                <a:solidFill>
                  <a:schemeClr val="accent6"/>
                </a:solidFill>
              </a:rPr>
              <a:t>    -- Extract time components</a:t>
            </a:r>
          </a:p>
          <a:p>
            <a:r>
              <a:rPr lang="en-US" sz="1000" dirty="0"/>
              <a:t>    YEAR(</a:t>
            </a:r>
            <a:r>
              <a:rPr lang="en-US" sz="1000" dirty="0" err="1"/>
              <a:t>sale_date</a:t>
            </a:r>
            <a:r>
              <a:rPr lang="en-US" sz="1000" dirty="0"/>
              <a:t>) AS </a:t>
            </a:r>
            <a:r>
              <a:rPr lang="en-US" sz="1000" dirty="0" err="1"/>
              <a:t>sale_year</a:t>
            </a:r>
            <a:r>
              <a:rPr lang="en-US" sz="1000" dirty="0"/>
              <a:t>,</a:t>
            </a:r>
          </a:p>
          <a:p>
            <a:r>
              <a:rPr lang="en-US" sz="1000" dirty="0"/>
              <a:t>    MONTH(</a:t>
            </a:r>
            <a:r>
              <a:rPr lang="en-US" sz="1000" dirty="0" err="1"/>
              <a:t>sale_date</a:t>
            </a:r>
            <a:r>
              <a:rPr lang="en-US" sz="1000" dirty="0"/>
              <a:t>) AS </a:t>
            </a:r>
            <a:r>
              <a:rPr lang="en-US" sz="1000" dirty="0" err="1"/>
              <a:t>month_number</a:t>
            </a:r>
            <a:r>
              <a:rPr lang="en-US" sz="1000" dirty="0"/>
              <a:t>,</a:t>
            </a:r>
          </a:p>
          <a:p>
            <a:r>
              <a:rPr lang="en-US" sz="1000" dirty="0"/>
              <a:t>    DATENAME(MONTH, </a:t>
            </a:r>
            <a:r>
              <a:rPr lang="en-US" sz="1000" dirty="0" err="1"/>
              <a:t>sale_date</a:t>
            </a:r>
            <a:r>
              <a:rPr lang="en-US" sz="1000" dirty="0"/>
              <a:t>) AS </a:t>
            </a:r>
            <a:r>
              <a:rPr lang="en-US" sz="1000" dirty="0" err="1"/>
              <a:t>month_name</a:t>
            </a:r>
            <a:r>
              <a:rPr lang="en-US" sz="1000" dirty="0"/>
              <a:t>,</a:t>
            </a:r>
          </a:p>
          <a:p>
            <a:r>
              <a:rPr lang="en-AU" sz="1000" dirty="0"/>
              <a:t>    DATEPART(QUARTER, </a:t>
            </a:r>
            <a:r>
              <a:rPr lang="en-AU" sz="1000" dirty="0" err="1"/>
              <a:t>sale_date</a:t>
            </a:r>
            <a:r>
              <a:rPr lang="en-AU" sz="1000" dirty="0"/>
              <a:t>) AS </a:t>
            </a:r>
            <a:r>
              <a:rPr lang="en-AU" sz="1000" dirty="0" err="1"/>
              <a:t>quarter_number</a:t>
            </a:r>
            <a:r>
              <a:rPr lang="en-AU" sz="1000" dirty="0"/>
              <a:t>,</a:t>
            </a:r>
          </a:p>
          <a:p>
            <a:r>
              <a:rPr lang="en-AU" sz="1000" dirty="0"/>
              <a:t>    'Q' + CAST(DATEPART(QUARTER, </a:t>
            </a:r>
            <a:r>
              <a:rPr lang="en-AU" sz="1000" dirty="0" err="1"/>
              <a:t>sale_date</a:t>
            </a:r>
            <a:r>
              <a:rPr lang="en-AU" sz="1000" dirty="0"/>
              <a:t>) AS VARCHAR) AS </a:t>
            </a:r>
            <a:r>
              <a:rPr lang="en-AU" sz="1000" dirty="0" err="1"/>
              <a:t>quarter_label</a:t>
            </a:r>
            <a:r>
              <a:rPr lang="en-AU" sz="1000" dirty="0"/>
              <a:t>,</a:t>
            </a:r>
          </a:p>
          <a:p>
            <a:r>
              <a:rPr lang="en-US" sz="1000" dirty="0"/>
              <a:t>    DATEPART(WEEKDAY, </a:t>
            </a:r>
            <a:r>
              <a:rPr lang="en-US" sz="1000" dirty="0" err="1"/>
              <a:t>sale_date</a:t>
            </a:r>
            <a:r>
              <a:rPr lang="en-US" sz="1000" dirty="0"/>
              <a:t>) AS </a:t>
            </a:r>
            <a:r>
              <a:rPr lang="en-US" sz="1000" dirty="0" err="1"/>
              <a:t>weekday_number</a:t>
            </a:r>
            <a:r>
              <a:rPr lang="en-US" sz="1000" dirty="0"/>
              <a:t>,</a:t>
            </a:r>
          </a:p>
          <a:p>
            <a:r>
              <a:rPr lang="en-US" sz="1000" dirty="0"/>
              <a:t>    DATENAME(WEEKDAY, </a:t>
            </a:r>
            <a:r>
              <a:rPr lang="en-US" sz="1000" dirty="0" err="1"/>
              <a:t>sale_date</a:t>
            </a:r>
            <a:r>
              <a:rPr lang="en-US" sz="1000" dirty="0"/>
              <a:t>) AS </a:t>
            </a:r>
            <a:r>
              <a:rPr lang="en-US" sz="1000" dirty="0" err="1"/>
              <a:t>weekday_name</a:t>
            </a:r>
            <a:r>
              <a:rPr lang="en-US" sz="1000" dirty="0"/>
              <a:t>,</a:t>
            </a:r>
          </a:p>
          <a:p>
            <a:r>
              <a:rPr lang="en-AU" sz="1000" dirty="0"/>
              <a:t>    </a:t>
            </a:r>
            <a:r>
              <a:rPr lang="en-AU" sz="1000" dirty="0" err="1"/>
              <a:t>total_revenue</a:t>
            </a:r>
            <a:r>
              <a:rPr lang="en-AU" sz="1000" dirty="0"/>
              <a:t> / 1000000 AS </a:t>
            </a:r>
            <a:r>
              <a:rPr lang="en-AU" sz="1000" dirty="0" err="1"/>
              <a:t>revenue_millions</a:t>
            </a:r>
            <a:endParaRPr lang="en-AU" sz="1000" dirty="0"/>
          </a:p>
          <a:p>
            <a:r>
              <a:rPr lang="en-AU" sz="1000" dirty="0"/>
              <a:t>FROM </a:t>
            </a:r>
            <a:r>
              <a:rPr lang="en-AU" sz="1000" dirty="0" err="1"/>
              <a:t>daily_sales</a:t>
            </a:r>
            <a:endParaRPr lang="en-AU" sz="1000" dirty="0"/>
          </a:p>
          <a:p>
            <a:r>
              <a:rPr lang="en-US" sz="1000" dirty="0"/>
              <a:t>ORDER BY </a:t>
            </a:r>
            <a:r>
              <a:rPr lang="en-US" sz="1000" dirty="0" err="1"/>
              <a:t>sale_date</a:t>
            </a:r>
            <a:r>
              <a:rPr lang="en-US" sz="1000" dirty="0"/>
              <a:t> DESC;</a:t>
            </a:r>
            <a:endParaRPr lang="en-AU" sz="1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388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A09C6E-1A3E-AE6D-1CF1-04DDDE816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AU" sz="3400">
                <a:solidFill>
                  <a:srgbClr val="FFFFFF"/>
                </a:solidFill>
              </a:rPr>
              <a:t>DQL: Year-over-year growth (with LAG())</a:t>
            </a:r>
            <a:br>
              <a:rPr lang="en-AU" sz="3400">
                <a:solidFill>
                  <a:srgbClr val="FFFFFF"/>
                </a:solidFill>
              </a:rPr>
            </a:br>
            <a:r>
              <a:rPr lang="en-AU" sz="3400">
                <a:solidFill>
                  <a:srgbClr val="FFFFFF"/>
                </a:solidFill>
              </a:rPr>
              <a:t> Are we going compared to last year?</a:t>
            </a:r>
            <a:br>
              <a:rPr lang="en-US" sz="3400">
                <a:solidFill>
                  <a:srgbClr val="FFFFFF"/>
                </a:solidFill>
              </a:rPr>
            </a:br>
            <a:endParaRPr lang="en-AU" sz="3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2A16E-4D4B-0026-5505-DAE7EB4C0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7419" y="11147"/>
            <a:ext cx="3395041" cy="6846853"/>
          </a:xfrm>
        </p:spPr>
        <p:txBody>
          <a:bodyPr anchor="ctr">
            <a:normAutofit/>
          </a:bodyPr>
          <a:lstStyle/>
          <a:p>
            <a:endParaRPr lang="en-AU" sz="5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WITH </a:t>
            </a:r>
            <a:r>
              <a:rPr lang="en-AU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yearly_summary</a:t>
            </a:r>
            <a:r>
              <a:rPr lang="en-AU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 AS (</a:t>
            </a:r>
          </a:p>
          <a:p>
            <a:r>
              <a:rPr lang="en-AU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US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YEAR(</a:t>
            </a:r>
            <a:r>
              <a:rPr lang="en-US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SUM(</a:t>
            </a:r>
            <a:r>
              <a:rPr lang="en-AU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total_revenue</a:t>
            </a:r>
            <a:r>
              <a:rPr lang="en-AU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) / 1000000 AS </a:t>
            </a:r>
            <a:r>
              <a:rPr lang="en-AU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AU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SUM(</a:t>
            </a:r>
            <a:r>
              <a:rPr lang="en-US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online_revenue</a:t>
            </a:r>
            <a:r>
              <a:rPr lang="en-US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) / 1000000 AS </a:t>
            </a:r>
            <a:r>
              <a:rPr lang="en-US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online_millions</a:t>
            </a:r>
            <a:r>
              <a:rPr lang="en-US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SUM(</a:t>
            </a:r>
            <a:r>
              <a:rPr lang="en-AU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total_transactions</a:t>
            </a:r>
            <a:r>
              <a:rPr lang="en-AU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) / 1000000 AS </a:t>
            </a:r>
            <a:r>
              <a:rPr lang="en-AU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transactions_millions</a:t>
            </a:r>
            <a:endParaRPr lang="en-AU" sz="5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    FROM </a:t>
            </a:r>
            <a:r>
              <a:rPr lang="en-AU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daily_sales</a:t>
            </a:r>
            <a:endParaRPr lang="en-AU" sz="5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    GROUP BY YEAR(</a:t>
            </a:r>
            <a:r>
              <a:rPr lang="en-US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AU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AU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transactions_millions</a:t>
            </a:r>
            <a:r>
              <a:rPr lang="en-AU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online_millions</a:t>
            </a:r>
            <a:r>
              <a:rPr lang="en-AU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    -- Previous year (LAG function)</a:t>
            </a:r>
          </a:p>
          <a:p>
            <a:r>
              <a:rPr lang="en-US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    LAG(</a:t>
            </a:r>
            <a:r>
              <a:rPr lang="en-US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) OVER (ORDER BY </a:t>
            </a:r>
            <a:r>
              <a:rPr lang="en-US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previous_year_revenue</a:t>
            </a:r>
            <a:r>
              <a:rPr lang="en-US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5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    -- YoY growth in dollars</a:t>
            </a:r>
          </a:p>
          <a:p>
            <a:r>
              <a:rPr lang="en-US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 - LAG(</a:t>
            </a:r>
            <a:r>
              <a:rPr lang="en-US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) OVER (ORDER BY </a:t>
            </a:r>
            <a:r>
              <a:rPr lang="en-US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yoy_growth_amount</a:t>
            </a:r>
            <a:r>
              <a:rPr lang="en-US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5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    -- YoY growth percentage</a:t>
            </a:r>
          </a:p>
          <a:p>
            <a:r>
              <a:rPr lang="en-US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    ROUND(((</a:t>
            </a:r>
            <a:r>
              <a:rPr lang="en-US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 - LAG(</a:t>
            </a:r>
            <a:r>
              <a:rPr lang="en-US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) OVER (ORDER BY </a:t>
            </a:r>
            <a:r>
              <a:rPr lang="en-US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)) </a:t>
            </a:r>
          </a:p>
          <a:p>
            <a:r>
              <a:rPr lang="en-US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/ LAG(</a:t>
            </a:r>
            <a:r>
              <a:rPr lang="en-US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) OVER (ORDER BY </a:t>
            </a:r>
            <a:r>
              <a:rPr lang="en-US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)) * 100, 2) AS </a:t>
            </a:r>
            <a:r>
              <a:rPr lang="en-US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yoy_percent</a:t>
            </a:r>
            <a:r>
              <a:rPr lang="en-US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5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    -- Online penetration %</a:t>
            </a:r>
          </a:p>
          <a:p>
            <a:r>
              <a:rPr lang="en-AU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    ROUND((</a:t>
            </a:r>
            <a:r>
              <a:rPr lang="en-AU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online_millions</a:t>
            </a:r>
            <a:r>
              <a:rPr lang="en-AU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 / </a:t>
            </a:r>
            <a:r>
              <a:rPr lang="en-AU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AU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) * 100, 1) AS </a:t>
            </a:r>
            <a:r>
              <a:rPr lang="en-AU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online_penetration_percent</a:t>
            </a:r>
            <a:endParaRPr lang="en-AU" sz="5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yearly_summary</a:t>
            </a:r>
            <a:endParaRPr lang="en-AU" sz="5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ORDER BY </a:t>
            </a:r>
            <a:r>
              <a:rPr lang="en-AU" sz="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AU" sz="5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D84372-FFF9-4F3A-E1F3-D4D3241779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468" y="1827100"/>
            <a:ext cx="4706484" cy="161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499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E3741-6246-0518-CDFF-2E59E2C26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AU" sz="4000">
                <a:solidFill>
                  <a:srgbClr val="FFFFFF"/>
                </a:solidFill>
              </a:rPr>
              <a:t>DQL: Month-over-Month</a:t>
            </a:r>
            <a:br>
              <a:rPr lang="en-AU" sz="4000">
                <a:solidFill>
                  <a:srgbClr val="FFFFFF"/>
                </a:solidFill>
              </a:rPr>
            </a:br>
            <a:r>
              <a:rPr lang="en-AU" sz="4000">
                <a:solidFill>
                  <a:srgbClr val="FFFFFF"/>
                </a:solidFill>
              </a:rPr>
              <a:t>Did we grow this month vs last month?</a:t>
            </a:r>
            <a:br>
              <a:rPr lang="en-US" sz="4000">
                <a:solidFill>
                  <a:srgbClr val="FFFFFF"/>
                </a:solidFill>
              </a:rPr>
            </a:br>
            <a:endParaRPr lang="en-AU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4E697-F480-D311-14FE-58A96C975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7827" y="10138"/>
            <a:ext cx="3934814" cy="6185389"/>
          </a:xfrm>
        </p:spPr>
        <p:txBody>
          <a:bodyPr anchor="ctr">
            <a:normAutofit lnSpcReduction="10000"/>
          </a:bodyPr>
          <a:lstStyle/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WITH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monthly_summary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AS (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YEAR(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MONTH(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sale_month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DATENAME(MONTH,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month_name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SUM(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total_revenue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 / 1000000 AS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SUM(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online_revenue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 / 1000000 AS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online_millions</a:t>
            </a:r>
            <a:endParaRPr lang="en-US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FROM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daily_sales</a:t>
            </a:r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GROUP BY YEAR(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), MONTH(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), DATENAME(MONTH,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sale_month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month_name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-- Previous month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LAG(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 OVER (ORDER BY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sale_month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prev_month_revenue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-- MoM growth %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ROUND(((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- LAG(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 OVER (ORDER BY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sale_month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)) 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/ LAG(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 OVER (ORDER BY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sale_month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)) * 100, 2) AS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mom_percent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-- Online %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ROUND((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online_millions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/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 * 100, 1) AS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online_percent</a:t>
            </a:r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monthly_summary</a:t>
            </a:r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WHERE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= 2024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ORDER BY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sale_month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AU" sz="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8EE813-494D-D52C-DC64-907F2243C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502" y="2679231"/>
            <a:ext cx="3615776" cy="151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148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A73EF4-B172-125C-D360-78BFC6E4B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AU" sz="3700">
                <a:solidFill>
                  <a:srgbClr val="FFFFFF"/>
                </a:solidFill>
              </a:rPr>
              <a:t>DQL: Rolling Averages</a:t>
            </a:r>
            <a:br>
              <a:rPr lang="en-AU" sz="3700">
                <a:solidFill>
                  <a:srgbClr val="FFFFFF"/>
                </a:solidFill>
              </a:rPr>
            </a:br>
            <a:r>
              <a:rPr lang="en-AU" sz="3700">
                <a:solidFill>
                  <a:srgbClr val="FFFFFF"/>
                </a:solidFill>
              </a:rPr>
              <a:t>Daily sales are noisy. Show me a real trend!</a:t>
            </a:r>
            <a:br>
              <a:rPr lang="en-US" sz="3700">
                <a:solidFill>
                  <a:srgbClr val="FFFFFF"/>
                </a:solidFill>
              </a:rPr>
            </a:br>
            <a:endParaRPr lang="en-AU" sz="37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69E61-1A49-6A89-B670-04A46981A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 fontScale="92500"/>
          </a:bodyPr>
          <a:lstStyle/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SELECT TOP 30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sale_date,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    DATENAME(WEEKDAY, sale_date) AS weekday,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    total_revenue / 1000000 AS daily_revenue_millions,</a:t>
            </a:r>
            <a:endParaRPr lang="en-AU" sz="8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-- 7-day rolling average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    ROUND(AVG(total_revenue / 1000000) OVER (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    ORDER BY sale_date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        ROWS BETWEEN 6 PRECEDING AND CURRENT ROW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    ), 2) AS rolling_7day_avg,</a:t>
            </a:r>
            <a:endParaRPr lang="en-AU" sz="8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-- 30-day rolling average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    ROUND(AVG(total_revenue / 1000000) OVER (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    ORDER BY sale_date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        ROWS BETWEEN 29 PRECEDING AND CURRENT ROW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    ), 2) AS rolling_30day_avg,</a:t>
            </a:r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    -- 90-day rolling average (quarterly trend)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    ROUND(AVG(total_revenue / 1000000) OVER (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    ORDER BY sale_date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        ROWS BETWEEN 89 PRECEDING AND CURRENT ROW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    ), 2) AS rolling_90day_avg</a:t>
            </a:r>
            <a:endParaRPr lang="en-AU" sz="8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FROM daily_sales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WHERE sale_date &gt;= '2024-12-01'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ORDER BY sale_date DESC;</a:t>
            </a:r>
            <a:endParaRPr lang="en-AU" sz="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48C4CD-6D28-E32D-0560-BEDE3E4A7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252" y="1652377"/>
            <a:ext cx="3615776" cy="357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928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36D2B4-1EAF-E707-7CA7-C6DB0A09E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643"/>
            <a:ext cx="5243394" cy="2225532"/>
          </a:xfrm>
        </p:spPr>
        <p:txBody>
          <a:bodyPr anchor="t">
            <a:normAutofit/>
          </a:bodyPr>
          <a:lstStyle/>
          <a:p>
            <a:r>
              <a:rPr lang="en-AU" sz="3500"/>
              <a:t>DQL: Quarter-over-Quarter</a:t>
            </a:r>
            <a:br>
              <a:rPr lang="en-AU" sz="3500"/>
            </a:br>
            <a:r>
              <a:rPr lang="en-AU" sz="3500"/>
              <a:t>How does each quarter compare to the previous?</a:t>
            </a:r>
            <a:br>
              <a:rPr lang="en-US" sz="3500"/>
            </a:br>
            <a:endParaRPr lang="en-AU" sz="35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81934"/>
            <a:ext cx="0" cy="647606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4F88D19-C269-4F98-BE6B-CFB6207D3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10408" y="740316"/>
            <a:ext cx="465458" cy="872153"/>
            <a:chOff x="6110408" y="740316"/>
            <a:chExt cx="465458" cy="872153"/>
          </a:xfrm>
        </p:grpSpPr>
        <p:sp>
          <p:nvSpPr>
            <p:cNvPr id="15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5948" y="74031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84728" y="969611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0408" y="14847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4B49075-91B7-FBA8-9037-DBACE9CC55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166187"/>
            <a:ext cx="5243391" cy="66870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00E21-0794-215A-BE46-C2F8F3BB9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0297" y="1704823"/>
            <a:ext cx="5616134" cy="3448353"/>
          </a:xfrm>
        </p:spPr>
        <p:txBody>
          <a:bodyPr anchor="ctr">
            <a:normAutofit fontScale="25000" lnSpcReduction="20000"/>
          </a:bodyPr>
          <a:lstStyle/>
          <a:p>
            <a:endParaRPr lang="en-AU" dirty="0">
              <a:solidFill>
                <a:schemeClr val="tx1">
                  <a:alpha val="80000"/>
                </a:schemeClr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WITH </a:t>
            </a:r>
            <a:r>
              <a:rPr lang="en-AU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quarterly_summary</a:t>
            </a:r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AS (</a:t>
            </a:r>
          </a:p>
          <a:p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YEAR(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DATEPART(QUARTER, </a:t>
            </a:r>
            <a:r>
              <a:rPr lang="en-AU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AU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quarter_number</a:t>
            </a:r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'Q' + CAST(DATEPART(QUARTER,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AS VARCHAR) + ' ' + CAST(YEAR(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AS VARCHAR) AS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quarter_label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SUM(</a:t>
            </a:r>
            <a:r>
              <a:rPr lang="en-AU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total_revenue</a:t>
            </a:r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/ 1000000 AS </a:t>
            </a:r>
            <a:r>
              <a:rPr lang="en-AU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SUM(</a:t>
            </a:r>
            <a:r>
              <a:rPr lang="en-AU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total_transactions</a:t>
            </a:r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/ 1000000 AS </a:t>
            </a:r>
            <a:r>
              <a:rPr lang="en-AU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transactions_millions</a:t>
            </a:r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SUM(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online_revenue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/ 1000000 AS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online_millions</a:t>
            </a:r>
            <a:endParaRPr lang="en-US" dirty="0">
              <a:solidFill>
                <a:schemeClr val="tx1">
                  <a:alpha val="80000"/>
                </a:schemeClr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FROM </a:t>
            </a:r>
            <a:r>
              <a:rPr lang="en-AU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daily_sales</a:t>
            </a:r>
            <a:endParaRPr lang="en-AU" dirty="0">
              <a:solidFill>
                <a:schemeClr val="tx1">
                  <a:alpha val="80000"/>
                </a:schemeClr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GROUP BY YEAR(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 DATEPART(QUARTER,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quarter_label</a:t>
            </a:r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transactions_millions</a:t>
            </a:r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-- Previous quarter</a:t>
            </a:r>
          </a:p>
          <a:p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LAG(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OVER (ORDER BY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quarter_number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prev_quarter_revenue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chemeClr val="tx1">
                  <a:alpha val="80000"/>
                </a:schemeClr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-- QoQ growth %</a:t>
            </a:r>
          </a:p>
          <a:p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ROUND(((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- LAG(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OVER (ORDER BY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quarter_number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 </a:t>
            </a:r>
          </a:p>
          <a:p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/ LAG(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OVER (ORDER BY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quarter_number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 * 100, 2) AS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qoq_percent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chemeClr val="tx1">
                  <a:alpha val="80000"/>
                </a:schemeClr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-- Same quarter last year</a:t>
            </a:r>
          </a:p>
          <a:p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LAG(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4) OVER (ORDER BY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quarter_number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same_quarter_last_year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chemeClr val="tx1">
                  <a:alpha val="80000"/>
                </a:schemeClr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-- YoY growth for quarter</a:t>
            </a:r>
          </a:p>
          <a:p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ROUND(((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- LAG(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4) OVER (ORDER BY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quarter_number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 </a:t>
            </a:r>
          </a:p>
          <a:p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/ LAG(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4) OVER (ORDER BY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quarter_number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 * 100, 2) AS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quarter_yoy_percent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chemeClr val="tx1">
                  <a:alpha val="80000"/>
                </a:schemeClr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-- Online penetration</a:t>
            </a:r>
          </a:p>
          <a:p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ROUND((</a:t>
            </a:r>
            <a:r>
              <a:rPr lang="en-AU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online_millions</a:t>
            </a:r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/ </a:t>
            </a:r>
            <a:r>
              <a:rPr lang="en-AU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* 100, 1) AS </a:t>
            </a:r>
            <a:r>
              <a:rPr lang="en-AU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online_percent</a:t>
            </a:r>
            <a:endParaRPr lang="en-AU" dirty="0">
              <a:solidFill>
                <a:schemeClr val="tx1">
                  <a:alpha val="80000"/>
                </a:schemeClr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quarterly_summary</a:t>
            </a:r>
            <a:endParaRPr lang="en-AU" dirty="0">
              <a:solidFill>
                <a:schemeClr val="tx1">
                  <a:alpha val="80000"/>
                </a:schemeClr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 </a:t>
            </a:r>
            <a:r>
              <a:rPr lang="en-AU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AU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2024</a:t>
            </a:r>
          </a:p>
          <a:p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 BY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quarter_number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AU" sz="500" dirty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809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DB81-AF87-E1F2-1419-98E762210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7375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DQL: Weekend vs Weekday Comparison</a:t>
            </a:r>
            <a:br>
              <a:rPr lang="en-AU" dirty="0"/>
            </a:br>
            <a:r>
              <a:rPr lang="en-AU" sz="2200" dirty="0"/>
              <a:t>How much more do we sell on weekends?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C38AD-A599-E0B0-401C-939F34BEB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05618"/>
            <a:ext cx="8841059" cy="2829680"/>
          </a:xfrm>
        </p:spPr>
        <p:txBody>
          <a:bodyPr>
            <a:normAutofit fontScale="25000" lnSpcReduction="20000"/>
          </a:bodyPr>
          <a:lstStyle/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WITH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daily_categorized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DATENAME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WEEKDAY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weekday_name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DATEPART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WEEKDAY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weekday_number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DATEPART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WEEKDAY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7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'Weekend'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'Weekday'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day_category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total_revenue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1000000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total_transactions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daily_sales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YEAR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2024</a:t>
            </a:r>
          </a:p>
          <a:p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day_category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number_of_days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avg_revenue_millions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MIN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min_revenue_millions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MAX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max_revenue_millions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total_transactions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avg_transactions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total_transactions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1000000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avg_transaction_value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daily_categorized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day_category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avg_revenue_millions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E0C1CD-2D7A-F28C-C6B7-B3213DDE8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04" y="6207256"/>
            <a:ext cx="7487695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3959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7C59BEC-C4CC-4741-B975-08C543178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72DEF309-605D-4117-9340-6D589B6C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6173" flipV="1">
            <a:off x="3930947" y="651615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9A39DD-79B3-3628-0F3E-83F974A2A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829175" cy="1325563"/>
          </a:xfrm>
        </p:spPr>
        <p:txBody>
          <a:bodyPr>
            <a:normAutofit fontScale="90000"/>
          </a:bodyPr>
          <a:lstStyle/>
          <a:p>
            <a:r>
              <a:rPr lang="en-AU" sz="2800" dirty="0"/>
              <a:t>DQL: Best Performing Day of Week</a:t>
            </a:r>
            <a:br>
              <a:rPr lang="en-AU" sz="2800" dirty="0"/>
            </a:br>
            <a:r>
              <a:rPr lang="en-AU" sz="2800" dirty="0"/>
              <a:t>Which day should we run our biggest promotions?</a:t>
            </a:r>
            <a:br>
              <a:rPr lang="en-US" sz="2800" dirty="0"/>
            </a:br>
            <a:endParaRPr lang="en-AU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ABDA9-EA4F-5484-52B0-955F8B026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767" y="1415291"/>
            <a:ext cx="5393361" cy="4351338"/>
          </a:xfrm>
        </p:spPr>
        <p:txBody>
          <a:bodyPr>
            <a:noAutofit/>
          </a:bodyPr>
          <a:lstStyle/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WITH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daily_performance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AS (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DATEPART(WEEKDAY,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weekday_number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DATENAME(WEEKDAY,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weekday_name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total_revenue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/ 1000000 AS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total_transactions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online_revenue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/ 1000000 AS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online_millions</a:t>
            </a:r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FROM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daily_sales</a:t>
            </a:r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WHERE YEAR(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 = 2024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weekday_number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weekday_name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COUNT(*) AS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total_occurrences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ROUND(AVG(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), 2) AS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avg_revenue_millions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ROUND(SUM(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), 2) AS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total_revenue_millions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ROUND(AVG(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total_transactions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), 0) AS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avg_transactions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ROUND(AVG(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online_millions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), 2) AS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avg_online_millions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ROUND((AVG(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online_millions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 / AVG(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)) * 100, 1) AS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online_percent</a:t>
            </a:r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daily_performance</a:t>
            </a:r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GROUP BY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weekday_number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weekday_name</a:t>
            </a:r>
            <a:endParaRPr lang="en-US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ORDER BY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avg_revenue_millions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DESC;</a:t>
            </a:r>
            <a:endParaRPr lang="en-AU" sz="80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77008" y="5228027"/>
            <a:ext cx="1107241" cy="10772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AB4BC0-07D6-791D-6881-A7268266E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084" y="5074214"/>
            <a:ext cx="5862476" cy="1077203"/>
          </a:xfrm>
          <a:custGeom>
            <a:avLst/>
            <a:gdLst/>
            <a:ahLst/>
            <a:cxnLst/>
            <a:rect l="l" t="t" r="r" b="b"/>
            <a:pathLst>
              <a:path w="4221597" h="4303912">
                <a:moveTo>
                  <a:pt x="126986" y="0"/>
                </a:moveTo>
                <a:lnTo>
                  <a:pt x="4094611" y="0"/>
                </a:lnTo>
                <a:cubicBezTo>
                  <a:pt x="4164743" y="0"/>
                  <a:pt x="4221597" y="56854"/>
                  <a:pt x="4221597" y="126986"/>
                </a:cubicBezTo>
                <a:lnTo>
                  <a:pt x="4221597" y="4176926"/>
                </a:lnTo>
                <a:cubicBezTo>
                  <a:pt x="4221597" y="4247058"/>
                  <a:pt x="4164743" y="4303912"/>
                  <a:pt x="4094611" y="4303912"/>
                </a:cubicBezTo>
                <a:lnTo>
                  <a:pt x="126986" y="4303912"/>
                </a:lnTo>
                <a:cubicBezTo>
                  <a:pt x="56854" y="4303912"/>
                  <a:pt x="0" y="4247058"/>
                  <a:pt x="0" y="4176926"/>
                </a:cubicBezTo>
                <a:lnTo>
                  <a:pt x="0" y="126986"/>
                </a:lnTo>
                <a:cubicBezTo>
                  <a:pt x="0" y="56854"/>
                  <a:pt x="56854" y="0"/>
                  <a:pt x="12698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98158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39A1F5A-E57E-4178-8F57-A18DC747E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291618" cy="5097980"/>
          </a:xfrm>
          <a:custGeom>
            <a:avLst/>
            <a:gdLst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516105 w 6530408"/>
              <a:gd name="connsiteY8" fmla="*/ 476071 h 5753325"/>
              <a:gd name="connsiteX9" fmla="*/ 6488360 w 6530408"/>
              <a:gd name="connsiteY9" fmla="*/ 535865 h 5753325"/>
              <a:gd name="connsiteX10" fmla="*/ 6492864 w 6530408"/>
              <a:gd name="connsiteY10" fmla="*/ 615799 h 5753325"/>
              <a:gd name="connsiteX11" fmla="*/ 6459988 w 6530408"/>
              <a:gd name="connsiteY11" fmla="*/ 707628 h 5753325"/>
              <a:gd name="connsiteX12" fmla="*/ 6453989 w 6530408"/>
              <a:gd name="connsiteY12" fmla="*/ 711876 h 5753325"/>
              <a:gd name="connsiteX13" fmla="*/ 6453209 w 6530408"/>
              <a:gd name="connsiteY13" fmla="*/ 719127 h 5753325"/>
              <a:gd name="connsiteX14" fmla="*/ 6457662 w 6530408"/>
              <a:gd name="connsiteY14" fmla="*/ 723331 h 5753325"/>
              <a:gd name="connsiteX15" fmla="*/ 6447445 w 6530408"/>
              <a:gd name="connsiteY15" fmla="*/ 780003 h 5753325"/>
              <a:gd name="connsiteX16" fmla="*/ 6426552 w 6530408"/>
              <a:gd name="connsiteY16" fmla="*/ 845805 h 5753325"/>
              <a:gd name="connsiteX17" fmla="*/ 6434072 w 6530408"/>
              <a:gd name="connsiteY17" fmla="*/ 910733 h 5753325"/>
              <a:gd name="connsiteX18" fmla="*/ 6432570 w 6530408"/>
              <a:gd name="connsiteY18" fmla="*/ 983394 h 5753325"/>
              <a:gd name="connsiteX19" fmla="*/ 6431878 w 6530408"/>
              <a:gd name="connsiteY19" fmla="*/ 1026728 h 5753325"/>
              <a:gd name="connsiteX20" fmla="*/ 6414269 w 6530408"/>
              <a:gd name="connsiteY20" fmla="*/ 1151111 h 5753325"/>
              <a:gd name="connsiteX21" fmla="*/ 6371722 w 6530408"/>
              <a:gd name="connsiteY21" fmla="*/ 1318080 h 5753325"/>
              <a:gd name="connsiteX22" fmla="*/ 6356023 w 6530408"/>
              <a:gd name="connsiteY22" fmla="*/ 1356227 h 5753325"/>
              <a:gd name="connsiteX23" fmla="*/ 6356157 w 6530408"/>
              <a:gd name="connsiteY23" fmla="*/ 1361967 h 5753325"/>
              <a:gd name="connsiteX24" fmla="*/ 6350613 w 6530408"/>
              <a:gd name="connsiteY24" fmla="*/ 1393569 h 5753325"/>
              <a:gd name="connsiteX25" fmla="*/ 6357062 w 6530408"/>
              <a:gd name="connsiteY25" fmla="*/ 1444071 h 5753325"/>
              <a:gd name="connsiteX26" fmla="*/ 6364832 w 6530408"/>
              <a:gd name="connsiteY26" fmla="*/ 1478763 h 5753325"/>
              <a:gd name="connsiteX27" fmla="*/ 6369745 w 6530408"/>
              <a:gd name="connsiteY27" fmla="*/ 1495680 h 5753325"/>
              <a:gd name="connsiteX28" fmla="*/ 6370898 w 6530408"/>
              <a:gd name="connsiteY28" fmla="*/ 1513331 h 5753325"/>
              <a:gd name="connsiteX29" fmla="*/ 6368801 w 6530408"/>
              <a:gd name="connsiteY29" fmla="*/ 1527414 h 5753325"/>
              <a:gd name="connsiteX30" fmla="*/ 6359177 w 6530408"/>
              <a:gd name="connsiteY30" fmla="*/ 1639513 h 5753325"/>
              <a:gd name="connsiteX31" fmla="*/ 6299489 w 6530408"/>
              <a:gd name="connsiteY31" fmla="*/ 1784860 h 5753325"/>
              <a:gd name="connsiteX32" fmla="*/ 6267878 w 6530408"/>
              <a:gd name="connsiteY32" fmla="*/ 1858572 h 5753325"/>
              <a:gd name="connsiteX33" fmla="*/ 6251146 w 6530408"/>
              <a:gd name="connsiteY33" fmla="*/ 1926167 h 5753325"/>
              <a:gd name="connsiteX34" fmla="*/ 6210686 w 6530408"/>
              <a:gd name="connsiteY34" fmla="*/ 2014834 h 5753325"/>
              <a:gd name="connsiteX35" fmla="*/ 6106652 w 6530408"/>
              <a:gd name="connsiteY35" fmla="*/ 2150572 h 5753325"/>
              <a:gd name="connsiteX36" fmla="*/ 6097813 w 6530408"/>
              <a:gd name="connsiteY36" fmla="*/ 2172208 h 5753325"/>
              <a:gd name="connsiteX37" fmla="*/ 6095990 w 6530408"/>
              <a:gd name="connsiteY37" fmla="*/ 2181185 h 5753325"/>
              <a:gd name="connsiteX38" fmla="*/ 6090126 w 6530408"/>
              <a:gd name="connsiteY38" fmla="*/ 2192533 h 5753325"/>
              <a:gd name="connsiteX39" fmla="*/ 6089503 w 6530408"/>
              <a:gd name="connsiteY39" fmla="*/ 2192543 h 5753325"/>
              <a:gd name="connsiteX40" fmla="*/ 6084946 w 6530408"/>
              <a:gd name="connsiteY40" fmla="*/ 2203694 h 5753325"/>
              <a:gd name="connsiteX41" fmla="*/ 5987861 w 6530408"/>
              <a:gd name="connsiteY41" fmla="*/ 2304868 h 5753325"/>
              <a:gd name="connsiteX42" fmla="*/ 5973439 w 6530408"/>
              <a:gd name="connsiteY42" fmla="*/ 2385635 h 5753325"/>
              <a:gd name="connsiteX43" fmla="*/ 5916727 w 6530408"/>
              <a:gd name="connsiteY43" fmla="*/ 2458777 h 5753325"/>
              <a:gd name="connsiteX44" fmla="*/ 5856524 w 6530408"/>
              <a:gd name="connsiteY44" fmla="*/ 2583281 h 5753325"/>
              <a:gd name="connsiteX45" fmla="*/ 5838091 w 6530408"/>
              <a:gd name="connsiteY45" fmla="*/ 2753474 h 5753325"/>
              <a:gd name="connsiteX46" fmla="*/ 5777471 w 6530408"/>
              <a:gd name="connsiteY46" fmla="*/ 2901570 h 5753325"/>
              <a:gd name="connsiteX47" fmla="*/ 5723992 w 6530408"/>
              <a:gd name="connsiteY47" fmla="*/ 2998752 h 5753325"/>
              <a:gd name="connsiteX48" fmla="*/ 5557886 w 6530408"/>
              <a:gd name="connsiteY48" fmla="*/ 3329735 h 5753325"/>
              <a:gd name="connsiteX49" fmla="*/ 5471501 w 6530408"/>
              <a:gd name="connsiteY49" fmla="*/ 3462221 h 5753325"/>
              <a:gd name="connsiteX50" fmla="*/ 5465154 w 6530408"/>
              <a:gd name="connsiteY50" fmla="*/ 3541065 h 5753325"/>
              <a:gd name="connsiteX51" fmla="*/ 5437889 w 6530408"/>
              <a:gd name="connsiteY51" fmla="*/ 3559927 h 5753325"/>
              <a:gd name="connsiteX52" fmla="*/ 5432770 w 6530408"/>
              <a:gd name="connsiteY52" fmla="*/ 3562948 h 5753325"/>
              <a:gd name="connsiteX53" fmla="*/ 5406795 w 6530408"/>
              <a:gd name="connsiteY53" fmla="*/ 3578594 h 5753325"/>
              <a:gd name="connsiteX54" fmla="*/ 5381495 w 6530408"/>
              <a:gd name="connsiteY54" fmla="*/ 3599883 h 5753325"/>
              <a:gd name="connsiteX55" fmla="*/ 5363689 w 6530408"/>
              <a:gd name="connsiteY55" fmla="*/ 3633299 h 5753325"/>
              <a:gd name="connsiteX56" fmla="*/ 5291870 w 6530408"/>
              <a:gd name="connsiteY56" fmla="*/ 3799039 h 5753325"/>
              <a:gd name="connsiteX57" fmla="*/ 5241600 w 6530408"/>
              <a:gd name="connsiteY57" fmla="*/ 3894238 h 5753325"/>
              <a:gd name="connsiteX58" fmla="*/ 5211041 w 6530408"/>
              <a:gd name="connsiteY58" fmla="*/ 3924184 h 5753325"/>
              <a:gd name="connsiteX59" fmla="*/ 5176073 w 6530408"/>
              <a:gd name="connsiteY59" fmla="*/ 3970179 h 5753325"/>
              <a:gd name="connsiteX60" fmla="*/ 5172826 w 6530408"/>
              <a:gd name="connsiteY60" fmla="*/ 3991773 h 5753325"/>
              <a:gd name="connsiteX61" fmla="*/ 5157053 w 6530408"/>
              <a:gd name="connsiteY61" fmla="*/ 3997708 h 5753325"/>
              <a:gd name="connsiteX62" fmla="*/ 5127922 w 6530408"/>
              <a:gd name="connsiteY62" fmla="*/ 4022660 h 5753325"/>
              <a:gd name="connsiteX63" fmla="*/ 5020872 w 6530408"/>
              <a:gd name="connsiteY63" fmla="*/ 4075951 h 5753325"/>
              <a:gd name="connsiteX64" fmla="*/ 4991410 w 6530408"/>
              <a:gd name="connsiteY64" fmla="*/ 4087598 h 5753325"/>
              <a:gd name="connsiteX65" fmla="*/ 4930112 w 6530408"/>
              <a:gd name="connsiteY65" fmla="*/ 4138459 h 5753325"/>
              <a:gd name="connsiteX66" fmla="*/ 4834224 w 6530408"/>
              <a:gd name="connsiteY66" fmla="*/ 4231643 h 5753325"/>
              <a:gd name="connsiteX67" fmla="*/ 4812599 w 6530408"/>
              <a:gd name="connsiteY67" fmla="*/ 4249449 h 5753325"/>
              <a:gd name="connsiteX68" fmla="*/ 4789188 w 6530408"/>
              <a:gd name="connsiteY68" fmla="*/ 4256678 h 5753325"/>
              <a:gd name="connsiteX69" fmla="*/ 4779554 w 6530408"/>
              <a:gd name="connsiteY69" fmla="*/ 4251313 h 5753325"/>
              <a:gd name="connsiteX70" fmla="*/ 4766885 w 6530408"/>
              <a:gd name="connsiteY70" fmla="*/ 4259812 h 5753325"/>
              <a:gd name="connsiteX71" fmla="*/ 4762510 w 6530408"/>
              <a:gd name="connsiteY71" fmla="*/ 4260383 h 5753325"/>
              <a:gd name="connsiteX72" fmla="*/ 4738416 w 6530408"/>
              <a:gd name="connsiteY72" fmla="*/ 4265355 h 5753325"/>
              <a:gd name="connsiteX73" fmla="*/ 4712007 w 6530408"/>
              <a:gd name="connsiteY73" fmla="*/ 4317892 h 5753325"/>
              <a:gd name="connsiteX74" fmla="*/ 4658930 w 6530408"/>
              <a:gd name="connsiteY74" fmla="*/ 4348041 h 5753325"/>
              <a:gd name="connsiteX75" fmla="*/ 4443526 w 6530408"/>
              <a:gd name="connsiteY75" fmla="*/ 4507851 h 5753325"/>
              <a:gd name="connsiteX76" fmla="*/ 4289766 w 6530408"/>
              <a:gd name="connsiteY76" fmla="*/ 4711450 h 5753325"/>
              <a:gd name="connsiteX77" fmla="*/ 4150870 w 6530408"/>
              <a:gd name="connsiteY77" fmla="*/ 4818480 h 5753325"/>
              <a:gd name="connsiteX78" fmla="*/ 4006639 w 6530408"/>
              <a:gd name="connsiteY78" fmla="*/ 4933815 h 5753325"/>
              <a:gd name="connsiteX79" fmla="*/ 3298210 w 6530408"/>
              <a:gd name="connsiteY79" fmla="*/ 5070790 h 5753325"/>
              <a:gd name="connsiteX80" fmla="*/ 2947678 w 6530408"/>
              <a:gd name="connsiteY80" fmla="*/ 5117869 h 5753325"/>
              <a:gd name="connsiteX81" fmla="*/ 2822169 w 6530408"/>
              <a:gd name="connsiteY81" fmla="*/ 5129396 h 5753325"/>
              <a:gd name="connsiteX82" fmla="*/ 2538773 w 6530408"/>
              <a:gd name="connsiteY82" fmla="*/ 5313397 h 5753325"/>
              <a:gd name="connsiteX83" fmla="*/ 2014500 w 6530408"/>
              <a:gd name="connsiteY83" fmla="*/ 5519744 h 5753325"/>
              <a:gd name="connsiteX84" fmla="*/ 1934391 w 6530408"/>
              <a:gd name="connsiteY84" fmla="*/ 5591335 h 5753325"/>
              <a:gd name="connsiteX85" fmla="*/ 1892550 w 6530408"/>
              <a:gd name="connsiteY85" fmla="*/ 5649708 h 5753325"/>
              <a:gd name="connsiteX86" fmla="*/ 1854769 w 6530408"/>
              <a:gd name="connsiteY86" fmla="*/ 5647691 h 5753325"/>
              <a:gd name="connsiteX87" fmla="*/ 1809461 w 6530408"/>
              <a:gd name="connsiteY87" fmla="*/ 5648628 h 5753325"/>
              <a:gd name="connsiteX88" fmla="*/ 1745150 w 6530408"/>
              <a:gd name="connsiteY88" fmla="*/ 5693879 h 5753325"/>
              <a:gd name="connsiteX89" fmla="*/ 1713375 w 6530408"/>
              <a:gd name="connsiteY89" fmla="*/ 5684672 h 5753325"/>
              <a:gd name="connsiteX90" fmla="*/ 1707808 w 6530408"/>
              <a:gd name="connsiteY90" fmla="*/ 5682611 h 5753325"/>
              <a:gd name="connsiteX91" fmla="*/ 1679313 w 6530408"/>
              <a:gd name="connsiteY91" fmla="*/ 5672360 h 5753325"/>
              <a:gd name="connsiteX92" fmla="*/ 1646933 w 6530408"/>
              <a:gd name="connsiteY92" fmla="*/ 5666227 h 5753325"/>
              <a:gd name="connsiteX93" fmla="*/ 1610055 w 6530408"/>
              <a:gd name="connsiteY93" fmla="*/ 5673643 h 5753325"/>
              <a:gd name="connsiteX94" fmla="*/ 1437641 w 6530408"/>
              <a:gd name="connsiteY94" fmla="*/ 5723266 h 5753325"/>
              <a:gd name="connsiteX95" fmla="*/ 1332869 w 6530408"/>
              <a:gd name="connsiteY95" fmla="*/ 5744752 h 5753325"/>
              <a:gd name="connsiteX96" fmla="*/ 1290525 w 6530408"/>
              <a:gd name="connsiteY96" fmla="*/ 5740036 h 5753325"/>
              <a:gd name="connsiteX97" fmla="*/ 1233107 w 6530408"/>
              <a:gd name="connsiteY97" fmla="*/ 5742106 h 5753325"/>
              <a:gd name="connsiteX98" fmla="*/ 1214532 w 6530408"/>
              <a:gd name="connsiteY98" fmla="*/ 5753325 h 5753325"/>
              <a:gd name="connsiteX99" fmla="*/ 1199955 w 6530408"/>
              <a:gd name="connsiteY99" fmla="*/ 5744831 h 5753325"/>
              <a:gd name="connsiteX100" fmla="*/ 1162337 w 6530408"/>
              <a:gd name="connsiteY100" fmla="*/ 5738048 h 5753325"/>
              <a:gd name="connsiteX101" fmla="*/ 1053457 w 6530408"/>
              <a:gd name="connsiteY101" fmla="*/ 5688676 h 5753325"/>
              <a:gd name="connsiteX102" fmla="*/ 1025798 w 6530408"/>
              <a:gd name="connsiteY102" fmla="*/ 5673166 h 5753325"/>
              <a:gd name="connsiteX103" fmla="*/ 947900 w 6530408"/>
              <a:gd name="connsiteY103" fmla="*/ 5657848 h 5753325"/>
              <a:gd name="connsiteX104" fmla="*/ 815627 w 6530408"/>
              <a:gd name="connsiteY104" fmla="*/ 5642557 h 5753325"/>
              <a:gd name="connsiteX105" fmla="*/ 788251 w 6530408"/>
              <a:gd name="connsiteY105" fmla="*/ 5637065 h 5753325"/>
              <a:gd name="connsiteX106" fmla="*/ 767822 w 6530408"/>
              <a:gd name="connsiteY106" fmla="*/ 5623450 h 5753325"/>
              <a:gd name="connsiteX107" fmla="*/ 765791 w 6530408"/>
              <a:gd name="connsiteY107" fmla="*/ 5612539 h 5753325"/>
              <a:gd name="connsiteX108" fmla="*/ 751230 w 6530408"/>
              <a:gd name="connsiteY108" fmla="*/ 5608092 h 5753325"/>
              <a:gd name="connsiteX109" fmla="*/ 748008 w 6530408"/>
              <a:gd name="connsiteY109" fmla="*/ 5605052 h 5753325"/>
              <a:gd name="connsiteX110" fmla="*/ 728871 w 6530408"/>
              <a:gd name="connsiteY110" fmla="*/ 5589469 h 5753325"/>
              <a:gd name="connsiteX111" fmla="*/ 671898 w 6530408"/>
              <a:gd name="connsiteY111" fmla="*/ 5602363 h 5753325"/>
              <a:gd name="connsiteX112" fmla="*/ 615065 w 6530408"/>
              <a:gd name="connsiteY112" fmla="*/ 5580257 h 5753325"/>
              <a:gd name="connsiteX113" fmla="*/ 355785 w 6530408"/>
              <a:gd name="connsiteY113" fmla="*/ 5514383 h 5753325"/>
              <a:gd name="connsiteX114" fmla="*/ 102269 w 6530408"/>
              <a:gd name="connsiteY114" fmla="*/ 5524347 h 5753325"/>
              <a:gd name="connsiteX115" fmla="*/ 13160 w 6530408"/>
              <a:gd name="connsiteY115" fmla="*/ 5514159 h 5753325"/>
              <a:gd name="connsiteX116" fmla="*/ 0 w 6530408"/>
              <a:gd name="connsiteY116" fmla="*/ 5511735 h 5753325"/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488360 w 6530408"/>
              <a:gd name="connsiteY8" fmla="*/ 535865 h 5753325"/>
              <a:gd name="connsiteX9" fmla="*/ 6492864 w 6530408"/>
              <a:gd name="connsiteY9" fmla="*/ 615799 h 5753325"/>
              <a:gd name="connsiteX10" fmla="*/ 6459988 w 6530408"/>
              <a:gd name="connsiteY10" fmla="*/ 707628 h 5753325"/>
              <a:gd name="connsiteX11" fmla="*/ 6453989 w 6530408"/>
              <a:gd name="connsiteY11" fmla="*/ 711876 h 5753325"/>
              <a:gd name="connsiteX12" fmla="*/ 6453209 w 6530408"/>
              <a:gd name="connsiteY12" fmla="*/ 719127 h 5753325"/>
              <a:gd name="connsiteX13" fmla="*/ 6457662 w 6530408"/>
              <a:gd name="connsiteY13" fmla="*/ 723331 h 5753325"/>
              <a:gd name="connsiteX14" fmla="*/ 6447445 w 6530408"/>
              <a:gd name="connsiteY14" fmla="*/ 780003 h 5753325"/>
              <a:gd name="connsiteX15" fmla="*/ 6426552 w 6530408"/>
              <a:gd name="connsiteY15" fmla="*/ 845805 h 5753325"/>
              <a:gd name="connsiteX16" fmla="*/ 6434072 w 6530408"/>
              <a:gd name="connsiteY16" fmla="*/ 910733 h 5753325"/>
              <a:gd name="connsiteX17" fmla="*/ 6432570 w 6530408"/>
              <a:gd name="connsiteY17" fmla="*/ 983394 h 5753325"/>
              <a:gd name="connsiteX18" fmla="*/ 6431878 w 6530408"/>
              <a:gd name="connsiteY18" fmla="*/ 1026728 h 5753325"/>
              <a:gd name="connsiteX19" fmla="*/ 6414269 w 6530408"/>
              <a:gd name="connsiteY19" fmla="*/ 1151111 h 5753325"/>
              <a:gd name="connsiteX20" fmla="*/ 6371722 w 6530408"/>
              <a:gd name="connsiteY20" fmla="*/ 1318080 h 5753325"/>
              <a:gd name="connsiteX21" fmla="*/ 6356023 w 6530408"/>
              <a:gd name="connsiteY21" fmla="*/ 1356227 h 5753325"/>
              <a:gd name="connsiteX22" fmla="*/ 6356157 w 6530408"/>
              <a:gd name="connsiteY22" fmla="*/ 1361967 h 5753325"/>
              <a:gd name="connsiteX23" fmla="*/ 6350613 w 6530408"/>
              <a:gd name="connsiteY23" fmla="*/ 1393569 h 5753325"/>
              <a:gd name="connsiteX24" fmla="*/ 6357062 w 6530408"/>
              <a:gd name="connsiteY24" fmla="*/ 1444071 h 5753325"/>
              <a:gd name="connsiteX25" fmla="*/ 6364832 w 6530408"/>
              <a:gd name="connsiteY25" fmla="*/ 1478763 h 5753325"/>
              <a:gd name="connsiteX26" fmla="*/ 6369745 w 6530408"/>
              <a:gd name="connsiteY26" fmla="*/ 1495680 h 5753325"/>
              <a:gd name="connsiteX27" fmla="*/ 6370898 w 6530408"/>
              <a:gd name="connsiteY27" fmla="*/ 1513331 h 5753325"/>
              <a:gd name="connsiteX28" fmla="*/ 6368801 w 6530408"/>
              <a:gd name="connsiteY28" fmla="*/ 1527414 h 5753325"/>
              <a:gd name="connsiteX29" fmla="*/ 6359177 w 6530408"/>
              <a:gd name="connsiteY29" fmla="*/ 1639513 h 5753325"/>
              <a:gd name="connsiteX30" fmla="*/ 6299489 w 6530408"/>
              <a:gd name="connsiteY30" fmla="*/ 1784860 h 5753325"/>
              <a:gd name="connsiteX31" fmla="*/ 6267878 w 6530408"/>
              <a:gd name="connsiteY31" fmla="*/ 1858572 h 5753325"/>
              <a:gd name="connsiteX32" fmla="*/ 6251146 w 6530408"/>
              <a:gd name="connsiteY32" fmla="*/ 1926167 h 5753325"/>
              <a:gd name="connsiteX33" fmla="*/ 6210686 w 6530408"/>
              <a:gd name="connsiteY33" fmla="*/ 2014834 h 5753325"/>
              <a:gd name="connsiteX34" fmla="*/ 6106652 w 6530408"/>
              <a:gd name="connsiteY34" fmla="*/ 2150572 h 5753325"/>
              <a:gd name="connsiteX35" fmla="*/ 6097813 w 6530408"/>
              <a:gd name="connsiteY35" fmla="*/ 2172208 h 5753325"/>
              <a:gd name="connsiteX36" fmla="*/ 6095990 w 6530408"/>
              <a:gd name="connsiteY36" fmla="*/ 2181185 h 5753325"/>
              <a:gd name="connsiteX37" fmla="*/ 6090126 w 6530408"/>
              <a:gd name="connsiteY37" fmla="*/ 2192533 h 5753325"/>
              <a:gd name="connsiteX38" fmla="*/ 6089503 w 6530408"/>
              <a:gd name="connsiteY38" fmla="*/ 2192543 h 5753325"/>
              <a:gd name="connsiteX39" fmla="*/ 6084946 w 6530408"/>
              <a:gd name="connsiteY39" fmla="*/ 2203694 h 5753325"/>
              <a:gd name="connsiteX40" fmla="*/ 5987861 w 6530408"/>
              <a:gd name="connsiteY40" fmla="*/ 2304868 h 5753325"/>
              <a:gd name="connsiteX41" fmla="*/ 5973439 w 6530408"/>
              <a:gd name="connsiteY41" fmla="*/ 2385635 h 5753325"/>
              <a:gd name="connsiteX42" fmla="*/ 5916727 w 6530408"/>
              <a:gd name="connsiteY42" fmla="*/ 2458777 h 5753325"/>
              <a:gd name="connsiteX43" fmla="*/ 5856524 w 6530408"/>
              <a:gd name="connsiteY43" fmla="*/ 2583281 h 5753325"/>
              <a:gd name="connsiteX44" fmla="*/ 5838091 w 6530408"/>
              <a:gd name="connsiteY44" fmla="*/ 2753474 h 5753325"/>
              <a:gd name="connsiteX45" fmla="*/ 5777471 w 6530408"/>
              <a:gd name="connsiteY45" fmla="*/ 2901570 h 5753325"/>
              <a:gd name="connsiteX46" fmla="*/ 5723992 w 6530408"/>
              <a:gd name="connsiteY46" fmla="*/ 2998752 h 5753325"/>
              <a:gd name="connsiteX47" fmla="*/ 5557886 w 6530408"/>
              <a:gd name="connsiteY47" fmla="*/ 3329735 h 5753325"/>
              <a:gd name="connsiteX48" fmla="*/ 5471501 w 6530408"/>
              <a:gd name="connsiteY48" fmla="*/ 3462221 h 5753325"/>
              <a:gd name="connsiteX49" fmla="*/ 5465154 w 6530408"/>
              <a:gd name="connsiteY49" fmla="*/ 3541065 h 5753325"/>
              <a:gd name="connsiteX50" fmla="*/ 5437889 w 6530408"/>
              <a:gd name="connsiteY50" fmla="*/ 3559927 h 5753325"/>
              <a:gd name="connsiteX51" fmla="*/ 5432770 w 6530408"/>
              <a:gd name="connsiteY51" fmla="*/ 3562948 h 5753325"/>
              <a:gd name="connsiteX52" fmla="*/ 5406795 w 6530408"/>
              <a:gd name="connsiteY52" fmla="*/ 3578594 h 5753325"/>
              <a:gd name="connsiteX53" fmla="*/ 5381495 w 6530408"/>
              <a:gd name="connsiteY53" fmla="*/ 3599883 h 5753325"/>
              <a:gd name="connsiteX54" fmla="*/ 5363689 w 6530408"/>
              <a:gd name="connsiteY54" fmla="*/ 3633299 h 5753325"/>
              <a:gd name="connsiteX55" fmla="*/ 5291870 w 6530408"/>
              <a:gd name="connsiteY55" fmla="*/ 3799039 h 5753325"/>
              <a:gd name="connsiteX56" fmla="*/ 5241600 w 6530408"/>
              <a:gd name="connsiteY56" fmla="*/ 3894238 h 5753325"/>
              <a:gd name="connsiteX57" fmla="*/ 5211041 w 6530408"/>
              <a:gd name="connsiteY57" fmla="*/ 3924184 h 5753325"/>
              <a:gd name="connsiteX58" fmla="*/ 5176073 w 6530408"/>
              <a:gd name="connsiteY58" fmla="*/ 3970179 h 5753325"/>
              <a:gd name="connsiteX59" fmla="*/ 5172826 w 6530408"/>
              <a:gd name="connsiteY59" fmla="*/ 3991773 h 5753325"/>
              <a:gd name="connsiteX60" fmla="*/ 5157053 w 6530408"/>
              <a:gd name="connsiteY60" fmla="*/ 3997708 h 5753325"/>
              <a:gd name="connsiteX61" fmla="*/ 5127922 w 6530408"/>
              <a:gd name="connsiteY61" fmla="*/ 4022660 h 5753325"/>
              <a:gd name="connsiteX62" fmla="*/ 5020872 w 6530408"/>
              <a:gd name="connsiteY62" fmla="*/ 4075951 h 5753325"/>
              <a:gd name="connsiteX63" fmla="*/ 4991410 w 6530408"/>
              <a:gd name="connsiteY63" fmla="*/ 4087598 h 5753325"/>
              <a:gd name="connsiteX64" fmla="*/ 4930112 w 6530408"/>
              <a:gd name="connsiteY64" fmla="*/ 4138459 h 5753325"/>
              <a:gd name="connsiteX65" fmla="*/ 4834224 w 6530408"/>
              <a:gd name="connsiteY65" fmla="*/ 4231643 h 5753325"/>
              <a:gd name="connsiteX66" fmla="*/ 4812599 w 6530408"/>
              <a:gd name="connsiteY66" fmla="*/ 4249449 h 5753325"/>
              <a:gd name="connsiteX67" fmla="*/ 4789188 w 6530408"/>
              <a:gd name="connsiteY67" fmla="*/ 4256678 h 5753325"/>
              <a:gd name="connsiteX68" fmla="*/ 4779554 w 6530408"/>
              <a:gd name="connsiteY68" fmla="*/ 4251313 h 5753325"/>
              <a:gd name="connsiteX69" fmla="*/ 4766885 w 6530408"/>
              <a:gd name="connsiteY69" fmla="*/ 4259812 h 5753325"/>
              <a:gd name="connsiteX70" fmla="*/ 4762510 w 6530408"/>
              <a:gd name="connsiteY70" fmla="*/ 4260383 h 5753325"/>
              <a:gd name="connsiteX71" fmla="*/ 4738416 w 6530408"/>
              <a:gd name="connsiteY71" fmla="*/ 4265355 h 5753325"/>
              <a:gd name="connsiteX72" fmla="*/ 4712007 w 6530408"/>
              <a:gd name="connsiteY72" fmla="*/ 4317892 h 5753325"/>
              <a:gd name="connsiteX73" fmla="*/ 4658930 w 6530408"/>
              <a:gd name="connsiteY73" fmla="*/ 4348041 h 5753325"/>
              <a:gd name="connsiteX74" fmla="*/ 4443526 w 6530408"/>
              <a:gd name="connsiteY74" fmla="*/ 4507851 h 5753325"/>
              <a:gd name="connsiteX75" fmla="*/ 4289766 w 6530408"/>
              <a:gd name="connsiteY75" fmla="*/ 4711450 h 5753325"/>
              <a:gd name="connsiteX76" fmla="*/ 4150870 w 6530408"/>
              <a:gd name="connsiteY76" fmla="*/ 4818480 h 5753325"/>
              <a:gd name="connsiteX77" fmla="*/ 4006639 w 6530408"/>
              <a:gd name="connsiteY77" fmla="*/ 4933815 h 5753325"/>
              <a:gd name="connsiteX78" fmla="*/ 3298210 w 6530408"/>
              <a:gd name="connsiteY78" fmla="*/ 5070790 h 5753325"/>
              <a:gd name="connsiteX79" fmla="*/ 2947678 w 6530408"/>
              <a:gd name="connsiteY79" fmla="*/ 5117869 h 5753325"/>
              <a:gd name="connsiteX80" fmla="*/ 2822169 w 6530408"/>
              <a:gd name="connsiteY80" fmla="*/ 5129396 h 5753325"/>
              <a:gd name="connsiteX81" fmla="*/ 2538773 w 6530408"/>
              <a:gd name="connsiteY81" fmla="*/ 5313397 h 5753325"/>
              <a:gd name="connsiteX82" fmla="*/ 2014500 w 6530408"/>
              <a:gd name="connsiteY82" fmla="*/ 5519744 h 5753325"/>
              <a:gd name="connsiteX83" fmla="*/ 1934391 w 6530408"/>
              <a:gd name="connsiteY83" fmla="*/ 5591335 h 5753325"/>
              <a:gd name="connsiteX84" fmla="*/ 1892550 w 6530408"/>
              <a:gd name="connsiteY84" fmla="*/ 5649708 h 5753325"/>
              <a:gd name="connsiteX85" fmla="*/ 1854769 w 6530408"/>
              <a:gd name="connsiteY85" fmla="*/ 5647691 h 5753325"/>
              <a:gd name="connsiteX86" fmla="*/ 1809461 w 6530408"/>
              <a:gd name="connsiteY86" fmla="*/ 5648628 h 5753325"/>
              <a:gd name="connsiteX87" fmla="*/ 1745150 w 6530408"/>
              <a:gd name="connsiteY87" fmla="*/ 5693879 h 5753325"/>
              <a:gd name="connsiteX88" fmla="*/ 1713375 w 6530408"/>
              <a:gd name="connsiteY88" fmla="*/ 5684672 h 5753325"/>
              <a:gd name="connsiteX89" fmla="*/ 1707808 w 6530408"/>
              <a:gd name="connsiteY89" fmla="*/ 5682611 h 5753325"/>
              <a:gd name="connsiteX90" fmla="*/ 1679313 w 6530408"/>
              <a:gd name="connsiteY90" fmla="*/ 5672360 h 5753325"/>
              <a:gd name="connsiteX91" fmla="*/ 1646933 w 6530408"/>
              <a:gd name="connsiteY91" fmla="*/ 5666227 h 5753325"/>
              <a:gd name="connsiteX92" fmla="*/ 1610055 w 6530408"/>
              <a:gd name="connsiteY92" fmla="*/ 5673643 h 5753325"/>
              <a:gd name="connsiteX93" fmla="*/ 1437641 w 6530408"/>
              <a:gd name="connsiteY93" fmla="*/ 5723266 h 5753325"/>
              <a:gd name="connsiteX94" fmla="*/ 1332869 w 6530408"/>
              <a:gd name="connsiteY94" fmla="*/ 5744752 h 5753325"/>
              <a:gd name="connsiteX95" fmla="*/ 1290525 w 6530408"/>
              <a:gd name="connsiteY95" fmla="*/ 5740036 h 5753325"/>
              <a:gd name="connsiteX96" fmla="*/ 1233107 w 6530408"/>
              <a:gd name="connsiteY96" fmla="*/ 5742106 h 5753325"/>
              <a:gd name="connsiteX97" fmla="*/ 1214532 w 6530408"/>
              <a:gd name="connsiteY97" fmla="*/ 5753325 h 5753325"/>
              <a:gd name="connsiteX98" fmla="*/ 1199955 w 6530408"/>
              <a:gd name="connsiteY98" fmla="*/ 5744831 h 5753325"/>
              <a:gd name="connsiteX99" fmla="*/ 1162337 w 6530408"/>
              <a:gd name="connsiteY99" fmla="*/ 5738048 h 5753325"/>
              <a:gd name="connsiteX100" fmla="*/ 1053457 w 6530408"/>
              <a:gd name="connsiteY100" fmla="*/ 5688676 h 5753325"/>
              <a:gd name="connsiteX101" fmla="*/ 1025798 w 6530408"/>
              <a:gd name="connsiteY101" fmla="*/ 5673166 h 5753325"/>
              <a:gd name="connsiteX102" fmla="*/ 947900 w 6530408"/>
              <a:gd name="connsiteY102" fmla="*/ 5657848 h 5753325"/>
              <a:gd name="connsiteX103" fmla="*/ 815627 w 6530408"/>
              <a:gd name="connsiteY103" fmla="*/ 5642557 h 5753325"/>
              <a:gd name="connsiteX104" fmla="*/ 788251 w 6530408"/>
              <a:gd name="connsiteY104" fmla="*/ 5637065 h 5753325"/>
              <a:gd name="connsiteX105" fmla="*/ 767822 w 6530408"/>
              <a:gd name="connsiteY105" fmla="*/ 5623450 h 5753325"/>
              <a:gd name="connsiteX106" fmla="*/ 765791 w 6530408"/>
              <a:gd name="connsiteY106" fmla="*/ 5612539 h 5753325"/>
              <a:gd name="connsiteX107" fmla="*/ 751230 w 6530408"/>
              <a:gd name="connsiteY107" fmla="*/ 5608092 h 5753325"/>
              <a:gd name="connsiteX108" fmla="*/ 748008 w 6530408"/>
              <a:gd name="connsiteY108" fmla="*/ 5605052 h 5753325"/>
              <a:gd name="connsiteX109" fmla="*/ 728871 w 6530408"/>
              <a:gd name="connsiteY109" fmla="*/ 5589469 h 5753325"/>
              <a:gd name="connsiteX110" fmla="*/ 671898 w 6530408"/>
              <a:gd name="connsiteY110" fmla="*/ 5602363 h 5753325"/>
              <a:gd name="connsiteX111" fmla="*/ 615065 w 6530408"/>
              <a:gd name="connsiteY111" fmla="*/ 5580257 h 5753325"/>
              <a:gd name="connsiteX112" fmla="*/ 355785 w 6530408"/>
              <a:gd name="connsiteY112" fmla="*/ 5514383 h 5753325"/>
              <a:gd name="connsiteX113" fmla="*/ 102269 w 6530408"/>
              <a:gd name="connsiteY113" fmla="*/ 5524347 h 5753325"/>
              <a:gd name="connsiteX114" fmla="*/ 13160 w 6530408"/>
              <a:gd name="connsiteY114" fmla="*/ 5514159 h 5753325"/>
              <a:gd name="connsiteX115" fmla="*/ 0 w 6530408"/>
              <a:gd name="connsiteY115" fmla="*/ 5511735 h 5753325"/>
              <a:gd name="connsiteX116" fmla="*/ 0 w 6530408"/>
              <a:gd name="connsiteY116" fmla="*/ 0 h 5753325"/>
              <a:gd name="connsiteX0" fmla="*/ 0 w 6506836"/>
              <a:gd name="connsiteY0" fmla="*/ 0 h 5753325"/>
              <a:gd name="connsiteX1" fmla="*/ 6438980 w 6506836"/>
              <a:gd name="connsiteY1" fmla="*/ 0 h 5753325"/>
              <a:gd name="connsiteX2" fmla="*/ 6439047 w 6506836"/>
              <a:gd name="connsiteY2" fmla="*/ 147 h 5753325"/>
              <a:gd name="connsiteX3" fmla="*/ 6443456 w 6506836"/>
              <a:gd name="connsiteY3" fmla="*/ 130105 h 5753325"/>
              <a:gd name="connsiteX4" fmla="*/ 6447632 w 6506836"/>
              <a:gd name="connsiteY4" fmla="*/ 170016 h 5753325"/>
              <a:gd name="connsiteX5" fmla="*/ 6465936 w 6506836"/>
              <a:gd name="connsiteY5" fmla="*/ 274847 h 5753325"/>
              <a:gd name="connsiteX6" fmla="*/ 6506836 w 6506836"/>
              <a:gd name="connsiteY6" fmla="*/ 331778 h 5753325"/>
              <a:gd name="connsiteX7" fmla="*/ 6488360 w 6506836"/>
              <a:gd name="connsiteY7" fmla="*/ 535865 h 5753325"/>
              <a:gd name="connsiteX8" fmla="*/ 6492864 w 6506836"/>
              <a:gd name="connsiteY8" fmla="*/ 615799 h 5753325"/>
              <a:gd name="connsiteX9" fmla="*/ 6459988 w 6506836"/>
              <a:gd name="connsiteY9" fmla="*/ 707628 h 5753325"/>
              <a:gd name="connsiteX10" fmla="*/ 6453989 w 6506836"/>
              <a:gd name="connsiteY10" fmla="*/ 711876 h 5753325"/>
              <a:gd name="connsiteX11" fmla="*/ 6453209 w 6506836"/>
              <a:gd name="connsiteY11" fmla="*/ 719127 h 5753325"/>
              <a:gd name="connsiteX12" fmla="*/ 6457662 w 6506836"/>
              <a:gd name="connsiteY12" fmla="*/ 723331 h 5753325"/>
              <a:gd name="connsiteX13" fmla="*/ 6447445 w 6506836"/>
              <a:gd name="connsiteY13" fmla="*/ 780003 h 5753325"/>
              <a:gd name="connsiteX14" fmla="*/ 6426552 w 6506836"/>
              <a:gd name="connsiteY14" fmla="*/ 845805 h 5753325"/>
              <a:gd name="connsiteX15" fmla="*/ 6434072 w 6506836"/>
              <a:gd name="connsiteY15" fmla="*/ 910733 h 5753325"/>
              <a:gd name="connsiteX16" fmla="*/ 6432570 w 6506836"/>
              <a:gd name="connsiteY16" fmla="*/ 983394 h 5753325"/>
              <a:gd name="connsiteX17" fmla="*/ 6431878 w 6506836"/>
              <a:gd name="connsiteY17" fmla="*/ 1026728 h 5753325"/>
              <a:gd name="connsiteX18" fmla="*/ 6414269 w 6506836"/>
              <a:gd name="connsiteY18" fmla="*/ 1151111 h 5753325"/>
              <a:gd name="connsiteX19" fmla="*/ 6371722 w 6506836"/>
              <a:gd name="connsiteY19" fmla="*/ 1318080 h 5753325"/>
              <a:gd name="connsiteX20" fmla="*/ 6356023 w 6506836"/>
              <a:gd name="connsiteY20" fmla="*/ 1356227 h 5753325"/>
              <a:gd name="connsiteX21" fmla="*/ 6356157 w 6506836"/>
              <a:gd name="connsiteY21" fmla="*/ 1361967 h 5753325"/>
              <a:gd name="connsiteX22" fmla="*/ 6350613 w 6506836"/>
              <a:gd name="connsiteY22" fmla="*/ 1393569 h 5753325"/>
              <a:gd name="connsiteX23" fmla="*/ 6357062 w 6506836"/>
              <a:gd name="connsiteY23" fmla="*/ 1444071 h 5753325"/>
              <a:gd name="connsiteX24" fmla="*/ 6364832 w 6506836"/>
              <a:gd name="connsiteY24" fmla="*/ 1478763 h 5753325"/>
              <a:gd name="connsiteX25" fmla="*/ 6369745 w 6506836"/>
              <a:gd name="connsiteY25" fmla="*/ 1495680 h 5753325"/>
              <a:gd name="connsiteX26" fmla="*/ 6370898 w 6506836"/>
              <a:gd name="connsiteY26" fmla="*/ 1513331 h 5753325"/>
              <a:gd name="connsiteX27" fmla="*/ 6368801 w 6506836"/>
              <a:gd name="connsiteY27" fmla="*/ 1527414 h 5753325"/>
              <a:gd name="connsiteX28" fmla="*/ 6359177 w 6506836"/>
              <a:gd name="connsiteY28" fmla="*/ 1639513 h 5753325"/>
              <a:gd name="connsiteX29" fmla="*/ 6299489 w 6506836"/>
              <a:gd name="connsiteY29" fmla="*/ 1784860 h 5753325"/>
              <a:gd name="connsiteX30" fmla="*/ 6267878 w 6506836"/>
              <a:gd name="connsiteY30" fmla="*/ 1858572 h 5753325"/>
              <a:gd name="connsiteX31" fmla="*/ 6251146 w 6506836"/>
              <a:gd name="connsiteY31" fmla="*/ 1926167 h 5753325"/>
              <a:gd name="connsiteX32" fmla="*/ 6210686 w 6506836"/>
              <a:gd name="connsiteY32" fmla="*/ 2014834 h 5753325"/>
              <a:gd name="connsiteX33" fmla="*/ 6106652 w 6506836"/>
              <a:gd name="connsiteY33" fmla="*/ 2150572 h 5753325"/>
              <a:gd name="connsiteX34" fmla="*/ 6097813 w 6506836"/>
              <a:gd name="connsiteY34" fmla="*/ 2172208 h 5753325"/>
              <a:gd name="connsiteX35" fmla="*/ 6095990 w 6506836"/>
              <a:gd name="connsiteY35" fmla="*/ 2181185 h 5753325"/>
              <a:gd name="connsiteX36" fmla="*/ 6090126 w 6506836"/>
              <a:gd name="connsiteY36" fmla="*/ 2192533 h 5753325"/>
              <a:gd name="connsiteX37" fmla="*/ 6089503 w 6506836"/>
              <a:gd name="connsiteY37" fmla="*/ 2192543 h 5753325"/>
              <a:gd name="connsiteX38" fmla="*/ 6084946 w 6506836"/>
              <a:gd name="connsiteY38" fmla="*/ 2203694 h 5753325"/>
              <a:gd name="connsiteX39" fmla="*/ 5987861 w 6506836"/>
              <a:gd name="connsiteY39" fmla="*/ 2304868 h 5753325"/>
              <a:gd name="connsiteX40" fmla="*/ 5973439 w 6506836"/>
              <a:gd name="connsiteY40" fmla="*/ 2385635 h 5753325"/>
              <a:gd name="connsiteX41" fmla="*/ 5916727 w 6506836"/>
              <a:gd name="connsiteY41" fmla="*/ 2458777 h 5753325"/>
              <a:gd name="connsiteX42" fmla="*/ 5856524 w 6506836"/>
              <a:gd name="connsiteY42" fmla="*/ 2583281 h 5753325"/>
              <a:gd name="connsiteX43" fmla="*/ 5838091 w 6506836"/>
              <a:gd name="connsiteY43" fmla="*/ 2753474 h 5753325"/>
              <a:gd name="connsiteX44" fmla="*/ 5777471 w 6506836"/>
              <a:gd name="connsiteY44" fmla="*/ 2901570 h 5753325"/>
              <a:gd name="connsiteX45" fmla="*/ 5723992 w 6506836"/>
              <a:gd name="connsiteY45" fmla="*/ 2998752 h 5753325"/>
              <a:gd name="connsiteX46" fmla="*/ 5557886 w 6506836"/>
              <a:gd name="connsiteY46" fmla="*/ 3329735 h 5753325"/>
              <a:gd name="connsiteX47" fmla="*/ 5471501 w 6506836"/>
              <a:gd name="connsiteY47" fmla="*/ 3462221 h 5753325"/>
              <a:gd name="connsiteX48" fmla="*/ 5465154 w 6506836"/>
              <a:gd name="connsiteY48" fmla="*/ 3541065 h 5753325"/>
              <a:gd name="connsiteX49" fmla="*/ 5437889 w 6506836"/>
              <a:gd name="connsiteY49" fmla="*/ 3559927 h 5753325"/>
              <a:gd name="connsiteX50" fmla="*/ 5432770 w 6506836"/>
              <a:gd name="connsiteY50" fmla="*/ 3562948 h 5753325"/>
              <a:gd name="connsiteX51" fmla="*/ 5406795 w 6506836"/>
              <a:gd name="connsiteY51" fmla="*/ 3578594 h 5753325"/>
              <a:gd name="connsiteX52" fmla="*/ 5381495 w 6506836"/>
              <a:gd name="connsiteY52" fmla="*/ 3599883 h 5753325"/>
              <a:gd name="connsiteX53" fmla="*/ 5363689 w 6506836"/>
              <a:gd name="connsiteY53" fmla="*/ 3633299 h 5753325"/>
              <a:gd name="connsiteX54" fmla="*/ 5291870 w 6506836"/>
              <a:gd name="connsiteY54" fmla="*/ 3799039 h 5753325"/>
              <a:gd name="connsiteX55" fmla="*/ 5241600 w 6506836"/>
              <a:gd name="connsiteY55" fmla="*/ 3894238 h 5753325"/>
              <a:gd name="connsiteX56" fmla="*/ 5211041 w 6506836"/>
              <a:gd name="connsiteY56" fmla="*/ 3924184 h 5753325"/>
              <a:gd name="connsiteX57" fmla="*/ 5176073 w 6506836"/>
              <a:gd name="connsiteY57" fmla="*/ 3970179 h 5753325"/>
              <a:gd name="connsiteX58" fmla="*/ 5172826 w 6506836"/>
              <a:gd name="connsiteY58" fmla="*/ 3991773 h 5753325"/>
              <a:gd name="connsiteX59" fmla="*/ 5157053 w 6506836"/>
              <a:gd name="connsiteY59" fmla="*/ 3997708 h 5753325"/>
              <a:gd name="connsiteX60" fmla="*/ 5127922 w 6506836"/>
              <a:gd name="connsiteY60" fmla="*/ 4022660 h 5753325"/>
              <a:gd name="connsiteX61" fmla="*/ 5020872 w 6506836"/>
              <a:gd name="connsiteY61" fmla="*/ 4075951 h 5753325"/>
              <a:gd name="connsiteX62" fmla="*/ 4991410 w 6506836"/>
              <a:gd name="connsiteY62" fmla="*/ 4087598 h 5753325"/>
              <a:gd name="connsiteX63" fmla="*/ 4930112 w 6506836"/>
              <a:gd name="connsiteY63" fmla="*/ 4138459 h 5753325"/>
              <a:gd name="connsiteX64" fmla="*/ 4834224 w 6506836"/>
              <a:gd name="connsiteY64" fmla="*/ 4231643 h 5753325"/>
              <a:gd name="connsiteX65" fmla="*/ 4812599 w 6506836"/>
              <a:gd name="connsiteY65" fmla="*/ 4249449 h 5753325"/>
              <a:gd name="connsiteX66" fmla="*/ 4789188 w 6506836"/>
              <a:gd name="connsiteY66" fmla="*/ 4256678 h 5753325"/>
              <a:gd name="connsiteX67" fmla="*/ 4779554 w 6506836"/>
              <a:gd name="connsiteY67" fmla="*/ 4251313 h 5753325"/>
              <a:gd name="connsiteX68" fmla="*/ 4766885 w 6506836"/>
              <a:gd name="connsiteY68" fmla="*/ 4259812 h 5753325"/>
              <a:gd name="connsiteX69" fmla="*/ 4762510 w 6506836"/>
              <a:gd name="connsiteY69" fmla="*/ 4260383 h 5753325"/>
              <a:gd name="connsiteX70" fmla="*/ 4738416 w 6506836"/>
              <a:gd name="connsiteY70" fmla="*/ 4265355 h 5753325"/>
              <a:gd name="connsiteX71" fmla="*/ 4712007 w 6506836"/>
              <a:gd name="connsiteY71" fmla="*/ 4317892 h 5753325"/>
              <a:gd name="connsiteX72" fmla="*/ 4658930 w 6506836"/>
              <a:gd name="connsiteY72" fmla="*/ 4348041 h 5753325"/>
              <a:gd name="connsiteX73" fmla="*/ 4443526 w 6506836"/>
              <a:gd name="connsiteY73" fmla="*/ 4507851 h 5753325"/>
              <a:gd name="connsiteX74" fmla="*/ 4289766 w 6506836"/>
              <a:gd name="connsiteY74" fmla="*/ 4711450 h 5753325"/>
              <a:gd name="connsiteX75" fmla="*/ 4150870 w 6506836"/>
              <a:gd name="connsiteY75" fmla="*/ 4818480 h 5753325"/>
              <a:gd name="connsiteX76" fmla="*/ 4006639 w 6506836"/>
              <a:gd name="connsiteY76" fmla="*/ 4933815 h 5753325"/>
              <a:gd name="connsiteX77" fmla="*/ 3298210 w 6506836"/>
              <a:gd name="connsiteY77" fmla="*/ 5070790 h 5753325"/>
              <a:gd name="connsiteX78" fmla="*/ 2947678 w 6506836"/>
              <a:gd name="connsiteY78" fmla="*/ 5117869 h 5753325"/>
              <a:gd name="connsiteX79" fmla="*/ 2822169 w 6506836"/>
              <a:gd name="connsiteY79" fmla="*/ 5129396 h 5753325"/>
              <a:gd name="connsiteX80" fmla="*/ 2538773 w 6506836"/>
              <a:gd name="connsiteY80" fmla="*/ 5313397 h 5753325"/>
              <a:gd name="connsiteX81" fmla="*/ 2014500 w 6506836"/>
              <a:gd name="connsiteY81" fmla="*/ 5519744 h 5753325"/>
              <a:gd name="connsiteX82" fmla="*/ 1934391 w 6506836"/>
              <a:gd name="connsiteY82" fmla="*/ 5591335 h 5753325"/>
              <a:gd name="connsiteX83" fmla="*/ 1892550 w 6506836"/>
              <a:gd name="connsiteY83" fmla="*/ 5649708 h 5753325"/>
              <a:gd name="connsiteX84" fmla="*/ 1854769 w 6506836"/>
              <a:gd name="connsiteY84" fmla="*/ 5647691 h 5753325"/>
              <a:gd name="connsiteX85" fmla="*/ 1809461 w 6506836"/>
              <a:gd name="connsiteY85" fmla="*/ 5648628 h 5753325"/>
              <a:gd name="connsiteX86" fmla="*/ 1745150 w 6506836"/>
              <a:gd name="connsiteY86" fmla="*/ 5693879 h 5753325"/>
              <a:gd name="connsiteX87" fmla="*/ 1713375 w 6506836"/>
              <a:gd name="connsiteY87" fmla="*/ 5684672 h 5753325"/>
              <a:gd name="connsiteX88" fmla="*/ 1707808 w 6506836"/>
              <a:gd name="connsiteY88" fmla="*/ 5682611 h 5753325"/>
              <a:gd name="connsiteX89" fmla="*/ 1679313 w 6506836"/>
              <a:gd name="connsiteY89" fmla="*/ 5672360 h 5753325"/>
              <a:gd name="connsiteX90" fmla="*/ 1646933 w 6506836"/>
              <a:gd name="connsiteY90" fmla="*/ 5666227 h 5753325"/>
              <a:gd name="connsiteX91" fmla="*/ 1610055 w 6506836"/>
              <a:gd name="connsiteY91" fmla="*/ 5673643 h 5753325"/>
              <a:gd name="connsiteX92" fmla="*/ 1437641 w 6506836"/>
              <a:gd name="connsiteY92" fmla="*/ 5723266 h 5753325"/>
              <a:gd name="connsiteX93" fmla="*/ 1332869 w 6506836"/>
              <a:gd name="connsiteY93" fmla="*/ 5744752 h 5753325"/>
              <a:gd name="connsiteX94" fmla="*/ 1290525 w 6506836"/>
              <a:gd name="connsiteY94" fmla="*/ 5740036 h 5753325"/>
              <a:gd name="connsiteX95" fmla="*/ 1233107 w 6506836"/>
              <a:gd name="connsiteY95" fmla="*/ 5742106 h 5753325"/>
              <a:gd name="connsiteX96" fmla="*/ 1214532 w 6506836"/>
              <a:gd name="connsiteY96" fmla="*/ 5753325 h 5753325"/>
              <a:gd name="connsiteX97" fmla="*/ 1199955 w 6506836"/>
              <a:gd name="connsiteY97" fmla="*/ 5744831 h 5753325"/>
              <a:gd name="connsiteX98" fmla="*/ 1162337 w 6506836"/>
              <a:gd name="connsiteY98" fmla="*/ 5738048 h 5753325"/>
              <a:gd name="connsiteX99" fmla="*/ 1053457 w 6506836"/>
              <a:gd name="connsiteY99" fmla="*/ 5688676 h 5753325"/>
              <a:gd name="connsiteX100" fmla="*/ 1025798 w 6506836"/>
              <a:gd name="connsiteY100" fmla="*/ 5673166 h 5753325"/>
              <a:gd name="connsiteX101" fmla="*/ 947900 w 6506836"/>
              <a:gd name="connsiteY101" fmla="*/ 5657848 h 5753325"/>
              <a:gd name="connsiteX102" fmla="*/ 815627 w 6506836"/>
              <a:gd name="connsiteY102" fmla="*/ 5642557 h 5753325"/>
              <a:gd name="connsiteX103" fmla="*/ 788251 w 6506836"/>
              <a:gd name="connsiteY103" fmla="*/ 5637065 h 5753325"/>
              <a:gd name="connsiteX104" fmla="*/ 767822 w 6506836"/>
              <a:gd name="connsiteY104" fmla="*/ 5623450 h 5753325"/>
              <a:gd name="connsiteX105" fmla="*/ 765791 w 6506836"/>
              <a:gd name="connsiteY105" fmla="*/ 5612539 h 5753325"/>
              <a:gd name="connsiteX106" fmla="*/ 751230 w 6506836"/>
              <a:gd name="connsiteY106" fmla="*/ 5608092 h 5753325"/>
              <a:gd name="connsiteX107" fmla="*/ 748008 w 6506836"/>
              <a:gd name="connsiteY107" fmla="*/ 5605052 h 5753325"/>
              <a:gd name="connsiteX108" fmla="*/ 728871 w 6506836"/>
              <a:gd name="connsiteY108" fmla="*/ 5589469 h 5753325"/>
              <a:gd name="connsiteX109" fmla="*/ 671898 w 6506836"/>
              <a:gd name="connsiteY109" fmla="*/ 5602363 h 5753325"/>
              <a:gd name="connsiteX110" fmla="*/ 615065 w 6506836"/>
              <a:gd name="connsiteY110" fmla="*/ 5580257 h 5753325"/>
              <a:gd name="connsiteX111" fmla="*/ 355785 w 6506836"/>
              <a:gd name="connsiteY111" fmla="*/ 5514383 h 5753325"/>
              <a:gd name="connsiteX112" fmla="*/ 102269 w 6506836"/>
              <a:gd name="connsiteY112" fmla="*/ 5524347 h 5753325"/>
              <a:gd name="connsiteX113" fmla="*/ 13160 w 6506836"/>
              <a:gd name="connsiteY113" fmla="*/ 5514159 h 5753325"/>
              <a:gd name="connsiteX114" fmla="*/ 0 w 6506836"/>
              <a:gd name="connsiteY114" fmla="*/ 5511735 h 5753325"/>
              <a:gd name="connsiteX115" fmla="*/ 0 w 6506836"/>
              <a:gd name="connsiteY115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465936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375685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62955"/>
              <a:gd name="connsiteY0" fmla="*/ 0 h 5753325"/>
              <a:gd name="connsiteX1" fmla="*/ 6438980 w 6462955"/>
              <a:gd name="connsiteY1" fmla="*/ 0 h 5753325"/>
              <a:gd name="connsiteX2" fmla="*/ 6439047 w 6462955"/>
              <a:gd name="connsiteY2" fmla="*/ 147 h 5753325"/>
              <a:gd name="connsiteX3" fmla="*/ 6443456 w 6462955"/>
              <a:gd name="connsiteY3" fmla="*/ 130105 h 5753325"/>
              <a:gd name="connsiteX4" fmla="*/ 6447632 w 6462955"/>
              <a:gd name="connsiteY4" fmla="*/ 170016 h 5753325"/>
              <a:gd name="connsiteX5" fmla="*/ 6396598 w 6462955"/>
              <a:gd name="connsiteY5" fmla="*/ 274847 h 5753325"/>
              <a:gd name="connsiteX6" fmla="*/ 6375685 w 6462955"/>
              <a:gd name="connsiteY6" fmla="*/ 535865 h 5753325"/>
              <a:gd name="connsiteX7" fmla="*/ 6354187 w 6462955"/>
              <a:gd name="connsiteY7" fmla="*/ 615799 h 5753325"/>
              <a:gd name="connsiteX8" fmla="*/ 6459988 w 6462955"/>
              <a:gd name="connsiteY8" fmla="*/ 707628 h 5753325"/>
              <a:gd name="connsiteX9" fmla="*/ 6453989 w 6462955"/>
              <a:gd name="connsiteY9" fmla="*/ 711876 h 5753325"/>
              <a:gd name="connsiteX10" fmla="*/ 6453209 w 6462955"/>
              <a:gd name="connsiteY10" fmla="*/ 719127 h 5753325"/>
              <a:gd name="connsiteX11" fmla="*/ 6457662 w 6462955"/>
              <a:gd name="connsiteY11" fmla="*/ 723331 h 5753325"/>
              <a:gd name="connsiteX12" fmla="*/ 6447445 w 6462955"/>
              <a:gd name="connsiteY12" fmla="*/ 780003 h 5753325"/>
              <a:gd name="connsiteX13" fmla="*/ 6426552 w 6462955"/>
              <a:gd name="connsiteY13" fmla="*/ 845805 h 5753325"/>
              <a:gd name="connsiteX14" fmla="*/ 6434072 w 6462955"/>
              <a:gd name="connsiteY14" fmla="*/ 910733 h 5753325"/>
              <a:gd name="connsiteX15" fmla="*/ 6432570 w 6462955"/>
              <a:gd name="connsiteY15" fmla="*/ 983394 h 5753325"/>
              <a:gd name="connsiteX16" fmla="*/ 6431878 w 6462955"/>
              <a:gd name="connsiteY16" fmla="*/ 1026728 h 5753325"/>
              <a:gd name="connsiteX17" fmla="*/ 6414269 w 6462955"/>
              <a:gd name="connsiteY17" fmla="*/ 1151111 h 5753325"/>
              <a:gd name="connsiteX18" fmla="*/ 6371722 w 6462955"/>
              <a:gd name="connsiteY18" fmla="*/ 1318080 h 5753325"/>
              <a:gd name="connsiteX19" fmla="*/ 6356023 w 6462955"/>
              <a:gd name="connsiteY19" fmla="*/ 1356227 h 5753325"/>
              <a:gd name="connsiteX20" fmla="*/ 6356157 w 6462955"/>
              <a:gd name="connsiteY20" fmla="*/ 1361967 h 5753325"/>
              <a:gd name="connsiteX21" fmla="*/ 6350613 w 6462955"/>
              <a:gd name="connsiteY21" fmla="*/ 1393569 h 5753325"/>
              <a:gd name="connsiteX22" fmla="*/ 6357062 w 6462955"/>
              <a:gd name="connsiteY22" fmla="*/ 1444071 h 5753325"/>
              <a:gd name="connsiteX23" fmla="*/ 6364832 w 6462955"/>
              <a:gd name="connsiteY23" fmla="*/ 1478763 h 5753325"/>
              <a:gd name="connsiteX24" fmla="*/ 6369745 w 6462955"/>
              <a:gd name="connsiteY24" fmla="*/ 1495680 h 5753325"/>
              <a:gd name="connsiteX25" fmla="*/ 6370898 w 6462955"/>
              <a:gd name="connsiteY25" fmla="*/ 1513331 h 5753325"/>
              <a:gd name="connsiteX26" fmla="*/ 6368801 w 6462955"/>
              <a:gd name="connsiteY26" fmla="*/ 1527414 h 5753325"/>
              <a:gd name="connsiteX27" fmla="*/ 6359177 w 6462955"/>
              <a:gd name="connsiteY27" fmla="*/ 1639513 h 5753325"/>
              <a:gd name="connsiteX28" fmla="*/ 6299489 w 6462955"/>
              <a:gd name="connsiteY28" fmla="*/ 1784860 h 5753325"/>
              <a:gd name="connsiteX29" fmla="*/ 6267878 w 6462955"/>
              <a:gd name="connsiteY29" fmla="*/ 1858572 h 5753325"/>
              <a:gd name="connsiteX30" fmla="*/ 6251146 w 6462955"/>
              <a:gd name="connsiteY30" fmla="*/ 1926167 h 5753325"/>
              <a:gd name="connsiteX31" fmla="*/ 6210686 w 6462955"/>
              <a:gd name="connsiteY31" fmla="*/ 2014834 h 5753325"/>
              <a:gd name="connsiteX32" fmla="*/ 6106652 w 6462955"/>
              <a:gd name="connsiteY32" fmla="*/ 2150572 h 5753325"/>
              <a:gd name="connsiteX33" fmla="*/ 6097813 w 6462955"/>
              <a:gd name="connsiteY33" fmla="*/ 2172208 h 5753325"/>
              <a:gd name="connsiteX34" fmla="*/ 6095990 w 6462955"/>
              <a:gd name="connsiteY34" fmla="*/ 2181185 h 5753325"/>
              <a:gd name="connsiteX35" fmla="*/ 6090126 w 6462955"/>
              <a:gd name="connsiteY35" fmla="*/ 2192533 h 5753325"/>
              <a:gd name="connsiteX36" fmla="*/ 6089503 w 6462955"/>
              <a:gd name="connsiteY36" fmla="*/ 2192543 h 5753325"/>
              <a:gd name="connsiteX37" fmla="*/ 6084946 w 6462955"/>
              <a:gd name="connsiteY37" fmla="*/ 2203694 h 5753325"/>
              <a:gd name="connsiteX38" fmla="*/ 5987861 w 6462955"/>
              <a:gd name="connsiteY38" fmla="*/ 2304868 h 5753325"/>
              <a:gd name="connsiteX39" fmla="*/ 5973439 w 6462955"/>
              <a:gd name="connsiteY39" fmla="*/ 2385635 h 5753325"/>
              <a:gd name="connsiteX40" fmla="*/ 5916727 w 6462955"/>
              <a:gd name="connsiteY40" fmla="*/ 2458777 h 5753325"/>
              <a:gd name="connsiteX41" fmla="*/ 5856524 w 6462955"/>
              <a:gd name="connsiteY41" fmla="*/ 2583281 h 5753325"/>
              <a:gd name="connsiteX42" fmla="*/ 5838091 w 6462955"/>
              <a:gd name="connsiteY42" fmla="*/ 2753474 h 5753325"/>
              <a:gd name="connsiteX43" fmla="*/ 5777471 w 6462955"/>
              <a:gd name="connsiteY43" fmla="*/ 2901570 h 5753325"/>
              <a:gd name="connsiteX44" fmla="*/ 5723992 w 6462955"/>
              <a:gd name="connsiteY44" fmla="*/ 2998752 h 5753325"/>
              <a:gd name="connsiteX45" fmla="*/ 5557886 w 6462955"/>
              <a:gd name="connsiteY45" fmla="*/ 3329735 h 5753325"/>
              <a:gd name="connsiteX46" fmla="*/ 5471501 w 6462955"/>
              <a:gd name="connsiteY46" fmla="*/ 3462221 h 5753325"/>
              <a:gd name="connsiteX47" fmla="*/ 5465154 w 6462955"/>
              <a:gd name="connsiteY47" fmla="*/ 3541065 h 5753325"/>
              <a:gd name="connsiteX48" fmla="*/ 5437889 w 6462955"/>
              <a:gd name="connsiteY48" fmla="*/ 3559927 h 5753325"/>
              <a:gd name="connsiteX49" fmla="*/ 5432770 w 6462955"/>
              <a:gd name="connsiteY49" fmla="*/ 3562948 h 5753325"/>
              <a:gd name="connsiteX50" fmla="*/ 5406795 w 6462955"/>
              <a:gd name="connsiteY50" fmla="*/ 3578594 h 5753325"/>
              <a:gd name="connsiteX51" fmla="*/ 5381495 w 6462955"/>
              <a:gd name="connsiteY51" fmla="*/ 3599883 h 5753325"/>
              <a:gd name="connsiteX52" fmla="*/ 5363689 w 6462955"/>
              <a:gd name="connsiteY52" fmla="*/ 3633299 h 5753325"/>
              <a:gd name="connsiteX53" fmla="*/ 5291870 w 6462955"/>
              <a:gd name="connsiteY53" fmla="*/ 3799039 h 5753325"/>
              <a:gd name="connsiteX54" fmla="*/ 5241600 w 6462955"/>
              <a:gd name="connsiteY54" fmla="*/ 3894238 h 5753325"/>
              <a:gd name="connsiteX55" fmla="*/ 5211041 w 6462955"/>
              <a:gd name="connsiteY55" fmla="*/ 3924184 h 5753325"/>
              <a:gd name="connsiteX56" fmla="*/ 5176073 w 6462955"/>
              <a:gd name="connsiteY56" fmla="*/ 3970179 h 5753325"/>
              <a:gd name="connsiteX57" fmla="*/ 5172826 w 6462955"/>
              <a:gd name="connsiteY57" fmla="*/ 3991773 h 5753325"/>
              <a:gd name="connsiteX58" fmla="*/ 5157053 w 6462955"/>
              <a:gd name="connsiteY58" fmla="*/ 3997708 h 5753325"/>
              <a:gd name="connsiteX59" fmla="*/ 5127922 w 6462955"/>
              <a:gd name="connsiteY59" fmla="*/ 4022660 h 5753325"/>
              <a:gd name="connsiteX60" fmla="*/ 5020872 w 6462955"/>
              <a:gd name="connsiteY60" fmla="*/ 4075951 h 5753325"/>
              <a:gd name="connsiteX61" fmla="*/ 4991410 w 6462955"/>
              <a:gd name="connsiteY61" fmla="*/ 4087598 h 5753325"/>
              <a:gd name="connsiteX62" fmla="*/ 4930112 w 6462955"/>
              <a:gd name="connsiteY62" fmla="*/ 4138459 h 5753325"/>
              <a:gd name="connsiteX63" fmla="*/ 4834224 w 6462955"/>
              <a:gd name="connsiteY63" fmla="*/ 4231643 h 5753325"/>
              <a:gd name="connsiteX64" fmla="*/ 4812599 w 6462955"/>
              <a:gd name="connsiteY64" fmla="*/ 4249449 h 5753325"/>
              <a:gd name="connsiteX65" fmla="*/ 4789188 w 6462955"/>
              <a:gd name="connsiteY65" fmla="*/ 4256678 h 5753325"/>
              <a:gd name="connsiteX66" fmla="*/ 4779554 w 6462955"/>
              <a:gd name="connsiteY66" fmla="*/ 4251313 h 5753325"/>
              <a:gd name="connsiteX67" fmla="*/ 4766885 w 6462955"/>
              <a:gd name="connsiteY67" fmla="*/ 4259812 h 5753325"/>
              <a:gd name="connsiteX68" fmla="*/ 4762510 w 6462955"/>
              <a:gd name="connsiteY68" fmla="*/ 4260383 h 5753325"/>
              <a:gd name="connsiteX69" fmla="*/ 4738416 w 6462955"/>
              <a:gd name="connsiteY69" fmla="*/ 4265355 h 5753325"/>
              <a:gd name="connsiteX70" fmla="*/ 4712007 w 6462955"/>
              <a:gd name="connsiteY70" fmla="*/ 4317892 h 5753325"/>
              <a:gd name="connsiteX71" fmla="*/ 4658930 w 6462955"/>
              <a:gd name="connsiteY71" fmla="*/ 4348041 h 5753325"/>
              <a:gd name="connsiteX72" fmla="*/ 4443526 w 6462955"/>
              <a:gd name="connsiteY72" fmla="*/ 4507851 h 5753325"/>
              <a:gd name="connsiteX73" fmla="*/ 4289766 w 6462955"/>
              <a:gd name="connsiteY73" fmla="*/ 4711450 h 5753325"/>
              <a:gd name="connsiteX74" fmla="*/ 4150870 w 6462955"/>
              <a:gd name="connsiteY74" fmla="*/ 4818480 h 5753325"/>
              <a:gd name="connsiteX75" fmla="*/ 4006639 w 6462955"/>
              <a:gd name="connsiteY75" fmla="*/ 4933815 h 5753325"/>
              <a:gd name="connsiteX76" fmla="*/ 3298210 w 6462955"/>
              <a:gd name="connsiteY76" fmla="*/ 5070790 h 5753325"/>
              <a:gd name="connsiteX77" fmla="*/ 2947678 w 6462955"/>
              <a:gd name="connsiteY77" fmla="*/ 5117869 h 5753325"/>
              <a:gd name="connsiteX78" fmla="*/ 2822169 w 6462955"/>
              <a:gd name="connsiteY78" fmla="*/ 5129396 h 5753325"/>
              <a:gd name="connsiteX79" fmla="*/ 2538773 w 6462955"/>
              <a:gd name="connsiteY79" fmla="*/ 5313397 h 5753325"/>
              <a:gd name="connsiteX80" fmla="*/ 2014500 w 6462955"/>
              <a:gd name="connsiteY80" fmla="*/ 5519744 h 5753325"/>
              <a:gd name="connsiteX81" fmla="*/ 1934391 w 6462955"/>
              <a:gd name="connsiteY81" fmla="*/ 5591335 h 5753325"/>
              <a:gd name="connsiteX82" fmla="*/ 1892550 w 6462955"/>
              <a:gd name="connsiteY82" fmla="*/ 5649708 h 5753325"/>
              <a:gd name="connsiteX83" fmla="*/ 1854769 w 6462955"/>
              <a:gd name="connsiteY83" fmla="*/ 5647691 h 5753325"/>
              <a:gd name="connsiteX84" fmla="*/ 1809461 w 6462955"/>
              <a:gd name="connsiteY84" fmla="*/ 5648628 h 5753325"/>
              <a:gd name="connsiteX85" fmla="*/ 1745150 w 6462955"/>
              <a:gd name="connsiteY85" fmla="*/ 5693879 h 5753325"/>
              <a:gd name="connsiteX86" fmla="*/ 1713375 w 6462955"/>
              <a:gd name="connsiteY86" fmla="*/ 5684672 h 5753325"/>
              <a:gd name="connsiteX87" fmla="*/ 1707808 w 6462955"/>
              <a:gd name="connsiteY87" fmla="*/ 5682611 h 5753325"/>
              <a:gd name="connsiteX88" fmla="*/ 1679313 w 6462955"/>
              <a:gd name="connsiteY88" fmla="*/ 5672360 h 5753325"/>
              <a:gd name="connsiteX89" fmla="*/ 1646933 w 6462955"/>
              <a:gd name="connsiteY89" fmla="*/ 5666227 h 5753325"/>
              <a:gd name="connsiteX90" fmla="*/ 1610055 w 6462955"/>
              <a:gd name="connsiteY90" fmla="*/ 5673643 h 5753325"/>
              <a:gd name="connsiteX91" fmla="*/ 1437641 w 6462955"/>
              <a:gd name="connsiteY91" fmla="*/ 5723266 h 5753325"/>
              <a:gd name="connsiteX92" fmla="*/ 1332869 w 6462955"/>
              <a:gd name="connsiteY92" fmla="*/ 5744752 h 5753325"/>
              <a:gd name="connsiteX93" fmla="*/ 1290525 w 6462955"/>
              <a:gd name="connsiteY93" fmla="*/ 5740036 h 5753325"/>
              <a:gd name="connsiteX94" fmla="*/ 1233107 w 6462955"/>
              <a:gd name="connsiteY94" fmla="*/ 5742106 h 5753325"/>
              <a:gd name="connsiteX95" fmla="*/ 1214532 w 6462955"/>
              <a:gd name="connsiteY95" fmla="*/ 5753325 h 5753325"/>
              <a:gd name="connsiteX96" fmla="*/ 1199955 w 6462955"/>
              <a:gd name="connsiteY96" fmla="*/ 5744831 h 5753325"/>
              <a:gd name="connsiteX97" fmla="*/ 1162337 w 6462955"/>
              <a:gd name="connsiteY97" fmla="*/ 5738048 h 5753325"/>
              <a:gd name="connsiteX98" fmla="*/ 1053457 w 6462955"/>
              <a:gd name="connsiteY98" fmla="*/ 5688676 h 5753325"/>
              <a:gd name="connsiteX99" fmla="*/ 1025798 w 6462955"/>
              <a:gd name="connsiteY99" fmla="*/ 5673166 h 5753325"/>
              <a:gd name="connsiteX100" fmla="*/ 947900 w 6462955"/>
              <a:gd name="connsiteY100" fmla="*/ 5657848 h 5753325"/>
              <a:gd name="connsiteX101" fmla="*/ 815627 w 6462955"/>
              <a:gd name="connsiteY101" fmla="*/ 5642557 h 5753325"/>
              <a:gd name="connsiteX102" fmla="*/ 788251 w 6462955"/>
              <a:gd name="connsiteY102" fmla="*/ 5637065 h 5753325"/>
              <a:gd name="connsiteX103" fmla="*/ 767822 w 6462955"/>
              <a:gd name="connsiteY103" fmla="*/ 5623450 h 5753325"/>
              <a:gd name="connsiteX104" fmla="*/ 765791 w 6462955"/>
              <a:gd name="connsiteY104" fmla="*/ 5612539 h 5753325"/>
              <a:gd name="connsiteX105" fmla="*/ 751230 w 6462955"/>
              <a:gd name="connsiteY105" fmla="*/ 5608092 h 5753325"/>
              <a:gd name="connsiteX106" fmla="*/ 748008 w 6462955"/>
              <a:gd name="connsiteY106" fmla="*/ 5605052 h 5753325"/>
              <a:gd name="connsiteX107" fmla="*/ 728871 w 6462955"/>
              <a:gd name="connsiteY107" fmla="*/ 5589469 h 5753325"/>
              <a:gd name="connsiteX108" fmla="*/ 671898 w 6462955"/>
              <a:gd name="connsiteY108" fmla="*/ 5602363 h 5753325"/>
              <a:gd name="connsiteX109" fmla="*/ 615065 w 6462955"/>
              <a:gd name="connsiteY109" fmla="*/ 5580257 h 5753325"/>
              <a:gd name="connsiteX110" fmla="*/ 355785 w 6462955"/>
              <a:gd name="connsiteY110" fmla="*/ 5514383 h 5753325"/>
              <a:gd name="connsiteX111" fmla="*/ 102269 w 6462955"/>
              <a:gd name="connsiteY111" fmla="*/ 5524347 h 5753325"/>
              <a:gd name="connsiteX112" fmla="*/ 13160 w 6462955"/>
              <a:gd name="connsiteY112" fmla="*/ 5514159 h 5753325"/>
              <a:gd name="connsiteX113" fmla="*/ 0 w 6462955"/>
              <a:gd name="connsiteY113" fmla="*/ 5511735 h 5753325"/>
              <a:gd name="connsiteX114" fmla="*/ 0 w 6462955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453209 w 6459988"/>
              <a:gd name="connsiteY10" fmla="*/ 719127 h 5753325"/>
              <a:gd name="connsiteX11" fmla="*/ 6344988 w 6459988"/>
              <a:gd name="connsiteY11" fmla="*/ 697330 h 5753325"/>
              <a:gd name="connsiteX12" fmla="*/ 6447445 w 6459988"/>
              <a:gd name="connsiteY12" fmla="*/ 780003 h 5753325"/>
              <a:gd name="connsiteX13" fmla="*/ 6426552 w 6459988"/>
              <a:gd name="connsiteY13" fmla="*/ 845805 h 5753325"/>
              <a:gd name="connsiteX14" fmla="*/ 6434072 w 6459988"/>
              <a:gd name="connsiteY14" fmla="*/ 910733 h 5753325"/>
              <a:gd name="connsiteX15" fmla="*/ 6432570 w 6459988"/>
              <a:gd name="connsiteY15" fmla="*/ 983394 h 5753325"/>
              <a:gd name="connsiteX16" fmla="*/ 6431878 w 6459988"/>
              <a:gd name="connsiteY16" fmla="*/ 1026728 h 5753325"/>
              <a:gd name="connsiteX17" fmla="*/ 6414269 w 6459988"/>
              <a:gd name="connsiteY17" fmla="*/ 1151111 h 5753325"/>
              <a:gd name="connsiteX18" fmla="*/ 6371722 w 6459988"/>
              <a:gd name="connsiteY18" fmla="*/ 1318080 h 5753325"/>
              <a:gd name="connsiteX19" fmla="*/ 6356023 w 6459988"/>
              <a:gd name="connsiteY19" fmla="*/ 1356227 h 5753325"/>
              <a:gd name="connsiteX20" fmla="*/ 6356157 w 6459988"/>
              <a:gd name="connsiteY20" fmla="*/ 1361967 h 5753325"/>
              <a:gd name="connsiteX21" fmla="*/ 6350613 w 6459988"/>
              <a:gd name="connsiteY21" fmla="*/ 1393569 h 5753325"/>
              <a:gd name="connsiteX22" fmla="*/ 6357062 w 6459988"/>
              <a:gd name="connsiteY22" fmla="*/ 1444071 h 5753325"/>
              <a:gd name="connsiteX23" fmla="*/ 6364832 w 6459988"/>
              <a:gd name="connsiteY23" fmla="*/ 1478763 h 5753325"/>
              <a:gd name="connsiteX24" fmla="*/ 6369745 w 6459988"/>
              <a:gd name="connsiteY24" fmla="*/ 1495680 h 5753325"/>
              <a:gd name="connsiteX25" fmla="*/ 6370898 w 6459988"/>
              <a:gd name="connsiteY25" fmla="*/ 1513331 h 5753325"/>
              <a:gd name="connsiteX26" fmla="*/ 6368801 w 6459988"/>
              <a:gd name="connsiteY26" fmla="*/ 1527414 h 5753325"/>
              <a:gd name="connsiteX27" fmla="*/ 6359177 w 6459988"/>
              <a:gd name="connsiteY27" fmla="*/ 1639513 h 5753325"/>
              <a:gd name="connsiteX28" fmla="*/ 6299489 w 6459988"/>
              <a:gd name="connsiteY28" fmla="*/ 1784860 h 5753325"/>
              <a:gd name="connsiteX29" fmla="*/ 6267878 w 6459988"/>
              <a:gd name="connsiteY29" fmla="*/ 1858572 h 5753325"/>
              <a:gd name="connsiteX30" fmla="*/ 6251146 w 6459988"/>
              <a:gd name="connsiteY30" fmla="*/ 1926167 h 5753325"/>
              <a:gd name="connsiteX31" fmla="*/ 6210686 w 6459988"/>
              <a:gd name="connsiteY31" fmla="*/ 2014834 h 5753325"/>
              <a:gd name="connsiteX32" fmla="*/ 6106652 w 6459988"/>
              <a:gd name="connsiteY32" fmla="*/ 2150572 h 5753325"/>
              <a:gd name="connsiteX33" fmla="*/ 6097813 w 6459988"/>
              <a:gd name="connsiteY33" fmla="*/ 2172208 h 5753325"/>
              <a:gd name="connsiteX34" fmla="*/ 6095990 w 6459988"/>
              <a:gd name="connsiteY34" fmla="*/ 2181185 h 5753325"/>
              <a:gd name="connsiteX35" fmla="*/ 6090126 w 6459988"/>
              <a:gd name="connsiteY35" fmla="*/ 2192533 h 5753325"/>
              <a:gd name="connsiteX36" fmla="*/ 6089503 w 6459988"/>
              <a:gd name="connsiteY36" fmla="*/ 2192543 h 5753325"/>
              <a:gd name="connsiteX37" fmla="*/ 6084946 w 6459988"/>
              <a:gd name="connsiteY37" fmla="*/ 2203694 h 5753325"/>
              <a:gd name="connsiteX38" fmla="*/ 5987861 w 6459988"/>
              <a:gd name="connsiteY38" fmla="*/ 2304868 h 5753325"/>
              <a:gd name="connsiteX39" fmla="*/ 5973439 w 6459988"/>
              <a:gd name="connsiteY39" fmla="*/ 2385635 h 5753325"/>
              <a:gd name="connsiteX40" fmla="*/ 5916727 w 6459988"/>
              <a:gd name="connsiteY40" fmla="*/ 2458777 h 5753325"/>
              <a:gd name="connsiteX41" fmla="*/ 5856524 w 6459988"/>
              <a:gd name="connsiteY41" fmla="*/ 2583281 h 5753325"/>
              <a:gd name="connsiteX42" fmla="*/ 5838091 w 6459988"/>
              <a:gd name="connsiteY42" fmla="*/ 2753474 h 5753325"/>
              <a:gd name="connsiteX43" fmla="*/ 5777471 w 6459988"/>
              <a:gd name="connsiteY43" fmla="*/ 2901570 h 5753325"/>
              <a:gd name="connsiteX44" fmla="*/ 5723992 w 6459988"/>
              <a:gd name="connsiteY44" fmla="*/ 2998752 h 5753325"/>
              <a:gd name="connsiteX45" fmla="*/ 5557886 w 6459988"/>
              <a:gd name="connsiteY45" fmla="*/ 3329735 h 5753325"/>
              <a:gd name="connsiteX46" fmla="*/ 5471501 w 6459988"/>
              <a:gd name="connsiteY46" fmla="*/ 3462221 h 5753325"/>
              <a:gd name="connsiteX47" fmla="*/ 5465154 w 6459988"/>
              <a:gd name="connsiteY47" fmla="*/ 3541065 h 5753325"/>
              <a:gd name="connsiteX48" fmla="*/ 5437889 w 6459988"/>
              <a:gd name="connsiteY48" fmla="*/ 3559927 h 5753325"/>
              <a:gd name="connsiteX49" fmla="*/ 5432770 w 6459988"/>
              <a:gd name="connsiteY49" fmla="*/ 3562948 h 5753325"/>
              <a:gd name="connsiteX50" fmla="*/ 5406795 w 6459988"/>
              <a:gd name="connsiteY50" fmla="*/ 3578594 h 5753325"/>
              <a:gd name="connsiteX51" fmla="*/ 5381495 w 6459988"/>
              <a:gd name="connsiteY51" fmla="*/ 3599883 h 5753325"/>
              <a:gd name="connsiteX52" fmla="*/ 5363689 w 6459988"/>
              <a:gd name="connsiteY52" fmla="*/ 3633299 h 5753325"/>
              <a:gd name="connsiteX53" fmla="*/ 5291870 w 6459988"/>
              <a:gd name="connsiteY53" fmla="*/ 3799039 h 5753325"/>
              <a:gd name="connsiteX54" fmla="*/ 5241600 w 6459988"/>
              <a:gd name="connsiteY54" fmla="*/ 3894238 h 5753325"/>
              <a:gd name="connsiteX55" fmla="*/ 5211041 w 6459988"/>
              <a:gd name="connsiteY55" fmla="*/ 3924184 h 5753325"/>
              <a:gd name="connsiteX56" fmla="*/ 5176073 w 6459988"/>
              <a:gd name="connsiteY56" fmla="*/ 3970179 h 5753325"/>
              <a:gd name="connsiteX57" fmla="*/ 5172826 w 6459988"/>
              <a:gd name="connsiteY57" fmla="*/ 3991773 h 5753325"/>
              <a:gd name="connsiteX58" fmla="*/ 5157053 w 6459988"/>
              <a:gd name="connsiteY58" fmla="*/ 3997708 h 5753325"/>
              <a:gd name="connsiteX59" fmla="*/ 5127922 w 6459988"/>
              <a:gd name="connsiteY59" fmla="*/ 4022660 h 5753325"/>
              <a:gd name="connsiteX60" fmla="*/ 5020872 w 6459988"/>
              <a:gd name="connsiteY60" fmla="*/ 4075951 h 5753325"/>
              <a:gd name="connsiteX61" fmla="*/ 4991410 w 6459988"/>
              <a:gd name="connsiteY61" fmla="*/ 4087598 h 5753325"/>
              <a:gd name="connsiteX62" fmla="*/ 4930112 w 6459988"/>
              <a:gd name="connsiteY62" fmla="*/ 4138459 h 5753325"/>
              <a:gd name="connsiteX63" fmla="*/ 4834224 w 6459988"/>
              <a:gd name="connsiteY63" fmla="*/ 4231643 h 5753325"/>
              <a:gd name="connsiteX64" fmla="*/ 4812599 w 6459988"/>
              <a:gd name="connsiteY64" fmla="*/ 4249449 h 5753325"/>
              <a:gd name="connsiteX65" fmla="*/ 4789188 w 6459988"/>
              <a:gd name="connsiteY65" fmla="*/ 4256678 h 5753325"/>
              <a:gd name="connsiteX66" fmla="*/ 4779554 w 6459988"/>
              <a:gd name="connsiteY66" fmla="*/ 4251313 h 5753325"/>
              <a:gd name="connsiteX67" fmla="*/ 4766885 w 6459988"/>
              <a:gd name="connsiteY67" fmla="*/ 4259812 h 5753325"/>
              <a:gd name="connsiteX68" fmla="*/ 4762510 w 6459988"/>
              <a:gd name="connsiteY68" fmla="*/ 4260383 h 5753325"/>
              <a:gd name="connsiteX69" fmla="*/ 4738416 w 6459988"/>
              <a:gd name="connsiteY69" fmla="*/ 4265355 h 5753325"/>
              <a:gd name="connsiteX70" fmla="*/ 4712007 w 6459988"/>
              <a:gd name="connsiteY70" fmla="*/ 4317892 h 5753325"/>
              <a:gd name="connsiteX71" fmla="*/ 4658930 w 6459988"/>
              <a:gd name="connsiteY71" fmla="*/ 4348041 h 5753325"/>
              <a:gd name="connsiteX72" fmla="*/ 4443526 w 6459988"/>
              <a:gd name="connsiteY72" fmla="*/ 4507851 h 5753325"/>
              <a:gd name="connsiteX73" fmla="*/ 4289766 w 6459988"/>
              <a:gd name="connsiteY73" fmla="*/ 4711450 h 5753325"/>
              <a:gd name="connsiteX74" fmla="*/ 4150870 w 6459988"/>
              <a:gd name="connsiteY74" fmla="*/ 4818480 h 5753325"/>
              <a:gd name="connsiteX75" fmla="*/ 4006639 w 6459988"/>
              <a:gd name="connsiteY75" fmla="*/ 4933815 h 5753325"/>
              <a:gd name="connsiteX76" fmla="*/ 3298210 w 6459988"/>
              <a:gd name="connsiteY76" fmla="*/ 5070790 h 5753325"/>
              <a:gd name="connsiteX77" fmla="*/ 2947678 w 6459988"/>
              <a:gd name="connsiteY77" fmla="*/ 5117869 h 5753325"/>
              <a:gd name="connsiteX78" fmla="*/ 2822169 w 6459988"/>
              <a:gd name="connsiteY78" fmla="*/ 5129396 h 5753325"/>
              <a:gd name="connsiteX79" fmla="*/ 2538773 w 6459988"/>
              <a:gd name="connsiteY79" fmla="*/ 5313397 h 5753325"/>
              <a:gd name="connsiteX80" fmla="*/ 2014500 w 6459988"/>
              <a:gd name="connsiteY80" fmla="*/ 5519744 h 5753325"/>
              <a:gd name="connsiteX81" fmla="*/ 1934391 w 6459988"/>
              <a:gd name="connsiteY81" fmla="*/ 5591335 h 5753325"/>
              <a:gd name="connsiteX82" fmla="*/ 1892550 w 6459988"/>
              <a:gd name="connsiteY82" fmla="*/ 5649708 h 5753325"/>
              <a:gd name="connsiteX83" fmla="*/ 1854769 w 6459988"/>
              <a:gd name="connsiteY83" fmla="*/ 5647691 h 5753325"/>
              <a:gd name="connsiteX84" fmla="*/ 1809461 w 6459988"/>
              <a:gd name="connsiteY84" fmla="*/ 5648628 h 5753325"/>
              <a:gd name="connsiteX85" fmla="*/ 1745150 w 6459988"/>
              <a:gd name="connsiteY85" fmla="*/ 5693879 h 5753325"/>
              <a:gd name="connsiteX86" fmla="*/ 1713375 w 6459988"/>
              <a:gd name="connsiteY86" fmla="*/ 5684672 h 5753325"/>
              <a:gd name="connsiteX87" fmla="*/ 1707808 w 6459988"/>
              <a:gd name="connsiteY87" fmla="*/ 5682611 h 5753325"/>
              <a:gd name="connsiteX88" fmla="*/ 1679313 w 6459988"/>
              <a:gd name="connsiteY88" fmla="*/ 5672360 h 5753325"/>
              <a:gd name="connsiteX89" fmla="*/ 1646933 w 6459988"/>
              <a:gd name="connsiteY89" fmla="*/ 5666227 h 5753325"/>
              <a:gd name="connsiteX90" fmla="*/ 1610055 w 6459988"/>
              <a:gd name="connsiteY90" fmla="*/ 5673643 h 5753325"/>
              <a:gd name="connsiteX91" fmla="*/ 1437641 w 6459988"/>
              <a:gd name="connsiteY91" fmla="*/ 5723266 h 5753325"/>
              <a:gd name="connsiteX92" fmla="*/ 1332869 w 6459988"/>
              <a:gd name="connsiteY92" fmla="*/ 5744752 h 5753325"/>
              <a:gd name="connsiteX93" fmla="*/ 1290525 w 6459988"/>
              <a:gd name="connsiteY93" fmla="*/ 5740036 h 5753325"/>
              <a:gd name="connsiteX94" fmla="*/ 1233107 w 6459988"/>
              <a:gd name="connsiteY94" fmla="*/ 5742106 h 5753325"/>
              <a:gd name="connsiteX95" fmla="*/ 1214532 w 6459988"/>
              <a:gd name="connsiteY95" fmla="*/ 5753325 h 5753325"/>
              <a:gd name="connsiteX96" fmla="*/ 1199955 w 6459988"/>
              <a:gd name="connsiteY96" fmla="*/ 5744831 h 5753325"/>
              <a:gd name="connsiteX97" fmla="*/ 1162337 w 6459988"/>
              <a:gd name="connsiteY97" fmla="*/ 5738048 h 5753325"/>
              <a:gd name="connsiteX98" fmla="*/ 1053457 w 6459988"/>
              <a:gd name="connsiteY98" fmla="*/ 5688676 h 5753325"/>
              <a:gd name="connsiteX99" fmla="*/ 1025798 w 6459988"/>
              <a:gd name="connsiteY99" fmla="*/ 5673166 h 5753325"/>
              <a:gd name="connsiteX100" fmla="*/ 947900 w 6459988"/>
              <a:gd name="connsiteY100" fmla="*/ 5657848 h 5753325"/>
              <a:gd name="connsiteX101" fmla="*/ 815627 w 6459988"/>
              <a:gd name="connsiteY101" fmla="*/ 5642557 h 5753325"/>
              <a:gd name="connsiteX102" fmla="*/ 788251 w 6459988"/>
              <a:gd name="connsiteY102" fmla="*/ 5637065 h 5753325"/>
              <a:gd name="connsiteX103" fmla="*/ 767822 w 6459988"/>
              <a:gd name="connsiteY103" fmla="*/ 5623450 h 5753325"/>
              <a:gd name="connsiteX104" fmla="*/ 765791 w 6459988"/>
              <a:gd name="connsiteY104" fmla="*/ 5612539 h 5753325"/>
              <a:gd name="connsiteX105" fmla="*/ 751230 w 6459988"/>
              <a:gd name="connsiteY105" fmla="*/ 5608092 h 5753325"/>
              <a:gd name="connsiteX106" fmla="*/ 748008 w 6459988"/>
              <a:gd name="connsiteY106" fmla="*/ 5605052 h 5753325"/>
              <a:gd name="connsiteX107" fmla="*/ 728871 w 6459988"/>
              <a:gd name="connsiteY107" fmla="*/ 5589469 h 5753325"/>
              <a:gd name="connsiteX108" fmla="*/ 671898 w 6459988"/>
              <a:gd name="connsiteY108" fmla="*/ 5602363 h 5753325"/>
              <a:gd name="connsiteX109" fmla="*/ 615065 w 6459988"/>
              <a:gd name="connsiteY109" fmla="*/ 5580257 h 5753325"/>
              <a:gd name="connsiteX110" fmla="*/ 355785 w 6459988"/>
              <a:gd name="connsiteY110" fmla="*/ 5514383 h 5753325"/>
              <a:gd name="connsiteX111" fmla="*/ 102269 w 6459988"/>
              <a:gd name="connsiteY111" fmla="*/ 5524347 h 5753325"/>
              <a:gd name="connsiteX112" fmla="*/ 13160 w 6459988"/>
              <a:gd name="connsiteY112" fmla="*/ 5514159 h 5753325"/>
              <a:gd name="connsiteX113" fmla="*/ 0 w 6459988"/>
              <a:gd name="connsiteY113" fmla="*/ 5511735 h 5753325"/>
              <a:gd name="connsiteX114" fmla="*/ 0 w 6459988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344988 w 6459988"/>
              <a:gd name="connsiteY10" fmla="*/ 697330 h 5753325"/>
              <a:gd name="connsiteX11" fmla="*/ 6447445 w 6459988"/>
              <a:gd name="connsiteY11" fmla="*/ 780003 h 5753325"/>
              <a:gd name="connsiteX12" fmla="*/ 6426552 w 6459988"/>
              <a:gd name="connsiteY12" fmla="*/ 845805 h 5753325"/>
              <a:gd name="connsiteX13" fmla="*/ 6434072 w 6459988"/>
              <a:gd name="connsiteY13" fmla="*/ 910733 h 5753325"/>
              <a:gd name="connsiteX14" fmla="*/ 6432570 w 6459988"/>
              <a:gd name="connsiteY14" fmla="*/ 983394 h 5753325"/>
              <a:gd name="connsiteX15" fmla="*/ 6431878 w 6459988"/>
              <a:gd name="connsiteY15" fmla="*/ 1026728 h 5753325"/>
              <a:gd name="connsiteX16" fmla="*/ 6414269 w 6459988"/>
              <a:gd name="connsiteY16" fmla="*/ 1151111 h 5753325"/>
              <a:gd name="connsiteX17" fmla="*/ 6371722 w 6459988"/>
              <a:gd name="connsiteY17" fmla="*/ 1318080 h 5753325"/>
              <a:gd name="connsiteX18" fmla="*/ 6356023 w 6459988"/>
              <a:gd name="connsiteY18" fmla="*/ 1356227 h 5753325"/>
              <a:gd name="connsiteX19" fmla="*/ 6356157 w 6459988"/>
              <a:gd name="connsiteY19" fmla="*/ 1361967 h 5753325"/>
              <a:gd name="connsiteX20" fmla="*/ 6350613 w 6459988"/>
              <a:gd name="connsiteY20" fmla="*/ 1393569 h 5753325"/>
              <a:gd name="connsiteX21" fmla="*/ 6357062 w 6459988"/>
              <a:gd name="connsiteY21" fmla="*/ 1444071 h 5753325"/>
              <a:gd name="connsiteX22" fmla="*/ 6364832 w 6459988"/>
              <a:gd name="connsiteY22" fmla="*/ 1478763 h 5753325"/>
              <a:gd name="connsiteX23" fmla="*/ 6369745 w 6459988"/>
              <a:gd name="connsiteY23" fmla="*/ 1495680 h 5753325"/>
              <a:gd name="connsiteX24" fmla="*/ 6370898 w 6459988"/>
              <a:gd name="connsiteY24" fmla="*/ 1513331 h 5753325"/>
              <a:gd name="connsiteX25" fmla="*/ 6368801 w 6459988"/>
              <a:gd name="connsiteY25" fmla="*/ 1527414 h 5753325"/>
              <a:gd name="connsiteX26" fmla="*/ 6359177 w 6459988"/>
              <a:gd name="connsiteY26" fmla="*/ 1639513 h 5753325"/>
              <a:gd name="connsiteX27" fmla="*/ 6299489 w 6459988"/>
              <a:gd name="connsiteY27" fmla="*/ 1784860 h 5753325"/>
              <a:gd name="connsiteX28" fmla="*/ 6267878 w 6459988"/>
              <a:gd name="connsiteY28" fmla="*/ 1858572 h 5753325"/>
              <a:gd name="connsiteX29" fmla="*/ 6251146 w 6459988"/>
              <a:gd name="connsiteY29" fmla="*/ 1926167 h 5753325"/>
              <a:gd name="connsiteX30" fmla="*/ 6210686 w 6459988"/>
              <a:gd name="connsiteY30" fmla="*/ 2014834 h 5753325"/>
              <a:gd name="connsiteX31" fmla="*/ 6106652 w 6459988"/>
              <a:gd name="connsiteY31" fmla="*/ 2150572 h 5753325"/>
              <a:gd name="connsiteX32" fmla="*/ 6097813 w 6459988"/>
              <a:gd name="connsiteY32" fmla="*/ 2172208 h 5753325"/>
              <a:gd name="connsiteX33" fmla="*/ 6095990 w 6459988"/>
              <a:gd name="connsiteY33" fmla="*/ 2181185 h 5753325"/>
              <a:gd name="connsiteX34" fmla="*/ 6090126 w 6459988"/>
              <a:gd name="connsiteY34" fmla="*/ 2192533 h 5753325"/>
              <a:gd name="connsiteX35" fmla="*/ 6089503 w 6459988"/>
              <a:gd name="connsiteY35" fmla="*/ 2192543 h 5753325"/>
              <a:gd name="connsiteX36" fmla="*/ 6084946 w 6459988"/>
              <a:gd name="connsiteY36" fmla="*/ 2203694 h 5753325"/>
              <a:gd name="connsiteX37" fmla="*/ 5987861 w 6459988"/>
              <a:gd name="connsiteY37" fmla="*/ 2304868 h 5753325"/>
              <a:gd name="connsiteX38" fmla="*/ 5973439 w 6459988"/>
              <a:gd name="connsiteY38" fmla="*/ 2385635 h 5753325"/>
              <a:gd name="connsiteX39" fmla="*/ 5916727 w 6459988"/>
              <a:gd name="connsiteY39" fmla="*/ 2458777 h 5753325"/>
              <a:gd name="connsiteX40" fmla="*/ 5856524 w 6459988"/>
              <a:gd name="connsiteY40" fmla="*/ 2583281 h 5753325"/>
              <a:gd name="connsiteX41" fmla="*/ 5838091 w 6459988"/>
              <a:gd name="connsiteY41" fmla="*/ 2753474 h 5753325"/>
              <a:gd name="connsiteX42" fmla="*/ 5777471 w 6459988"/>
              <a:gd name="connsiteY42" fmla="*/ 2901570 h 5753325"/>
              <a:gd name="connsiteX43" fmla="*/ 5723992 w 6459988"/>
              <a:gd name="connsiteY43" fmla="*/ 2998752 h 5753325"/>
              <a:gd name="connsiteX44" fmla="*/ 5557886 w 6459988"/>
              <a:gd name="connsiteY44" fmla="*/ 3329735 h 5753325"/>
              <a:gd name="connsiteX45" fmla="*/ 5471501 w 6459988"/>
              <a:gd name="connsiteY45" fmla="*/ 3462221 h 5753325"/>
              <a:gd name="connsiteX46" fmla="*/ 5465154 w 6459988"/>
              <a:gd name="connsiteY46" fmla="*/ 3541065 h 5753325"/>
              <a:gd name="connsiteX47" fmla="*/ 5437889 w 6459988"/>
              <a:gd name="connsiteY47" fmla="*/ 3559927 h 5753325"/>
              <a:gd name="connsiteX48" fmla="*/ 5432770 w 6459988"/>
              <a:gd name="connsiteY48" fmla="*/ 3562948 h 5753325"/>
              <a:gd name="connsiteX49" fmla="*/ 5406795 w 6459988"/>
              <a:gd name="connsiteY49" fmla="*/ 3578594 h 5753325"/>
              <a:gd name="connsiteX50" fmla="*/ 5381495 w 6459988"/>
              <a:gd name="connsiteY50" fmla="*/ 3599883 h 5753325"/>
              <a:gd name="connsiteX51" fmla="*/ 5363689 w 6459988"/>
              <a:gd name="connsiteY51" fmla="*/ 3633299 h 5753325"/>
              <a:gd name="connsiteX52" fmla="*/ 5291870 w 6459988"/>
              <a:gd name="connsiteY52" fmla="*/ 3799039 h 5753325"/>
              <a:gd name="connsiteX53" fmla="*/ 5241600 w 6459988"/>
              <a:gd name="connsiteY53" fmla="*/ 3894238 h 5753325"/>
              <a:gd name="connsiteX54" fmla="*/ 5211041 w 6459988"/>
              <a:gd name="connsiteY54" fmla="*/ 3924184 h 5753325"/>
              <a:gd name="connsiteX55" fmla="*/ 5176073 w 6459988"/>
              <a:gd name="connsiteY55" fmla="*/ 3970179 h 5753325"/>
              <a:gd name="connsiteX56" fmla="*/ 5172826 w 6459988"/>
              <a:gd name="connsiteY56" fmla="*/ 3991773 h 5753325"/>
              <a:gd name="connsiteX57" fmla="*/ 5157053 w 6459988"/>
              <a:gd name="connsiteY57" fmla="*/ 3997708 h 5753325"/>
              <a:gd name="connsiteX58" fmla="*/ 5127922 w 6459988"/>
              <a:gd name="connsiteY58" fmla="*/ 4022660 h 5753325"/>
              <a:gd name="connsiteX59" fmla="*/ 5020872 w 6459988"/>
              <a:gd name="connsiteY59" fmla="*/ 4075951 h 5753325"/>
              <a:gd name="connsiteX60" fmla="*/ 4991410 w 6459988"/>
              <a:gd name="connsiteY60" fmla="*/ 4087598 h 5753325"/>
              <a:gd name="connsiteX61" fmla="*/ 4930112 w 6459988"/>
              <a:gd name="connsiteY61" fmla="*/ 4138459 h 5753325"/>
              <a:gd name="connsiteX62" fmla="*/ 4834224 w 6459988"/>
              <a:gd name="connsiteY62" fmla="*/ 4231643 h 5753325"/>
              <a:gd name="connsiteX63" fmla="*/ 4812599 w 6459988"/>
              <a:gd name="connsiteY63" fmla="*/ 4249449 h 5753325"/>
              <a:gd name="connsiteX64" fmla="*/ 4789188 w 6459988"/>
              <a:gd name="connsiteY64" fmla="*/ 4256678 h 5753325"/>
              <a:gd name="connsiteX65" fmla="*/ 4779554 w 6459988"/>
              <a:gd name="connsiteY65" fmla="*/ 4251313 h 5753325"/>
              <a:gd name="connsiteX66" fmla="*/ 4766885 w 6459988"/>
              <a:gd name="connsiteY66" fmla="*/ 4259812 h 5753325"/>
              <a:gd name="connsiteX67" fmla="*/ 4762510 w 6459988"/>
              <a:gd name="connsiteY67" fmla="*/ 4260383 h 5753325"/>
              <a:gd name="connsiteX68" fmla="*/ 4738416 w 6459988"/>
              <a:gd name="connsiteY68" fmla="*/ 4265355 h 5753325"/>
              <a:gd name="connsiteX69" fmla="*/ 4712007 w 6459988"/>
              <a:gd name="connsiteY69" fmla="*/ 4317892 h 5753325"/>
              <a:gd name="connsiteX70" fmla="*/ 4658930 w 6459988"/>
              <a:gd name="connsiteY70" fmla="*/ 4348041 h 5753325"/>
              <a:gd name="connsiteX71" fmla="*/ 4443526 w 6459988"/>
              <a:gd name="connsiteY71" fmla="*/ 4507851 h 5753325"/>
              <a:gd name="connsiteX72" fmla="*/ 4289766 w 6459988"/>
              <a:gd name="connsiteY72" fmla="*/ 4711450 h 5753325"/>
              <a:gd name="connsiteX73" fmla="*/ 4150870 w 6459988"/>
              <a:gd name="connsiteY73" fmla="*/ 4818480 h 5753325"/>
              <a:gd name="connsiteX74" fmla="*/ 4006639 w 6459988"/>
              <a:gd name="connsiteY74" fmla="*/ 4933815 h 5753325"/>
              <a:gd name="connsiteX75" fmla="*/ 3298210 w 6459988"/>
              <a:gd name="connsiteY75" fmla="*/ 5070790 h 5753325"/>
              <a:gd name="connsiteX76" fmla="*/ 2947678 w 6459988"/>
              <a:gd name="connsiteY76" fmla="*/ 5117869 h 5753325"/>
              <a:gd name="connsiteX77" fmla="*/ 2822169 w 6459988"/>
              <a:gd name="connsiteY77" fmla="*/ 5129396 h 5753325"/>
              <a:gd name="connsiteX78" fmla="*/ 2538773 w 6459988"/>
              <a:gd name="connsiteY78" fmla="*/ 5313397 h 5753325"/>
              <a:gd name="connsiteX79" fmla="*/ 2014500 w 6459988"/>
              <a:gd name="connsiteY79" fmla="*/ 5519744 h 5753325"/>
              <a:gd name="connsiteX80" fmla="*/ 1934391 w 6459988"/>
              <a:gd name="connsiteY80" fmla="*/ 5591335 h 5753325"/>
              <a:gd name="connsiteX81" fmla="*/ 1892550 w 6459988"/>
              <a:gd name="connsiteY81" fmla="*/ 5649708 h 5753325"/>
              <a:gd name="connsiteX82" fmla="*/ 1854769 w 6459988"/>
              <a:gd name="connsiteY82" fmla="*/ 5647691 h 5753325"/>
              <a:gd name="connsiteX83" fmla="*/ 1809461 w 6459988"/>
              <a:gd name="connsiteY83" fmla="*/ 5648628 h 5753325"/>
              <a:gd name="connsiteX84" fmla="*/ 1745150 w 6459988"/>
              <a:gd name="connsiteY84" fmla="*/ 5693879 h 5753325"/>
              <a:gd name="connsiteX85" fmla="*/ 1713375 w 6459988"/>
              <a:gd name="connsiteY85" fmla="*/ 5684672 h 5753325"/>
              <a:gd name="connsiteX86" fmla="*/ 1707808 w 6459988"/>
              <a:gd name="connsiteY86" fmla="*/ 5682611 h 5753325"/>
              <a:gd name="connsiteX87" fmla="*/ 1679313 w 6459988"/>
              <a:gd name="connsiteY87" fmla="*/ 5672360 h 5753325"/>
              <a:gd name="connsiteX88" fmla="*/ 1646933 w 6459988"/>
              <a:gd name="connsiteY88" fmla="*/ 5666227 h 5753325"/>
              <a:gd name="connsiteX89" fmla="*/ 1610055 w 6459988"/>
              <a:gd name="connsiteY89" fmla="*/ 5673643 h 5753325"/>
              <a:gd name="connsiteX90" fmla="*/ 1437641 w 6459988"/>
              <a:gd name="connsiteY90" fmla="*/ 5723266 h 5753325"/>
              <a:gd name="connsiteX91" fmla="*/ 1332869 w 6459988"/>
              <a:gd name="connsiteY91" fmla="*/ 5744752 h 5753325"/>
              <a:gd name="connsiteX92" fmla="*/ 1290525 w 6459988"/>
              <a:gd name="connsiteY92" fmla="*/ 5740036 h 5753325"/>
              <a:gd name="connsiteX93" fmla="*/ 1233107 w 6459988"/>
              <a:gd name="connsiteY93" fmla="*/ 5742106 h 5753325"/>
              <a:gd name="connsiteX94" fmla="*/ 1214532 w 6459988"/>
              <a:gd name="connsiteY94" fmla="*/ 5753325 h 5753325"/>
              <a:gd name="connsiteX95" fmla="*/ 1199955 w 6459988"/>
              <a:gd name="connsiteY95" fmla="*/ 5744831 h 5753325"/>
              <a:gd name="connsiteX96" fmla="*/ 1162337 w 6459988"/>
              <a:gd name="connsiteY96" fmla="*/ 5738048 h 5753325"/>
              <a:gd name="connsiteX97" fmla="*/ 1053457 w 6459988"/>
              <a:gd name="connsiteY97" fmla="*/ 5688676 h 5753325"/>
              <a:gd name="connsiteX98" fmla="*/ 1025798 w 6459988"/>
              <a:gd name="connsiteY98" fmla="*/ 5673166 h 5753325"/>
              <a:gd name="connsiteX99" fmla="*/ 947900 w 6459988"/>
              <a:gd name="connsiteY99" fmla="*/ 5657848 h 5753325"/>
              <a:gd name="connsiteX100" fmla="*/ 815627 w 6459988"/>
              <a:gd name="connsiteY100" fmla="*/ 5642557 h 5753325"/>
              <a:gd name="connsiteX101" fmla="*/ 788251 w 6459988"/>
              <a:gd name="connsiteY101" fmla="*/ 5637065 h 5753325"/>
              <a:gd name="connsiteX102" fmla="*/ 767822 w 6459988"/>
              <a:gd name="connsiteY102" fmla="*/ 5623450 h 5753325"/>
              <a:gd name="connsiteX103" fmla="*/ 765791 w 6459988"/>
              <a:gd name="connsiteY103" fmla="*/ 5612539 h 5753325"/>
              <a:gd name="connsiteX104" fmla="*/ 751230 w 6459988"/>
              <a:gd name="connsiteY104" fmla="*/ 5608092 h 5753325"/>
              <a:gd name="connsiteX105" fmla="*/ 748008 w 6459988"/>
              <a:gd name="connsiteY105" fmla="*/ 5605052 h 5753325"/>
              <a:gd name="connsiteX106" fmla="*/ 728871 w 6459988"/>
              <a:gd name="connsiteY106" fmla="*/ 5589469 h 5753325"/>
              <a:gd name="connsiteX107" fmla="*/ 671898 w 6459988"/>
              <a:gd name="connsiteY107" fmla="*/ 5602363 h 5753325"/>
              <a:gd name="connsiteX108" fmla="*/ 615065 w 6459988"/>
              <a:gd name="connsiteY108" fmla="*/ 5580257 h 5753325"/>
              <a:gd name="connsiteX109" fmla="*/ 355785 w 6459988"/>
              <a:gd name="connsiteY109" fmla="*/ 5514383 h 5753325"/>
              <a:gd name="connsiteX110" fmla="*/ 102269 w 6459988"/>
              <a:gd name="connsiteY110" fmla="*/ 5524347 h 5753325"/>
              <a:gd name="connsiteX111" fmla="*/ 13160 w 6459988"/>
              <a:gd name="connsiteY111" fmla="*/ 5514159 h 5753325"/>
              <a:gd name="connsiteX112" fmla="*/ 0 w 6459988"/>
              <a:gd name="connsiteY112" fmla="*/ 5511735 h 5753325"/>
              <a:gd name="connsiteX113" fmla="*/ 0 w 6459988"/>
              <a:gd name="connsiteY113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344988 w 6459988"/>
              <a:gd name="connsiteY9" fmla="*/ 697330 h 5753325"/>
              <a:gd name="connsiteX10" fmla="*/ 6447445 w 6459988"/>
              <a:gd name="connsiteY10" fmla="*/ 780003 h 5753325"/>
              <a:gd name="connsiteX11" fmla="*/ 6426552 w 6459988"/>
              <a:gd name="connsiteY11" fmla="*/ 845805 h 5753325"/>
              <a:gd name="connsiteX12" fmla="*/ 6434072 w 6459988"/>
              <a:gd name="connsiteY12" fmla="*/ 910733 h 5753325"/>
              <a:gd name="connsiteX13" fmla="*/ 6432570 w 6459988"/>
              <a:gd name="connsiteY13" fmla="*/ 983394 h 5753325"/>
              <a:gd name="connsiteX14" fmla="*/ 6431878 w 6459988"/>
              <a:gd name="connsiteY14" fmla="*/ 1026728 h 5753325"/>
              <a:gd name="connsiteX15" fmla="*/ 6414269 w 6459988"/>
              <a:gd name="connsiteY15" fmla="*/ 1151111 h 5753325"/>
              <a:gd name="connsiteX16" fmla="*/ 6371722 w 6459988"/>
              <a:gd name="connsiteY16" fmla="*/ 1318080 h 5753325"/>
              <a:gd name="connsiteX17" fmla="*/ 6356023 w 6459988"/>
              <a:gd name="connsiteY17" fmla="*/ 1356227 h 5753325"/>
              <a:gd name="connsiteX18" fmla="*/ 6356157 w 6459988"/>
              <a:gd name="connsiteY18" fmla="*/ 1361967 h 5753325"/>
              <a:gd name="connsiteX19" fmla="*/ 6350613 w 6459988"/>
              <a:gd name="connsiteY19" fmla="*/ 1393569 h 5753325"/>
              <a:gd name="connsiteX20" fmla="*/ 6357062 w 6459988"/>
              <a:gd name="connsiteY20" fmla="*/ 1444071 h 5753325"/>
              <a:gd name="connsiteX21" fmla="*/ 6364832 w 6459988"/>
              <a:gd name="connsiteY21" fmla="*/ 1478763 h 5753325"/>
              <a:gd name="connsiteX22" fmla="*/ 6369745 w 6459988"/>
              <a:gd name="connsiteY22" fmla="*/ 1495680 h 5753325"/>
              <a:gd name="connsiteX23" fmla="*/ 6370898 w 6459988"/>
              <a:gd name="connsiteY23" fmla="*/ 1513331 h 5753325"/>
              <a:gd name="connsiteX24" fmla="*/ 6368801 w 6459988"/>
              <a:gd name="connsiteY24" fmla="*/ 1527414 h 5753325"/>
              <a:gd name="connsiteX25" fmla="*/ 6359177 w 6459988"/>
              <a:gd name="connsiteY25" fmla="*/ 1639513 h 5753325"/>
              <a:gd name="connsiteX26" fmla="*/ 6299489 w 6459988"/>
              <a:gd name="connsiteY26" fmla="*/ 1784860 h 5753325"/>
              <a:gd name="connsiteX27" fmla="*/ 6267878 w 6459988"/>
              <a:gd name="connsiteY27" fmla="*/ 1858572 h 5753325"/>
              <a:gd name="connsiteX28" fmla="*/ 6251146 w 6459988"/>
              <a:gd name="connsiteY28" fmla="*/ 1926167 h 5753325"/>
              <a:gd name="connsiteX29" fmla="*/ 6210686 w 6459988"/>
              <a:gd name="connsiteY29" fmla="*/ 2014834 h 5753325"/>
              <a:gd name="connsiteX30" fmla="*/ 6106652 w 6459988"/>
              <a:gd name="connsiteY30" fmla="*/ 2150572 h 5753325"/>
              <a:gd name="connsiteX31" fmla="*/ 6097813 w 6459988"/>
              <a:gd name="connsiteY31" fmla="*/ 2172208 h 5753325"/>
              <a:gd name="connsiteX32" fmla="*/ 6095990 w 6459988"/>
              <a:gd name="connsiteY32" fmla="*/ 2181185 h 5753325"/>
              <a:gd name="connsiteX33" fmla="*/ 6090126 w 6459988"/>
              <a:gd name="connsiteY33" fmla="*/ 2192533 h 5753325"/>
              <a:gd name="connsiteX34" fmla="*/ 6089503 w 6459988"/>
              <a:gd name="connsiteY34" fmla="*/ 2192543 h 5753325"/>
              <a:gd name="connsiteX35" fmla="*/ 6084946 w 6459988"/>
              <a:gd name="connsiteY35" fmla="*/ 2203694 h 5753325"/>
              <a:gd name="connsiteX36" fmla="*/ 5987861 w 6459988"/>
              <a:gd name="connsiteY36" fmla="*/ 2304868 h 5753325"/>
              <a:gd name="connsiteX37" fmla="*/ 5973439 w 6459988"/>
              <a:gd name="connsiteY37" fmla="*/ 2385635 h 5753325"/>
              <a:gd name="connsiteX38" fmla="*/ 5916727 w 6459988"/>
              <a:gd name="connsiteY38" fmla="*/ 2458777 h 5753325"/>
              <a:gd name="connsiteX39" fmla="*/ 5856524 w 6459988"/>
              <a:gd name="connsiteY39" fmla="*/ 2583281 h 5753325"/>
              <a:gd name="connsiteX40" fmla="*/ 5838091 w 6459988"/>
              <a:gd name="connsiteY40" fmla="*/ 2753474 h 5753325"/>
              <a:gd name="connsiteX41" fmla="*/ 5777471 w 6459988"/>
              <a:gd name="connsiteY41" fmla="*/ 2901570 h 5753325"/>
              <a:gd name="connsiteX42" fmla="*/ 5723992 w 6459988"/>
              <a:gd name="connsiteY42" fmla="*/ 2998752 h 5753325"/>
              <a:gd name="connsiteX43" fmla="*/ 5557886 w 6459988"/>
              <a:gd name="connsiteY43" fmla="*/ 3329735 h 5753325"/>
              <a:gd name="connsiteX44" fmla="*/ 5471501 w 6459988"/>
              <a:gd name="connsiteY44" fmla="*/ 3462221 h 5753325"/>
              <a:gd name="connsiteX45" fmla="*/ 5465154 w 6459988"/>
              <a:gd name="connsiteY45" fmla="*/ 3541065 h 5753325"/>
              <a:gd name="connsiteX46" fmla="*/ 5437889 w 6459988"/>
              <a:gd name="connsiteY46" fmla="*/ 3559927 h 5753325"/>
              <a:gd name="connsiteX47" fmla="*/ 5432770 w 6459988"/>
              <a:gd name="connsiteY47" fmla="*/ 3562948 h 5753325"/>
              <a:gd name="connsiteX48" fmla="*/ 5406795 w 6459988"/>
              <a:gd name="connsiteY48" fmla="*/ 3578594 h 5753325"/>
              <a:gd name="connsiteX49" fmla="*/ 5381495 w 6459988"/>
              <a:gd name="connsiteY49" fmla="*/ 3599883 h 5753325"/>
              <a:gd name="connsiteX50" fmla="*/ 5363689 w 6459988"/>
              <a:gd name="connsiteY50" fmla="*/ 3633299 h 5753325"/>
              <a:gd name="connsiteX51" fmla="*/ 5291870 w 6459988"/>
              <a:gd name="connsiteY51" fmla="*/ 3799039 h 5753325"/>
              <a:gd name="connsiteX52" fmla="*/ 5241600 w 6459988"/>
              <a:gd name="connsiteY52" fmla="*/ 3894238 h 5753325"/>
              <a:gd name="connsiteX53" fmla="*/ 5211041 w 6459988"/>
              <a:gd name="connsiteY53" fmla="*/ 3924184 h 5753325"/>
              <a:gd name="connsiteX54" fmla="*/ 5176073 w 6459988"/>
              <a:gd name="connsiteY54" fmla="*/ 3970179 h 5753325"/>
              <a:gd name="connsiteX55" fmla="*/ 5172826 w 6459988"/>
              <a:gd name="connsiteY55" fmla="*/ 3991773 h 5753325"/>
              <a:gd name="connsiteX56" fmla="*/ 5157053 w 6459988"/>
              <a:gd name="connsiteY56" fmla="*/ 3997708 h 5753325"/>
              <a:gd name="connsiteX57" fmla="*/ 5127922 w 6459988"/>
              <a:gd name="connsiteY57" fmla="*/ 4022660 h 5753325"/>
              <a:gd name="connsiteX58" fmla="*/ 5020872 w 6459988"/>
              <a:gd name="connsiteY58" fmla="*/ 4075951 h 5753325"/>
              <a:gd name="connsiteX59" fmla="*/ 4991410 w 6459988"/>
              <a:gd name="connsiteY59" fmla="*/ 4087598 h 5753325"/>
              <a:gd name="connsiteX60" fmla="*/ 4930112 w 6459988"/>
              <a:gd name="connsiteY60" fmla="*/ 4138459 h 5753325"/>
              <a:gd name="connsiteX61" fmla="*/ 4834224 w 6459988"/>
              <a:gd name="connsiteY61" fmla="*/ 4231643 h 5753325"/>
              <a:gd name="connsiteX62" fmla="*/ 4812599 w 6459988"/>
              <a:gd name="connsiteY62" fmla="*/ 4249449 h 5753325"/>
              <a:gd name="connsiteX63" fmla="*/ 4789188 w 6459988"/>
              <a:gd name="connsiteY63" fmla="*/ 4256678 h 5753325"/>
              <a:gd name="connsiteX64" fmla="*/ 4779554 w 6459988"/>
              <a:gd name="connsiteY64" fmla="*/ 4251313 h 5753325"/>
              <a:gd name="connsiteX65" fmla="*/ 4766885 w 6459988"/>
              <a:gd name="connsiteY65" fmla="*/ 4259812 h 5753325"/>
              <a:gd name="connsiteX66" fmla="*/ 4762510 w 6459988"/>
              <a:gd name="connsiteY66" fmla="*/ 4260383 h 5753325"/>
              <a:gd name="connsiteX67" fmla="*/ 4738416 w 6459988"/>
              <a:gd name="connsiteY67" fmla="*/ 4265355 h 5753325"/>
              <a:gd name="connsiteX68" fmla="*/ 4712007 w 6459988"/>
              <a:gd name="connsiteY68" fmla="*/ 4317892 h 5753325"/>
              <a:gd name="connsiteX69" fmla="*/ 4658930 w 6459988"/>
              <a:gd name="connsiteY69" fmla="*/ 4348041 h 5753325"/>
              <a:gd name="connsiteX70" fmla="*/ 4443526 w 6459988"/>
              <a:gd name="connsiteY70" fmla="*/ 4507851 h 5753325"/>
              <a:gd name="connsiteX71" fmla="*/ 4289766 w 6459988"/>
              <a:gd name="connsiteY71" fmla="*/ 4711450 h 5753325"/>
              <a:gd name="connsiteX72" fmla="*/ 4150870 w 6459988"/>
              <a:gd name="connsiteY72" fmla="*/ 4818480 h 5753325"/>
              <a:gd name="connsiteX73" fmla="*/ 4006639 w 6459988"/>
              <a:gd name="connsiteY73" fmla="*/ 4933815 h 5753325"/>
              <a:gd name="connsiteX74" fmla="*/ 3298210 w 6459988"/>
              <a:gd name="connsiteY74" fmla="*/ 5070790 h 5753325"/>
              <a:gd name="connsiteX75" fmla="*/ 2947678 w 6459988"/>
              <a:gd name="connsiteY75" fmla="*/ 5117869 h 5753325"/>
              <a:gd name="connsiteX76" fmla="*/ 2822169 w 6459988"/>
              <a:gd name="connsiteY76" fmla="*/ 5129396 h 5753325"/>
              <a:gd name="connsiteX77" fmla="*/ 2538773 w 6459988"/>
              <a:gd name="connsiteY77" fmla="*/ 5313397 h 5753325"/>
              <a:gd name="connsiteX78" fmla="*/ 2014500 w 6459988"/>
              <a:gd name="connsiteY78" fmla="*/ 5519744 h 5753325"/>
              <a:gd name="connsiteX79" fmla="*/ 1934391 w 6459988"/>
              <a:gd name="connsiteY79" fmla="*/ 5591335 h 5753325"/>
              <a:gd name="connsiteX80" fmla="*/ 1892550 w 6459988"/>
              <a:gd name="connsiteY80" fmla="*/ 5649708 h 5753325"/>
              <a:gd name="connsiteX81" fmla="*/ 1854769 w 6459988"/>
              <a:gd name="connsiteY81" fmla="*/ 5647691 h 5753325"/>
              <a:gd name="connsiteX82" fmla="*/ 1809461 w 6459988"/>
              <a:gd name="connsiteY82" fmla="*/ 5648628 h 5753325"/>
              <a:gd name="connsiteX83" fmla="*/ 1745150 w 6459988"/>
              <a:gd name="connsiteY83" fmla="*/ 5693879 h 5753325"/>
              <a:gd name="connsiteX84" fmla="*/ 1713375 w 6459988"/>
              <a:gd name="connsiteY84" fmla="*/ 5684672 h 5753325"/>
              <a:gd name="connsiteX85" fmla="*/ 1707808 w 6459988"/>
              <a:gd name="connsiteY85" fmla="*/ 5682611 h 5753325"/>
              <a:gd name="connsiteX86" fmla="*/ 1679313 w 6459988"/>
              <a:gd name="connsiteY86" fmla="*/ 5672360 h 5753325"/>
              <a:gd name="connsiteX87" fmla="*/ 1646933 w 6459988"/>
              <a:gd name="connsiteY87" fmla="*/ 5666227 h 5753325"/>
              <a:gd name="connsiteX88" fmla="*/ 1610055 w 6459988"/>
              <a:gd name="connsiteY88" fmla="*/ 5673643 h 5753325"/>
              <a:gd name="connsiteX89" fmla="*/ 1437641 w 6459988"/>
              <a:gd name="connsiteY89" fmla="*/ 5723266 h 5753325"/>
              <a:gd name="connsiteX90" fmla="*/ 1332869 w 6459988"/>
              <a:gd name="connsiteY90" fmla="*/ 5744752 h 5753325"/>
              <a:gd name="connsiteX91" fmla="*/ 1290525 w 6459988"/>
              <a:gd name="connsiteY91" fmla="*/ 5740036 h 5753325"/>
              <a:gd name="connsiteX92" fmla="*/ 1233107 w 6459988"/>
              <a:gd name="connsiteY92" fmla="*/ 5742106 h 5753325"/>
              <a:gd name="connsiteX93" fmla="*/ 1214532 w 6459988"/>
              <a:gd name="connsiteY93" fmla="*/ 5753325 h 5753325"/>
              <a:gd name="connsiteX94" fmla="*/ 1199955 w 6459988"/>
              <a:gd name="connsiteY94" fmla="*/ 5744831 h 5753325"/>
              <a:gd name="connsiteX95" fmla="*/ 1162337 w 6459988"/>
              <a:gd name="connsiteY95" fmla="*/ 5738048 h 5753325"/>
              <a:gd name="connsiteX96" fmla="*/ 1053457 w 6459988"/>
              <a:gd name="connsiteY96" fmla="*/ 5688676 h 5753325"/>
              <a:gd name="connsiteX97" fmla="*/ 1025798 w 6459988"/>
              <a:gd name="connsiteY97" fmla="*/ 5673166 h 5753325"/>
              <a:gd name="connsiteX98" fmla="*/ 947900 w 6459988"/>
              <a:gd name="connsiteY98" fmla="*/ 5657848 h 5753325"/>
              <a:gd name="connsiteX99" fmla="*/ 815627 w 6459988"/>
              <a:gd name="connsiteY99" fmla="*/ 5642557 h 5753325"/>
              <a:gd name="connsiteX100" fmla="*/ 788251 w 6459988"/>
              <a:gd name="connsiteY100" fmla="*/ 5637065 h 5753325"/>
              <a:gd name="connsiteX101" fmla="*/ 767822 w 6459988"/>
              <a:gd name="connsiteY101" fmla="*/ 5623450 h 5753325"/>
              <a:gd name="connsiteX102" fmla="*/ 765791 w 6459988"/>
              <a:gd name="connsiteY102" fmla="*/ 5612539 h 5753325"/>
              <a:gd name="connsiteX103" fmla="*/ 751230 w 6459988"/>
              <a:gd name="connsiteY103" fmla="*/ 5608092 h 5753325"/>
              <a:gd name="connsiteX104" fmla="*/ 748008 w 6459988"/>
              <a:gd name="connsiteY104" fmla="*/ 5605052 h 5753325"/>
              <a:gd name="connsiteX105" fmla="*/ 728871 w 6459988"/>
              <a:gd name="connsiteY105" fmla="*/ 5589469 h 5753325"/>
              <a:gd name="connsiteX106" fmla="*/ 671898 w 6459988"/>
              <a:gd name="connsiteY106" fmla="*/ 5602363 h 5753325"/>
              <a:gd name="connsiteX107" fmla="*/ 615065 w 6459988"/>
              <a:gd name="connsiteY107" fmla="*/ 5580257 h 5753325"/>
              <a:gd name="connsiteX108" fmla="*/ 355785 w 6459988"/>
              <a:gd name="connsiteY108" fmla="*/ 5514383 h 5753325"/>
              <a:gd name="connsiteX109" fmla="*/ 102269 w 6459988"/>
              <a:gd name="connsiteY109" fmla="*/ 5524347 h 5753325"/>
              <a:gd name="connsiteX110" fmla="*/ 13160 w 6459988"/>
              <a:gd name="connsiteY110" fmla="*/ 5514159 h 5753325"/>
              <a:gd name="connsiteX111" fmla="*/ 0 w 6459988"/>
              <a:gd name="connsiteY111" fmla="*/ 5511735 h 5753325"/>
              <a:gd name="connsiteX112" fmla="*/ 0 w 6459988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447445 w 6447632"/>
              <a:gd name="connsiteY10" fmla="*/ 780003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05877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09888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3456"/>
              <a:gd name="connsiteY0" fmla="*/ 0 h 5753325"/>
              <a:gd name="connsiteX1" fmla="*/ 6438980 w 6443456"/>
              <a:gd name="connsiteY1" fmla="*/ 0 h 5753325"/>
              <a:gd name="connsiteX2" fmla="*/ 6439047 w 6443456"/>
              <a:gd name="connsiteY2" fmla="*/ 147 h 5753325"/>
              <a:gd name="connsiteX3" fmla="*/ 6443456 w 6443456"/>
              <a:gd name="connsiteY3" fmla="*/ 130105 h 5753325"/>
              <a:gd name="connsiteX4" fmla="*/ 6422751 w 6443456"/>
              <a:gd name="connsiteY4" fmla="*/ 174163 h 5753325"/>
              <a:gd name="connsiteX5" fmla="*/ 6396598 w 6443456"/>
              <a:gd name="connsiteY5" fmla="*/ 274847 h 5753325"/>
              <a:gd name="connsiteX6" fmla="*/ 6337615 w 6443456"/>
              <a:gd name="connsiteY6" fmla="*/ 471794 h 5753325"/>
              <a:gd name="connsiteX7" fmla="*/ 6304423 w 6443456"/>
              <a:gd name="connsiteY7" fmla="*/ 582623 h 5753325"/>
              <a:gd name="connsiteX8" fmla="*/ 6303977 w 6443456"/>
              <a:gd name="connsiteY8" fmla="*/ 664291 h 5753325"/>
              <a:gd name="connsiteX9" fmla="*/ 6299372 w 6443456"/>
              <a:gd name="connsiteY9" fmla="*/ 697330 h 5753325"/>
              <a:gd name="connsiteX10" fmla="*/ 6309888 w 6443456"/>
              <a:gd name="connsiteY10" fmla="*/ 754001 h 5753325"/>
              <a:gd name="connsiteX11" fmla="*/ 6339879 w 6443456"/>
              <a:gd name="connsiteY11" fmla="*/ 811136 h 5753325"/>
              <a:gd name="connsiteX12" fmla="*/ 6330065 w 6443456"/>
              <a:gd name="connsiteY12" fmla="*/ 893399 h 5753325"/>
              <a:gd name="connsiteX13" fmla="*/ 6328618 w 6443456"/>
              <a:gd name="connsiteY13" fmla="*/ 1009766 h 5753325"/>
              <a:gd name="connsiteX14" fmla="*/ 6320797 w 6443456"/>
              <a:gd name="connsiteY14" fmla="*/ 1146964 h 5753325"/>
              <a:gd name="connsiteX15" fmla="*/ 6334400 w 6443456"/>
              <a:gd name="connsiteY15" fmla="*/ 1280757 h 5753325"/>
              <a:gd name="connsiteX16" fmla="*/ 6356023 w 6443456"/>
              <a:gd name="connsiteY16" fmla="*/ 1356227 h 5753325"/>
              <a:gd name="connsiteX17" fmla="*/ 6356157 w 6443456"/>
              <a:gd name="connsiteY17" fmla="*/ 1361967 h 5753325"/>
              <a:gd name="connsiteX18" fmla="*/ 6350613 w 6443456"/>
              <a:gd name="connsiteY18" fmla="*/ 1393569 h 5753325"/>
              <a:gd name="connsiteX19" fmla="*/ 6357062 w 6443456"/>
              <a:gd name="connsiteY19" fmla="*/ 1444071 h 5753325"/>
              <a:gd name="connsiteX20" fmla="*/ 6364832 w 6443456"/>
              <a:gd name="connsiteY20" fmla="*/ 1478763 h 5753325"/>
              <a:gd name="connsiteX21" fmla="*/ 6369745 w 6443456"/>
              <a:gd name="connsiteY21" fmla="*/ 1495680 h 5753325"/>
              <a:gd name="connsiteX22" fmla="*/ 6370898 w 6443456"/>
              <a:gd name="connsiteY22" fmla="*/ 1513331 h 5753325"/>
              <a:gd name="connsiteX23" fmla="*/ 6339773 w 6443456"/>
              <a:gd name="connsiteY23" fmla="*/ 1527414 h 5753325"/>
              <a:gd name="connsiteX24" fmla="*/ 6321854 w 6443456"/>
              <a:gd name="connsiteY24" fmla="*/ 1635366 h 5753325"/>
              <a:gd name="connsiteX25" fmla="*/ 6299489 w 6443456"/>
              <a:gd name="connsiteY25" fmla="*/ 1784860 h 5753325"/>
              <a:gd name="connsiteX26" fmla="*/ 6267878 w 6443456"/>
              <a:gd name="connsiteY26" fmla="*/ 1858572 h 5753325"/>
              <a:gd name="connsiteX27" fmla="*/ 6251146 w 6443456"/>
              <a:gd name="connsiteY27" fmla="*/ 1926167 h 5753325"/>
              <a:gd name="connsiteX28" fmla="*/ 6210686 w 6443456"/>
              <a:gd name="connsiteY28" fmla="*/ 2014834 h 5753325"/>
              <a:gd name="connsiteX29" fmla="*/ 6106652 w 6443456"/>
              <a:gd name="connsiteY29" fmla="*/ 2150572 h 5753325"/>
              <a:gd name="connsiteX30" fmla="*/ 6097813 w 6443456"/>
              <a:gd name="connsiteY30" fmla="*/ 2172208 h 5753325"/>
              <a:gd name="connsiteX31" fmla="*/ 6095990 w 6443456"/>
              <a:gd name="connsiteY31" fmla="*/ 2181185 h 5753325"/>
              <a:gd name="connsiteX32" fmla="*/ 6090126 w 6443456"/>
              <a:gd name="connsiteY32" fmla="*/ 2192533 h 5753325"/>
              <a:gd name="connsiteX33" fmla="*/ 6089503 w 6443456"/>
              <a:gd name="connsiteY33" fmla="*/ 2192543 h 5753325"/>
              <a:gd name="connsiteX34" fmla="*/ 6084946 w 6443456"/>
              <a:gd name="connsiteY34" fmla="*/ 2203694 h 5753325"/>
              <a:gd name="connsiteX35" fmla="*/ 5987861 w 6443456"/>
              <a:gd name="connsiteY35" fmla="*/ 2304868 h 5753325"/>
              <a:gd name="connsiteX36" fmla="*/ 5973439 w 6443456"/>
              <a:gd name="connsiteY36" fmla="*/ 2385635 h 5753325"/>
              <a:gd name="connsiteX37" fmla="*/ 5916727 w 6443456"/>
              <a:gd name="connsiteY37" fmla="*/ 2458777 h 5753325"/>
              <a:gd name="connsiteX38" fmla="*/ 5856524 w 6443456"/>
              <a:gd name="connsiteY38" fmla="*/ 2583281 h 5753325"/>
              <a:gd name="connsiteX39" fmla="*/ 5838091 w 6443456"/>
              <a:gd name="connsiteY39" fmla="*/ 2753474 h 5753325"/>
              <a:gd name="connsiteX40" fmla="*/ 5744296 w 6443456"/>
              <a:gd name="connsiteY40" fmla="*/ 2893276 h 5753325"/>
              <a:gd name="connsiteX41" fmla="*/ 5682522 w 6443456"/>
              <a:gd name="connsiteY41" fmla="*/ 3044368 h 5753325"/>
              <a:gd name="connsiteX42" fmla="*/ 5557886 w 6443456"/>
              <a:gd name="connsiteY42" fmla="*/ 3304853 h 5753325"/>
              <a:gd name="connsiteX43" fmla="*/ 5483942 w 6443456"/>
              <a:gd name="connsiteY43" fmla="*/ 3416604 h 5753325"/>
              <a:gd name="connsiteX44" fmla="*/ 5461007 w 6443456"/>
              <a:gd name="connsiteY44" fmla="*/ 3503742 h 5753325"/>
              <a:gd name="connsiteX45" fmla="*/ 5437889 w 6443456"/>
              <a:gd name="connsiteY45" fmla="*/ 3559927 h 5753325"/>
              <a:gd name="connsiteX46" fmla="*/ 5432770 w 6443456"/>
              <a:gd name="connsiteY46" fmla="*/ 3562948 h 5753325"/>
              <a:gd name="connsiteX47" fmla="*/ 5406795 w 6443456"/>
              <a:gd name="connsiteY47" fmla="*/ 3578594 h 5753325"/>
              <a:gd name="connsiteX48" fmla="*/ 5381495 w 6443456"/>
              <a:gd name="connsiteY48" fmla="*/ 3599883 h 5753325"/>
              <a:gd name="connsiteX49" fmla="*/ 5363689 w 6443456"/>
              <a:gd name="connsiteY49" fmla="*/ 3633299 h 5753325"/>
              <a:gd name="connsiteX50" fmla="*/ 5291870 w 6443456"/>
              <a:gd name="connsiteY50" fmla="*/ 3799039 h 5753325"/>
              <a:gd name="connsiteX51" fmla="*/ 5241600 w 6443456"/>
              <a:gd name="connsiteY51" fmla="*/ 3894238 h 5753325"/>
              <a:gd name="connsiteX52" fmla="*/ 5211041 w 6443456"/>
              <a:gd name="connsiteY52" fmla="*/ 3924184 h 5753325"/>
              <a:gd name="connsiteX53" fmla="*/ 5176073 w 6443456"/>
              <a:gd name="connsiteY53" fmla="*/ 3970179 h 5753325"/>
              <a:gd name="connsiteX54" fmla="*/ 5172826 w 6443456"/>
              <a:gd name="connsiteY54" fmla="*/ 3991773 h 5753325"/>
              <a:gd name="connsiteX55" fmla="*/ 5157053 w 6443456"/>
              <a:gd name="connsiteY55" fmla="*/ 3997708 h 5753325"/>
              <a:gd name="connsiteX56" fmla="*/ 5127922 w 6443456"/>
              <a:gd name="connsiteY56" fmla="*/ 4022660 h 5753325"/>
              <a:gd name="connsiteX57" fmla="*/ 5020872 w 6443456"/>
              <a:gd name="connsiteY57" fmla="*/ 4075951 h 5753325"/>
              <a:gd name="connsiteX58" fmla="*/ 4991410 w 6443456"/>
              <a:gd name="connsiteY58" fmla="*/ 4087598 h 5753325"/>
              <a:gd name="connsiteX59" fmla="*/ 4930112 w 6443456"/>
              <a:gd name="connsiteY59" fmla="*/ 4138459 h 5753325"/>
              <a:gd name="connsiteX60" fmla="*/ 4834224 w 6443456"/>
              <a:gd name="connsiteY60" fmla="*/ 4231643 h 5753325"/>
              <a:gd name="connsiteX61" fmla="*/ 4812599 w 6443456"/>
              <a:gd name="connsiteY61" fmla="*/ 4249449 h 5753325"/>
              <a:gd name="connsiteX62" fmla="*/ 4789188 w 6443456"/>
              <a:gd name="connsiteY62" fmla="*/ 4256678 h 5753325"/>
              <a:gd name="connsiteX63" fmla="*/ 4779554 w 6443456"/>
              <a:gd name="connsiteY63" fmla="*/ 4251313 h 5753325"/>
              <a:gd name="connsiteX64" fmla="*/ 4766885 w 6443456"/>
              <a:gd name="connsiteY64" fmla="*/ 4259812 h 5753325"/>
              <a:gd name="connsiteX65" fmla="*/ 4762510 w 6443456"/>
              <a:gd name="connsiteY65" fmla="*/ 4260383 h 5753325"/>
              <a:gd name="connsiteX66" fmla="*/ 4738416 w 6443456"/>
              <a:gd name="connsiteY66" fmla="*/ 4265355 h 5753325"/>
              <a:gd name="connsiteX67" fmla="*/ 4712007 w 6443456"/>
              <a:gd name="connsiteY67" fmla="*/ 4317892 h 5753325"/>
              <a:gd name="connsiteX68" fmla="*/ 4658930 w 6443456"/>
              <a:gd name="connsiteY68" fmla="*/ 4348041 h 5753325"/>
              <a:gd name="connsiteX69" fmla="*/ 4443526 w 6443456"/>
              <a:gd name="connsiteY69" fmla="*/ 4507851 h 5753325"/>
              <a:gd name="connsiteX70" fmla="*/ 4289766 w 6443456"/>
              <a:gd name="connsiteY70" fmla="*/ 4711450 h 5753325"/>
              <a:gd name="connsiteX71" fmla="*/ 4150870 w 6443456"/>
              <a:gd name="connsiteY71" fmla="*/ 4818480 h 5753325"/>
              <a:gd name="connsiteX72" fmla="*/ 4006639 w 6443456"/>
              <a:gd name="connsiteY72" fmla="*/ 4933815 h 5753325"/>
              <a:gd name="connsiteX73" fmla="*/ 3298210 w 6443456"/>
              <a:gd name="connsiteY73" fmla="*/ 5070790 h 5753325"/>
              <a:gd name="connsiteX74" fmla="*/ 2947678 w 6443456"/>
              <a:gd name="connsiteY74" fmla="*/ 5117869 h 5753325"/>
              <a:gd name="connsiteX75" fmla="*/ 2822169 w 6443456"/>
              <a:gd name="connsiteY75" fmla="*/ 5129396 h 5753325"/>
              <a:gd name="connsiteX76" fmla="*/ 2538773 w 6443456"/>
              <a:gd name="connsiteY76" fmla="*/ 5313397 h 5753325"/>
              <a:gd name="connsiteX77" fmla="*/ 2014500 w 6443456"/>
              <a:gd name="connsiteY77" fmla="*/ 5519744 h 5753325"/>
              <a:gd name="connsiteX78" fmla="*/ 1934391 w 6443456"/>
              <a:gd name="connsiteY78" fmla="*/ 5591335 h 5753325"/>
              <a:gd name="connsiteX79" fmla="*/ 1892550 w 6443456"/>
              <a:gd name="connsiteY79" fmla="*/ 5649708 h 5753325"/>
              <a:gd name="connsiteX80" fmla="*/ 1854769 w 6443456"/>
              <a:gd name="connsiteY80" fmla="*/ 5647691 h 5753325"/>
              <a:gd name="connsiteX81" fmla="*/ 1809461 w 6443456"/>
              <a:gd name="connsiteY81" fmla="*/ 5648628 h 5753325"/>
              <a:gd name="connsiteX82" fmla="*/ 1745150 w 6443456"/>
              <a:gd name="connsiteY82" fmla="*/ 5693879 h 5753325"/>
              <a:gd name="connsiteX83" fmla="*/ 1713375 w 6443456"/>
              <a:gd name="connsiteY83" fmla="*/ 5684672 h 5753325"/>
              <a:gd name="connsiteX84" fmla="*/ 1707808 w 6443456"/>
              <a:gd name="connsiteY84" fmla="*/ 5682611 h 5753325"/>
              <a:gd name="connsiteX85" fmla="*/ 1679313 w 6443456"/>
              <a:gd name="connsiteY85" fmla="*/ 5672360 h 5753325"/>
              <a:gd name="connsiteX86" fmla="*/ 1646933 w 6443456"/>
              <a:gd name="connsiteY86" fmla="*/ 5666227 h 5753325"/>
              <a:gd name="connsiteX87" fmla="*/ 1610055 w 6443456"/>
              <a:gd name="connsiteY87" fmla="*/ 5673643 h 5753325"/>
              <a:gd name="connsiteX88" fmla="*/ 1437641 w 6443456"/>
              <a:gd name="connsiteY88" fmla="*/ 5723266 h 5753325"/>
              <a:gd name="connsiteX89" fmla="*/ 1332869 w 6443456"/>
              <a:gd name="connsiteY89" fmla="*/ 5744752 h 5753325"/>
              <a:gd name="connsiteX90" fmla="*/ 1290525 w 6443456"/>
              <a:gd name="connsiteY90" fmla="*/ 5740036 h 5753325"/>
              <a:gd name="connsiteX91" fmla="*/ 1233107 w 6443456"/>
              <a:gd name="connsiteY91" fmla="*/ 5742106 h 5753325"/>
              <a:gd name="connsiteX92" fmla="*/ 1214532 w 6443456"/>
              <a:gd name="connsiteY92" fmla="*/ 5753325 h 5753325"/>
              <a:gd name="connsiteX93" fmla="*/ 1199955 w 6443456"/>
              <a:gd name="connsiteY93" fmla="*/ 5744831 h 5753325"/>
              <a:gd name="connsiteX94" fmla="*/ 1162337 w 6443456"/>
              <a:gd name="connsiteY94" fmla="*/ 5738048 h 5753325"/>
              <a:gd name="connsiteX95" fmla="*/ 1053457 w 6443456"/>
              <a:gd name="connsiteY95" fmla="*/ 5688676 h 5753325"/>
              <a:gd name="connsiteX96" fmla="*/ 1025798 w 6443456"/>
              <a:gd name="connsiteY96" fmla="*/ 5673166 h 5753325"/>
              <a:gd name="connsiteX97" fmla="*/ 947900 w 6443456"/>
              <a:gd name="connsiteY97" fmla="*/ 5657848 h 5753325"/>
              <a:gd name="connsiteX98" fmla="*/ 815627 w 6443456"/>
              <a:gd name="connsiteY98" fmla="*/ 5642557 h 5753325"/>
              <a:gd name="connsiteX99" fmla="*/ 788251 w 6443456"/>
              <a:gd name="connsiteY99" fmla="*/ 5637065 h 5753325"/>
              <a:gd name="connsiteX100" fmla="*/ 767822 w 6443456"/>
              <a:gd name="connsiteY100" fmla="*/ 5623450 h 5753325"/>
              <a:gd name="connsiteX101" fmla="*/ 765791 w 6443456"/>
              <a:gd name="connsiteY101" fmla="*/ 5612539 h 5753325"/>
              <a:gd name="connsiteX102" fmla="*/ 751230 w 6443456"/>
              <a:gd name="connsiteY102" fmla="*/ 5608092 h 5753325"/>
              <a:gd name="connsiteX103" fmla="*/ 748008 w 6443456"/>
              <a:gd name="connsiteY103" fmla="*/ 5605052 h 5753325"/>
              <a:gd name="connsiteX104" fmla="*/ 728871 w 6443456"/>
              <a:gd name="connsiteY104" fmla="*/ 5589469 h 5753325"/>
              <a:gd name="connsiteX105" fmla="*/ 671898 w 6443456"/>
              <a:gd name="connsiteY105" fmla="*/ 5602363 h 5753325"/>
              <a:gd name="connsiteX106" fmla="*/ 615065 w 6443456"/>
              <a:gd name="connsiteY106" fmla="*/ 5580257 h 5753325"/>
              <a:gd name="connsiteX107" fmla="*/ 355785 w 6443456"/>
              <a:gd name="connsiteY107" fmla="*/ 5514383 h 5753325"/>
              <a:gd name="connsiteX108" fmla="*/ 102269 w 6443456"/>
              <a:gd name="connsiteY108" fmla="*/ 5524347 h 5753325"/>
              <a:gd name="connsiteX109" fmla="*/ 13160 w 6443456"/>
              <a:gd name="connsiteY109" fmla="*/ 5514159 h 5753325"/>
              <a:gd name="connsiteX110" fmla="*/ 0 w 6443456"/>
              <a:gd name="connsiteY110" fmla="*/ 5511735 h 5753325"/>
              <a:gd name="connsiteX111" fmla="*/ 0 w 6443456"/>
              <a:gd name="connsiteY111" fmla="*/ 0 h 5753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443456" h="5753325">
                <a:moveTo>
                  <a:pt x="0" y="0"/>
                </a:moveTo>
                <a:lnTo>
                  <a:pt x="6438980" y="0"/>
                </a:lnTo>
                <a:cubicBezTo>
                  <a:pt x="6439002" y="49"/>
                  <a:pt x="6439025" y="98"/>
                  <a:pt x="6439047" y="147"/>
                </a:cubicBezTo>
                <a:lnTo>
                  <a:pt x="6443456" y="130105"/>
                </a:lnTo>
                <a:cubicBezTo>
                  <a:pt x="6430828" y="154008"/>
                  <a:pt x="6411458" y="168030"/>
                  <a:pt x="6422751" y="174163"/>
                </a:cubicBezTo>
                <a:cubicBezTo>
                  <a:pt x="6418487" y="214830"/>
                  <a:pt x="6390727" y="235497"/>
                  <a:pt x="6396598" y="274847"/>
                </a:cubicBezTo>
                <a:cubicBezTo>
                  <a:pt x="6403386" y="335822"/>
                  <a:pt x="6333127" y="414969"/>
                  <a:pt x="6337615" y="471794"/>
                </a:cubicBezTo>
                <a:cubicBezTo>
                  <a:pt x="6324407" y="534783"/>
                  <a:pt x="6296331" y="556933"/>
                  <a:pt x="6304423" y="582623"/>
                </a:cubicBezTo>
                <a:cubicBezTo>
                  <a:pt x="6293676" y="611941"/>
                  <a:pt x="6296956" y="631352"/>
                  <a:pt x="6303977" y="664291"/>
                </a:cubicBezTo>
                <a:cubicBezTo>
                  <a:pt x="6302444" y="677879"/>
                  <a:pt x="6301462" y="685268"/>
                  <a:pt x="6299372" y="697330"/>
                </a:cubicBezTo>
                <a:cubicBezTo>
                  <a:pt x="6314387" y="714913"/>
                  <a:pt x="6313827" y="721408"/>
                  <a:pt x="6309888" y="754001"/>
                </a:cubicBezTo>
                <a:cubicBezTo>
                  <a:pt x="6306930" y="769492"/>
                  <a:pt x="6343751" y="814234"/>
                  <a:pt x="6339879" y="811136"/>
                </a:cubicBezTo>
                <a:lnTo>
                  <a:pt x="6330065" y="893399"/>
                </a:lnTo>
                <a:cubicBezTo>
                  <a:pt x="6341065" y="929331"/>
                  <a:pt x="6340586" y="969703"/>
                  <a:pt x="6328618" y="1009766"/>
                </a:cubicBezTo>
                <a:cubicBezTo>
                  <a:pt x="6286987" y="1110847"/>
                  <a:pt x="6336677" y="1067927"/>
                  <a:pt x="6320797" y="1146964"/>
                </a:cubicBezTo>
                <a:cubicBezTo>
                  <a:pt x="6308238" y="1199586"/>
                  <a:pt x="6355190" y="1221191"/>
                  <a:pt x="6334400" y="1280757"/>
                </a:cubicBezTo>
                <a:lnTo>
                  <a:pt x="6356023" y="1356227"/>
                </a:lnTo>
                <a:cubicBezTo>
                  <a:pt x="6356068" y="1358140"/>
                  <a:pt x="6356112" y="1360054"/>
                  <a:pt x="6356157" y="1361967"/>
                </a:cubicBezTo>
                <a:cubicBezTo>
                  <a:pt x="6355533" y="1373512"/>
                  <a:pt x="6353847" y="1384370"/>
                  <a:pt x="6350613" y="1393569"/>
                </a:cubicBezTo>
                <a:cubicBezTo>
                  <a:pt x="6364468" y="1383914"/>
                  <a:pt x="6345614" y="1435855"/>
                  <a:pt x="6357062" y="1444071"/>
                </a:cubicBezTo>
                <a:cubicBezTo>
                  <a:pt x="6366618" y="1448518"/>
                  <a:pt x="6363125" y="1465312"/>
                  <a:pt x="6364832" y="1478763"/>
                </a:cubicBezTo>
                <a:cubicBezTo>
                  <a:pt x="6367033" y="1481449"/>
                  <a:pt x="6368644" y="1487606"/>
                  <a:pt x="6369745" y="1495680"/>
                </a:cubicBezTo>
                <a:cubicBezTo>
                  <a:pt x="6370129" y="1501564"/>
                  <a:pt x="6370514" y="1507447"/>
                  <a:pt x="6370898" y="1513331"/>
                </a:cubicBezTo>
                <a:lnTo>
                  <a:pt x="6339773" y="1527414"/>
                </a:lnTo>
                <a:cubicBezTo>
                  <a:pt x="6334226" y="1566662"/>
                  <a:pt x="6321052" y="1604564"/>
                  <a:pt x="6321854" y="1635366"/>
                </a:cubicBezTo>
                <a:cubicBezTo>
                  <a:pt x="6320655" y="1701187"/>
                  <a:pt x="6292278" y="1721205"/>
                  <a:pt x="6299489" y="1784860"/>
                </a:cubicBezTo>
                <a:cubicBezTo>
                  <a:pt x="6294212" y="1831400"/>
                  <a:pt x="6277478" y="1829559"/>
                  <a:pt x="6267878" y="1858572"/>
                </a:cubicBezTo>
                <a:lnTo>
                  <a:pt x="6251146" y="1926167"/>
                </a:lnTo>
                <a:lnTo>
                  <a:pt x="6210686" y="2014834"/>
                </a:lnTo>
                <a:lnTo>
                  <a:pt x="6106652" y="2150572"/>
                </a:lnTo>
                <a:lnTo>
                  <a:pt x="6097813" y="2172208"/>
                </a:lnTo>
                <a:lnTo>
                  <a:pt x="6095990" y="2181185"/>
                </a:lnTo>
                <a:cubicBezTo>
                  <a:pt x="6094176" y="2187056"/>
                  <a:pt x="6092249" y="2190556"/>
                  <a:pt x="6090126" y="2192533"/>
                </a:cubicBezTo>
                <a:lnTo>
                  <a:pt x="6089503" y="2192543"/>
                </a:lnTo>
                <a:lnTo>
                  <a:pt x="6084946" y="2203694"/>
                </a:lnTo>
                <a:cubicBezTo>
                  <a:pt x="6068006" y="2222414"/>
                  <a:pt x="6006445" y="2274546"/>
                  <a:pt x="5987861" y="2304868"/>
                </a:cubicBezTo>
                <a:lnTo>
                  <a:pt x="5973439" y="2385635"/>
                </a:lnTo>
                <a:lnTo>
                  <a:pt x="5916727" y="2458777"/>
                </a:lnTo>
                <a:cubicBezTo>
                  <a:pt x="5897241" y="2491718"/>
                  <a:pt x="5869630" y="2534165"/>
                  <a:pt x="5856524" y="2583281"/>
                </a:cubicBezTo>
                <a:cubicBezTo>
                  <a:pt x="5857506" y="2592319"/>
                  <a:pt x="5833326" y="2744711"/>
                  <a:pt x="5838091" y="2753474"/>
                </a:cubicBezTo>
                <a:cubicBezTo>
                  <a:pt x="5785248" y="2871502"/>
                  <a:pt x="5778642" y="2803565"/>
                  <a:pt x="5744296" y="2893276"/>
                </a:cubicBezTo>
                <a:cubicBezTo>
                  <a:pt x="5695297" y="2988328"/>
                  <a:pt x="5724634" y="2958553"/>
                  <a:pt x="5682522" y="3044368"/>
                </a:cubicBezTo>
                <a:cubicBezTo>
                  <a:pt x="5632185" y="3125072"/>
                  <a:pt x="5597317" y="3217236"/>
                  <a:pt x="5557886" y="3304853"/>
                </a:cubicBezTo>
                <a:cubicBezTo>
                  <a:pt x="5482395" y="3325072"/>
                  <a:pt x="5519234" y="3371478"/>
                  <a:pt x="5483942" y="3416604"/>
                </a:cubicBezTo>
                <a:cubicBezTo>
                  <a:pt x="5462927" y="3437263"/>
                  <a:pt x="5484515" y="3475608"/>
                  <a:pt x="5461007" y="3503742"/>
                </a:cubicBezTo>
                <a:cubicBezTo>
                  <a:pt x="5452964" y="3510933"/>
                  <a:pt x="5447709" y="3554203"/>
                  <a:pt x="5437889" y="3559927"/>
                </a:cubicBezTo>
                <a:lnTo>
                  <a:pt x="5432770" y="3562948"/>
                </a:lnTo>
                <a:lnTo>
                  <a:pt x="5406795" y="3578594"/>
                </a:lnTo>
                <a:lnTo>
                  <a:pt x="5381495" y="3599883"/>
                </a:lnTo>
                <a:cubicBezTo>
                  <a:pt x="5373777" y="3608845"/>
                  <a:pt x="5367528" y="3619642"/>
                  <a:pt x="5363689" y="3633299"/>
                </a:cubicBezTo>
                <a:cubicBezTo>
                  <a:pt x="5370837" y="3689178"/>
                  <a:pt x="5280250" y="3728687"/>
                  <a:pt x="5291870" y="3799039"/>
                </a:cubicBezTo>
                <a:cubicBezTo>
                  <a:pt x="5291660" y="3823262"/>
                  <a:pt x="5263601" y="3888134"/>
                  <a:pt x="5241600" y="3894238"/>
                </a:cubicBezTo>
                <a:cubicBezTo>
                  <a:pt x="5232312" y="3906493"/>
                  <a:pt x="5231731" y="3924583"/>
                  <a:pt x="5211041" y="3924184"/>
                </a:cubicBezTo>
                <a:cubicBezTo>
                  <a:pt x="5184976" y="3926521"/>
                  <a:pt x="5198956" y="3986438"/>
                  <a:pt x="5176073" y="3970179"/>
                </a:cubicBezTo>
                <a:lnTo>
                  <a:pt x="5172826" y="3991773"/>
                </a:lnTo>
                <a:lnTo>
                  <a:pt x="5157053" y="3997708"/>
                </a:lnTo>
                <a:cubicBezTo>
                  <a:pt x="5140589" y="4003541"/>
                  <a:pt x="5128715" y="4008828"/>
                  <a:pt x="5127922" y="4022660"/>
                </a:cubicBezTo>
                <a:cubicBezTo>
                  <a:pt x="5105225" y="4035701"/>
                  <a:pt x="5043623" y="4065128"/>
                  <a:pt x="5020872" y="4075951"/>
                </a:cubicBezTo>
                <a:cubicBezTo>
                  <a:pt x="5006705" y="4069570"/>
                  <a:pt x="5001251" y="4081880"/>
                  <a:pt x="4991410" y="4087598"/>
                </a:cubicBezTo>
                <a:cubicBezTo>
                  <a:pt x="4974522" y="4085320"/>
                  <a:pt x="4937025" y="4121806"/>
                  <a:pt x="4930112" y="4138459"/>
                </a:cubicBezTo>
                <a:cubicBezTo>
                  <a:pt x="4918473" y="4190437"/>
                  <a:pt x="4844909" y="4190974"/>
                  <a:pt x="4834224" y="4231643"/>
                </a:cubicBezTo>
                <a:cubicBezTo>
                  <a:pt x="4827758" y="4239937"/>
                  <a:pt x="4820427" y="4245543"/>
                  <a:pt x="4812599" y="4249449"/>
                </a:cubicBezTo>
                <a:lnTo>
                  <a:pt x="4789188" y="4256678"/>
                </a:lnTo>
                <a:lnTo>
                  <a:pt x="4779554" y="4251313"/>
                </a:lnTo>
                <a:lnTo>
                  <a:pt x="4766885" y="4259812"/>
                </a:lnTo>
                <a:lnTo>
                  <a:pt x="4762510" y="4260383"/>
                </a:lnTo>
                <a:cubicBezTo>
                  <a:pt x="4754131" y="4261437"/>
                  <a:pt x="4745977" y="4262766"/>
                  <a:pt x="4738416" y="4265355"/>
                </a:cubicBezTo>
                <a:cubicBezTo>
                  <a:pt x="4764694" y="4302719"/>
                  <a:pt x="4678447" y="4293536"/>
                  <a:pt x="4712007" y="4317892"/>
                </a:cubicBezTo>
                <a:cubicBezTo>
                  <a:pt x="4675039" y="4338619"/>
                  <a:pt x="4716682" y="4356361"/>
                  <a:pt x="4658930" y="4348041"/>
                </a:cubicBezTo>
                <a:cubicBezTo>
                  <a:pt x="4614182" y="4379702"/>
                  <a:pt x="4505053" y="4447283"/>
                  <a:pt x="4443526" y="4507851"/>
                </a:cubicBezTo>
                <a:cubicBezTo>
                  <a:pt x="4410144" y="4540439"/>
                  <a:pt x="4338540" y="4659677"/>
                  <a:pt x="4289766" y="4711450"/>
                </a:cubicBezTo>
                <a:cubicBezTo>
                  <a:pt x="4238344" y="4747694"/>
                  <a:pt x="4215457" y="4807131"/>
                  <a:pt x="4150870" y="4818480"/>
                </a:cubicBezTo>
                <a:cubicBezTo>
                  <a:pt x="4103683" y="4855538"/>
                  <a:pt x="4148748" y="4891762"/>
                  <a:pt x="4006639" y="4933815"/>
                </a:cubicBezTo>
                <a:cubicBezTo>
                  <a:pt x="3736045" y="4990755"/>
                  <a:pt x="3474704" y="5040115"/>
                  <a:pt x="3298210" y="5070790"/>
                </a:cubicBezTo>
                <a:cubicBezTo>
                  <a:pt x="3121717" y="5101466"/>
                  <a:pt x="3041810" y="5115566"/>
                  <a:pt x="2947678" y="5117869"/>
                </a:cubicBezTo>
                <a:cubicBezTo>
                  <a:pt x="2853544" y="5120174"/>
                  <a:pt x="2858560" y="5135060"/>
                  <a:pt x="2822169" y="5129396"/>
                </a:cubicBezTo>
                <a:lnTo>
                  <a:pt x="2538773" y="5313397"/>
                </a:lnTo>
                <a:cubicBezTo>
                  <a:pt x="2405817" y="5334661"/>
                  <a:pt x="2144167" y="5431620"/>
                  <a:pt x="2014500" y="5519744"/>
                </a:cubicBezTo>
                <a:cubicBezTo>
                  <a:pt x="1982084" y="5541774"/>
                  <a:pt x="1956346" y="5565847"/>
                  <a:pt x="1934391" y="5591335"/>
                </a:cubicBezTo>
                <a:lnTo>
                  <a:pt x="1892550" y="5649708"/>
                </a:lnTo>
                <a:lnTo>
                  <a:pt x="1854769" y="5647691"/>
                </a:lnTo>
                <a:cubicBezTo>
                  <a:pt x="1838936" y="5647705"/>
                  <a:pt x="1823701" y="5648312"/>
                  <a:pt x="1809461" y="5648628"/>
                </a:cubicBezTo>
                <a:cubicBezTo>
                  <a:pt x="1834147" y="5698228"/>
                  <a:pt x="1737274" y="5633540"/>
                  <a:pt x="1745150" y="5693879"/>
                </a:cubicBezTo>
                <a:cubicBezTo>
                  <a:pt x="1734532" y="5692199"/>
                  <a:pt x="1724002" y="5688669"/>
                  <a:pt x="1713375" y="5684672"/>
                </a:cubicBezTo>
                <a:lnTo>
                  <a:pt x="1707808" y="5682611"/>
                </a:lnTo>
                <a:lnTo>
                  <a:pt x="1679313" y="5672360"/>
                </a:lnTo>
                <a:lnTo>
                  <a:pt x="1646933" y="5666227"/>
                </a:lnTo>
                <a:cubicBezTo>
                  <a:pt x="1635170" y="5665926"/>
                  <a:pt x="1622939" y="5667937"/>
                  <a:pt x="1610055" y="5673643"/>
                </a:cubicBezTo>
                <a:cubicBezTo>
                  <a:pt x="1571890" y="5714775"/>
                  <a:pt x="1484024" y="5669440"/>
                  <a:pt x="1437641" y="5723266"/>
                </a:cubicBezTo>
                <a:cubicBezTo>
                  <a:pt x="1418992" y="5738521"/>
                  <a:pt x="1351540" y="5757985"/>
                  <a:pt x="1332869" y="5744752"/>
                </a:cubicBezTo>
                <a:cubicBezTo>
                  <a:pt x="1317589" y="5745326"/>
                  <a:pt x="1303391" y="5756388"/>
                  <a:pt x="1290525" y="5740036"/>
                </a:cubicBezTo>
                <a:cubicBezTo>
                  <a:pt x="1272146" y="5721242"/>
                  <a:pt x="1235243" y="5770261"/>
                  <a:pt x="1233107" y="5742106"/>
                </a:cubicBezTo>
                <a:lnTo>
                  <a:pt x="1214532" y="5753325"/>
                </a:lnTo>
                <a:lnTo>
                  <a:pt x="1199955" y="5744831"/>
                </a:lnTo>
                <a:cubicBezTo>
                  <a:pt x="1185016" y="5735734"/>
                  <a:pt x="1173414" y="5729861"/>
                  <a:pt x="1162337" y="5738048"/>
                </a:cubicBezTo>
                <a:cubicBezTo>
                  <a:pt x="1137920" y="5728689"/>
                  <a:pt x="1076212" y="5699490"/>
                  <a:pt x="1053457" y="5688676"/>
                </a:cubicBezTo>
                <a:cubicBezTo>
                  <a:pt x="1049315" y="5673592"/>
                  <a:pt x="1036434" y="5677184"/>
                  <a:pt x="1025798" y="5673166"/>
                </a:cubicBezTo>
                <a:cubicBezTo>
                  <a:pt x="1016787" y="5658576"/>
                  <a:pt x="965030" y="5652626"/>
                  <a:pt x="947900" y="5657848"/>
                </a:cubicBezTo>
                <a:cubicBezTo>
                  <a:pt x="900757" y="5681878"/>
                  <a:pt x="853518" y="5624981"/>
                  <a:pt x="815627" y="5642557"/>
                </a:cubicBezTo>
                <a:cubicBezTo>
                  <a:pt x="805172" y="5642805"/>
                  <a:pt x="796221" y="5640669"/>
                  <a:pt x="788251" y="5637065"/>
                </a:cubicBezTo>
                <a:lnTo>
                  <a:pt x="767822" y="5623450"/>
                </a:lnTo>
                <a:lnTo>
                  <a:pt x="765791" y="5612539"/>
                </a:lnTo>
                <a:lnTo>
                  <a:pt x="751230" y="5608092"/>
                </a:lnTo>
                <a:lnTo>
                  <a:pt x="748008" y="5605052"/>
                </a:lnTo>
                <a:cubicBezTo>
                  <a:pt x="741868" y="5599203"/>
                  <a:pt x="735661" y="5593704"/>
                  <a:pt x="728871" y="5589469"/>
                </a:cubicBezTo>
                <a:cubicBezTo>
                  <a:pt x="717035" y="5633700"/>
                  <a:pt x="669153" y="5560747"/>
                  <a:pt x="671898" y="5602363"/>
                </a:cubicBezTo>
                <a:cubicBezTo>
                  <a:pt x="632522" y="5586794"/>
                  <a:pt x="645467" y="5630489"/>
                  <a:pt x="615065" y="5580257"/>
                </a:cubicBezTo>
                <a:cubicBezTo>
                  <a:pt x="562379" y="5565593"/>
                  <a:pt x="441250" y="5523701"/>
                  <a:pt x="355785" y="5514383"/>
                </a:cubicBezTo>
                <a:cubicBezTo>
                  <a:pt x="309622" y="5509152"/>
                  <a:pt x="172894" y="5529342"/>
                  <a:pt x="102269" y="5524347"/>
                </a:cubicBezTo>
                <a:cubicBezTo>
                  <a:pt x="72050" y="5515878"/>
                  <a:pt x="41939" y="5516649"/>
                  <a:pt x="13160" y="5514159"/>
                </a:cubicBezTo>
                <a:lnTo>
                  <a:pt x="0" y="551173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294012-FDF6-5E6C-E0E8-9DBB3973D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8891"/>
            <a:ext cx="4259731" cy="1985085"/>
          </a:xfrm>
        </p:spPr>
        <p:txBody>
          <a:bodyPr anchor="b">
            <a:normAutofit/>
          </a:bodyPr>
          <a:lstStyle/>
          <a:p>
            <a:pPr algn="ctr"/>
            <a:r>
              <a:rPr lang="en-AU" sz="2400"/>
              <a:t>DQL: Month with Highest YoY Growth %</a:t>
            </a:r>
            <a:br>
              <a:rPr lang="en-AU" sz="2400"/>
            </a:br>
            <a:r>
              <a:rPr lang="en-AU" sz="2400"/>
              <a:t>Which month grew the most year-over-year?</a:t>
            </a:r>
            <a:br>
              <a:rPr lang="en-US" sz="2400"/>
            </a:br>
            <a:endParaRPr lang="en-AU" sz="240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F93DC6C-1BFD-4414-BF23-471C8831C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664" y="3440576"/>
            <a:ext cx="4114800" cy="2675059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BC62A5-287C-248B-BF69-CECEECD2C4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17" y="4371549"/>
            <a:ext cx="3836894" cy="818722"/>
          </a:xfrm>
          <a:prstGeom prst="rect">
            <a:avLst/>
          </a:prstGeom>
        </p:spPr>
      </p:pic>
      <p:sp>
        <p:nvSpPr>
          <p:cNvPr id="35" name="Rectangle 6">
            <a:extLst>
              <a:ext uri="{FF2B5EF4-FFF2-40B4-BE49-F238E27FC236}">
                <a16:creationId xmlns:a16="http://schemas.microsoft.com/office/drawing/2014/main" id="{001928A5-13A8-4372-8A77-BCAAE555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4188" y="5840345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8A7A4-8913-7B77-C9DF-C4C4699EB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0571" y="0"/>
            <a:ext cx="5761428" cy="6746488"/>
          </a:xfrm>
        </p:spPr>
        <p:txBody>
          <a:bodyPr anchor="ctr">
            <a:noAutofit/>
          </a:bodyPr>
          <a:lstStyle/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WITH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monthly_yoy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AS (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YEAR(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MONTH(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sale_month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DATENAME(MONTH,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month_name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SUM(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total_revenue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/ 1000000 AS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FROM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daily_sales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GROUP BY YEAR(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), MONTH(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), DATENAME(MONTH,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yoy_calculated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AS (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sale_month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month_name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LAG(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12) OVER (ORDER BY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sale_month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same_month_last_year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ROUND(((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- LAG(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12) OVER (ORDER BY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sale_month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)) 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    / LAG(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12) OVER (ORDER BY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sale_month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)) * 100, 2) AS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yoy_percent</a:t>
            </a:r>
            <a:endParaRPr lang="en-US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FROM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monthly_yoy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TOP 5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month_name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same_month_last_year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-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same_month_last_year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AS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growth_amount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yoy_percent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yoy_calculated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WHERE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= 2024 AND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same_month_last_year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IS NOT NULL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ORDER BY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yoy_percent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DESC;</a:t>
            </a:r>
            <a:endParaRPr lang="en-AU" sz="700" dirty="0"/>
          </a:p>
        </p:txBody>
      </p:sp>
    </p:spTree>
    <p:extLst>
      <p:ext uri="{BB962C8B-B14F-4D97-AF65-F5344CB8AC3E}">
        <p14:creationId xmlns:p14="http://schemas.microsoft.com/office/powerpoint/2010/main" val="3771128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BBA10F-0B4C-3321-124F-C9D74BA73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AU" sz="3400">
                <a:solidFill>
                  <a:srgbClr val="FFFFFF"/>
                </a:solidFill>
              </a:rPr>
              <a:t>DQL: 30-Day Rolling Average for Online Sales</a:t>
            </a:r>
            <a:br>
              <a:rPr lang="en-AU" sz="3400">
                <a:solidFill>
                  <a:srgbClr val="FFFFFF"/>
                </a:solidFill>
              </a:rPr>
            </a:br>
            <a:r>
              <a:rPr lang="en-AU" sz="3400">
                <a:solidFill>
                  <a:srgbClr val="FFFFFF"/>
                </a:solidFill>
              </a:rPr>
              <a:t>Show me online sales trend over time.</a:t>
            </a:r>
            <a:br>
              <a:rPr lang="en-US" sz="3400">
                <a:solidFill>
                  <a:srgbClr val="FFFFFF"/>
                </a:solidFill>
              </a:rPr>
            </a:br>
            <a:endParaRPr lang="en-AU" sz="3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5EB79-1D5C-FAC2-9A7C-AEB6CD903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4810" y="586855"/>
            <a:ext cx="3025303" cy="5546047"/>
          </a:xfrm>
        </p:spPr>
        <p:txBody>
          <a:bodyPr anchor="ctr">
            <a:normAutofit fontScale="92500"/>
          </a:bodyPr>
          <a:lstStyle/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TOP 30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online_revenue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/ 1000000 AS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daily_online_millions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total_revenue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/ 1000000 AS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daily_total_millions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-- 30-day rolling average for online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ROUND(AVG(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online_revenue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/ 1000000) OVER (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ORDER BY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ROWS BETWEEN 29 PRECEDING AND CURRENT ROW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), 2) AS online_30day_avg,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-- Online penetration daily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ROUND((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online_revenue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/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total_revenue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 * 100, 1) AS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daily_online_percent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-- 30-day rolling average penetration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ROUND(AVG((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online_revenue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/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total_revenue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 * 100) OVER (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ORDER BY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ROWS BETWEEN 29 PRECEDING AND CURRENT ROW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), 1) AS online_penetration_30day_avg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daily_sales</a:t>
            </a:r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WHERE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&gt;= '2024-11-01'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ORDER BY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DESC;</a:t>
            </a:r>
          </a:p>
          <a:p>
            <a:endParaRPr lang="en-AU" sz="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1D98D9-FBAF-38A0-8665-C59D9F4E9D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0112" y="682376"/>
            <a:ext cx="5028839" cy="433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509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065FA2-8884-2DEB-63ED-039738A90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AU" sz="2800">
                <a:solidFill>
                  <a:srgbClr val="FFFFFF"/>
                </a:solidFill>
              </a:rPr>
              <a:t>DQL: Same Day Last Year Comparison (Apples-to-Apples)</a:t>
            </a:r>
            <a:br>
              <a:rPr lang="en-AU" sz="2800">
                <a:solidFill>
                  <a:srgbClr val="FFFFFF"/>
                </a:solidFill>
              </a:rPr>
            </a:br>
            <a:r>
              <a:rPr lang="en-AU" sz="2800">
                <a:solidFill>
                  <a:srgbClr val="FFFFFF"/>
                </a:solidFill>
              </a:rPr>
              <a:t>How does this Monday compare to same Monday last year?</a:t>
            </a:r>
            <a:br>
              <a:rPr lang="en-US" sz="2800">
                <a:solidFill>
                  <a:srgbClr val="FFFFFF"/>
                </a:solidFill>
              </a:rPr>
            </a:br>
            <a:endParaRPr lang="en-AU" sz="28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FA6DF-34F4-FF38-4E9E-90C3FA6CE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0973" y="655975"/>
            <a:ext cx="3668080" cy="5546047"/>
          </a:xfrm>
        </p:spPr>
        <p:txBody>
          <a:bodyPr anchor="ctr">
            <a:noAutofit/>
          </a:bodyPr>
          <a:lstStyle/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WITH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current_year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AS (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DATENAME(WEEKDAY,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 AS weekday,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total_revenue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/ 1000000 AS revenue_millions_2024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FROM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daily_sales</a:t>
            </a:r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WHERE YEAR(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 = 2024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previous_year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AS (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DATEADD(YEAR, 1,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 -- Shift 2023 dates forward 1 year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total_revenue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/ 1000000 AS revenue_millions_2023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FROM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daily_sales</a:t>
            </a:r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WHERE YEAR(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 = 2023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TOP 20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c.sale_date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c.weekday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c.revenue_millions_2024,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p.revenue_millions_2023,</a:t>
            </a:r>
          </a:p>
          <a:p>
            <a:r>
              <a:rPr lang="fr-FR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c.revenue_millions_2024 - p.revenue_millions_2023 AS </a:t>
            </a:r>
            <a:r>
              <a:rPr lang="fr-FR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revenue_change</a:t>
            </a:r>
            <a:r>
              <a:rPr lang="fr-FR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ROUND(((c.revenue_millions_2024 - p.revenue_millions_2023) / p.revenue_millions_2023) * 100, 2) AS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yoy_percent</a:t>
            </a:r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current_year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c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LEFT JOIN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previous_year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p ON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c.sale_date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p.sale_date</a:t>
            </a:r>
            <a:endParaRPr lang="en-US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WHERE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c.sale_date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&gt;= '2024-12-01'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ORDER BY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c.sale_date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2DB790-5874-7E13-7B30-C06B4E5311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9061" y="2280603"/>
            <a:ext cx="4505436" cy="285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0615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F404B2-FB58-D1E7-9D0E-24655A1A5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DQL: Executive Dashboard </a:t>
            </a:r>
            <a:br>
              <a:rPr lang="en-AU">
                <a:solidFill>
                  <a:srgbClr val="FFFFFF"/>
                </a:solidFill>
              </a:rPr>
            </a:br>
            <a:r>
              <a:rPr lang="en-AU">
                <a:solidFill>
                  <a:srgbClr val="FFFFFF"/>
                </a:solidFill>
              </a:rPr>
              <a:t>Production Ready! Part 1</a:t>
            </a:r>
            <a:br>
              <a:rPr lang="en-US">
                <a:solidFill>
                  <a:srgbClr val="FFFFFF"/>
                </a:solidFill>
              </a:rPr>
            </a:br>
            <a:endParaRPr lang="en-AU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AFB86-E164-AF5E-2C1C-E81424332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2225" y="613317"/>
            <a:ext cx="5654326" cy="5653668"/>
          </a:xfrm>
        </p:spPr>
        <p:txBody>
          <a:bodyPr>
            <a:noAutofit/>
          </a:bodyPr>
          <a:lstStyle/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WITH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monthly_metrics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AS (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YEAR(</a:t>
            </a:r>
            <a:r>
              <a:rPr lang="en-US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MONTH(</a:t>
            </a:r>
            <a:r>
              <a:rPr lang="en-US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sale_month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DATENAME(MONTH, </a:t>
            </a:r>
            <a:r>
              <a:rPr lang="en-US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month_name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SUM(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total_revenue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) / 1000000 AS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SUM(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total_transactions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) / 1000000 AS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transactions_millions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AVG(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average_basket_size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avg_basket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SUM(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online_revenue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) / 1000000 AS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online_revenue_millions</a:t>
            </a:r>
            <a:endParaRPr lang="en-AU" sz="11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FROM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daily_sales</a:t>
            </a:r>
            <a:endParaRPr lang="en-AU" sz="11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GROUP BY YEAR(</a:t>
            </a:r>
            <a:r>
              <a:rPr lang="en-US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), MONTH(</a:t>
            </a:r>
            <a:r>
              <a:rPr lang="en-US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), DATENAME(MONTH, </a:t>
            </a:r>
            <a:r>
              <a:rPr lang="en-US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sale_date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sale_month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month_name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transactions_millions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avg_basket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online_revenue_millions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866225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92D131-3CB9-5122-9C24-BAA2EC943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AU" sz="4100"/>
              <a:t>DQL: Executive Dashboard </a:t>
            </a:r>
            <a:br>
              <a:rPr lang="en-AU" sz="4100"/>
            </a:br>
            <a:r>
              <a:rPr lang="en-AU" sz="4100"/>
              <a:t>Production Ready! Part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B88BC-7549-7750-CCEF-BCFB61126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13" y="2203078"/>
            <a:ext cx="5902457" cy="3863442"/>
          </a:xfrm>
        </p:spPr>
        <p:txBody>
          <a:bodyPr anchor="ctr">
            <a:noAutofit/>
          </a:bodyPr>
          <a:lstStyle/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-- Previous month comparison (MoM)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LAG(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 OVER (ORDER BY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sale_month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prev_month_revenue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ROUND(((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- LAG(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 OVER (ORDER BY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sale_month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)) 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/ LAG(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 OVER (ORDER BY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sale_month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)) * 100, 2) AS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mom_growth_percent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-- Same month last year comparison (YoY)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LAG(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 12) OVER (ORDER BY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sale_month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same_month_last_year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ROUND(((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- LAG(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 12) OVER (ORDER BY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sale_month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)) 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/ LAG(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 12) OVER (ORDER BY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sale_month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)) * 100, 2) AS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yoy_growth_percent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-- Online penetration %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ROUND((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online_revenue_millions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/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revenue_millions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 * 100, 1) AS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online_penetration_percent</a:t>
            </a:r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monthly_metrics</a:t>
            </a:r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WHERE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= 2024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ORDER BY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sale_year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sale_month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799AF4-D4BE-1AA6-6F93-612C9693BB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401" y="5225143"/>
            <a:ext cx="5388962" cy="124592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147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4236</Words>
  <Application>Microsoft Office PowerPoint</Application>
  <PresentationFormat>Widescreen</PresentationFormat>
  <Paragraphs>433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Cascadia Mono</vt:lpstr>
      <vt:lpstr>Office Theme</vt:lpstr>
      <vt:lpstr>Woolworths Time Intelligence SQL Project</vt:lpstr>
      <vt:lpstr>Requirements </vt:lpstr>
      <vt:lpstr>Content</vt:lpstr>
      <vt:lpstr>Create database for Woolworths Sales </vt:lpstr>
      <vt:lpstr>DDL: Create table daily sales </vt:lpstr>
      <vt:lpstr>DML: Sample Data (2023) Part 1 </vt:lpstr>
      <vt:lpstr>DML: Sample Data (2023) Part 2</vt:lpstr>
      <vt:lpstr>DML Sample Data (2024) Part 1</vt:lpstr>
      <vt:lpstr>DML Sample Data (2024) Part 2</vt:lpstr>
      <vt:lpstr>DQL: Validation Check </vt:lpstr>
      <vt:lpstr>DQL: Date Parts </vt:lpstr>
      <vt:lpstr>DQL: Year-over-year growth (with LAG())  Are we going compared to last year? </vt:lpstr>
      <vt:lpstr>DQL: Month-over-Month Did we grow this month vs last month? </vt:lpstr>
      <vt:lpstr>DQL: Rolling Averages Daily sales are noisy. Show me a real trend! </vt:lpstr>
      <vt:lpstr>DQL: Quarter-over-Quarter How does each quarter compare to the previous? </vt:lpstr>
      <vt:lpstr>DQL: Weekend vs Weekday Comparison How much more do we sell on weekends? </vt:lpstr>
      <vt:lpstr>DQL: Best Performing Day of Week Which day should we run our biggest promotions? </vt:lpstr>
      <vt:lpstr>DQL: Month with Highest YoY Growth % Which month grew the most year-over-year? </vt:lpstr>
      <vt:lpstr>DQL: 30-Day Rolling Average for Online Sales Show me online sales trend over time. </vt:lpstr>
      <vt:lpstr>DQL: Same Day Last Year Comparison (Apples-to-Apples) How does this Monday compare to same Monday last year? </vt:lpstr>
      <vt:lpstr>DQL: Executive Dashboard  Production Ready! Part 1 </vt:lpstr>
      <vt:lpstr>DQL: Executive Dashboard  Production Ready! Part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LE</dc:creator>
  <cp:lastModifiedBy>MICHAEL LE</cp:lastModifiedBy>
  <cp:revision>17</cp:revision>
  <dcterms:created xsi:type="dcterms:W3CDTF">2026-03-17T01:19:00Z</dcterms:created>
  <dcterms:modified xsi:type="dcterms:W3CDTF">2026-03-17T15:25:08Z</dcterms:modified>
</cp:coreProperties>
</file>