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61" r:id="rId3"/>
    <p:sldId id="258" r:id="rId4"/>
    <p:sldId id="259" r:id="rId5"/>
    <p:sldId id="270" r:id="rId6"/>
    <p:sldId id="271" r:id="rId7"/>
    <p:sldId id="269" r:id="rId8"/>
    <p:sldId id="262" r:id="rId9"/>
    <p:sldId id="272" r:id="rId10"/>
    <p:sldId id="276" r:id="rId11"/>
    <p:sldId id="275" r:id="rId12"/>
    <p:sldId id="277" r:id="rId13"/>
    <p:sldId id="278" r:id="rId14"/>
    <p:sldId id="279" r:id="rId15"/>
    <p:sldId id="281" r:id="rId16"/>
    <p:sldId id="285" r:id="rId17"/>
    <p:sldId id="284" r:id="rId18"/>
    <p:sldId id="283" r:id="rId19"/>
    <p:sldId id="263" r:id="rId20"/>
    <p:sldId id="264" r:id="rId21"/>
    <p:sldId id="265" r:id="rId22"/>
    <p:sldId id="266" r:id="rId23"/>
    <p:sldId id="267" r:id="rId24"/>
    <p:sldId id="268" r:id="rId25"/>
    <p:sldId id="28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45" autoAdjust="0"/>
    <p:restoredTop sz="94660"/>
  </p:normalViewPr>
  <p:slideViewPr>
    <p:cSldViewPr snapToGrid="0">
      <p:cViewPr>
        <p:scale>
          <a:sx n="75" d="100"/>
          <a:sy n="75" d="100"/>
        </p:scale>
        <p:origin x="1224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hyperlink" Target="https://github.com/Mikele02171/Main-Stuff/tree/main/DA%20Bootcamp%202026%20Emergi%20Mentors/Week%202%20SQL%20Mastery/Module%202%20SQL%20for%20Business%20Analytics%20Beginner%20Projects/Credit_Card_Transaction_Dashboard_Story" TargetMode="External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hyperlink" Target="https://github.com/Mikele02171/Main-Stuff/tree/main/DA%20Bootcamp%202026%20Emergi%20Mentors/Week%202%20SQL%20Mastery/Module%202%20SQL%20for%20Business%20Analytics%20Beginner%20Projects/Credit_Card_Transaction_Dashboard_Story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EADC8-57D0-42AB-9186-7EC204963A9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3C33F76-3D70-4B11-80F0-84B084E1D71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AU" sz="1200" dirty="0"/>
            <a:t>Install and Download SQL Server Express (2022,or 2025 (much preferred)) from Microsoft</a:t>
          </a:r>
          <a:endParaRPr lang="en-US" sz="1200" dirty="0"/>
        </a:p>
      </dgm:t>
    </dgm:pt>
    <dgm:pt modelId="{839A3900-C8D4-43B0-BB2E-7F6DDBEBCE51}" type="parTrans" cxnId="{AC39D355-2FAB-4206-87B3-094B888393A8}">
      <dgm:prSet/>
      <dgm:spPr/>
      <dgm:t>
        <a:bodyPr/>
        <a:lstStyle/>
        <a:p>
          <a:endParaRPr lang="en-US"/>
        </a:p>
      </dgm:t>
    </dgm:pt>
    <dgm:pt modelId="{C4062C67-7DA8-4541-82B0-22989C32C653}" type="sibTrans" cxnId="{AC39D355-2FAB-4206-87B3-094B888393A8}">
      <dgm:prSet/>
      <dgm:spPr/>
      <dgm:t>
        <a:bodyPr/>
        <a:lstStyle/>
        <a:p>
          <a:endParaRPr lang="en-US"/>
        </a:p>
      </dgm:t>
    </dgm:pt>
    <dgm:pt modelId="{34F193AB-67D7-4756-9D40-78E054E96E52}">
      <dgm:prSet/>
      <dgm:spPr/>
      <dgm:t>
        <a:bodyPr/>
        <a:lstStyle/>
        <a:p>
          <a:pPr>
            <a:lnSpc>
              <a:spcPct val="100000"/>
            </a:lnSpc>
          </a:pPr>
          <a:r>
            <a:rPr lang="en-AU" b="1" dirty="0">
              <a:solidFill>
                <a:schemeClr val="tx1"/>
              </a:solidFill>
            </a:rPr>
            <a:t>Files and sources from my repository: </a:t>
          </a:r>
          <a:endParaRPr lang="en-US" b="1" dirty="0">
            <a:solidFill>
              <a:schemeClr val="tx1"/>
            </a:solidFill>
          </a:endParaRPr>
        </a:p>
      </dgm:t>
    </dgm:pt>
    <dgm:pt modelId="{C3A83794-7937-4FAF-B048-8CFA05527798}" type="parTrans" cxnId="{BB4912AE-61CB-45F9-9D0B-58D570550D59}">
      <dgm:prSet/>
      <dgm:spPr/>
      <dgm:t>
        <a:bodyPr/>
        <a:lstStyle/>
        <a:p>
          <a:endParaRPr lang="en-US"/>
        </a:p>
      </dgm:t>
    </dgm:pt>
    <dgm:pt modelId="{EED8082F-719D-4844-AD66-AD823CF67E89}" type="sibTrans" cxnId="{BB4912AE-61CB-45F9-9D0B-58D570550D59}">
      <dgm:prSet/>
      <dgm:spPr/>
      <dgm:t>
        <a:bodyPr/>
        <a:lstStyle/>
        <a:p>
          <a:endParaRPr lang="en-US"/>
        </a:p>
      </dgm:t>
    </dgm:pt>
    <dgm:pt modelId="{26AEFD03-D657-4F3C-8BB9-5541B90D4C9A}">
      <dgm:prSet/>
      <dgm:spPr/>
      <dgm:t>
        <a:bodyPr/>
        <a:lstStyle/>
        <a:p>
          <a:pPr>
            <a:lnSpc>
              <a:spcPct val="100000"/>
            </a:lnSpc>
          </a:pPr>
          <a:r>
            <a:rPr lang="en-AU" dirty="0">
              <a:solidFill>
                <a:schemeClr val="tx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https://github.com/Mikele02171/Main-Stuff/tree/main/DA%20Bootcamp%202026%20Emergi%20Mentors/Week%202%20SQL%20Mastery/Module%202%20SQL%20for%20Business%20Analytics%20Beginner%20Projects/Credit_Card_Transaction_Dashboard_Story</a:t>
          </a:r>
          <a:endParaRPr lang="en-AU" dirty="0">
            <a:solidFill>
              <a:schemeClr val="tx1"/>
            </a:solidFill>
          </a:endParaRPr>
        </a:p>
        <a:p>
          <a:pPr>
            <a:lnSpc>
              <a:spcPct val="100000"/>
            </a:lnSpc>
          </a:pPr>
          <a:endParaRPr lang="en-US" dirty="0">
            <a:solidFill>
              <a:schemeClr val="tx1"/>
            </a:solidFill>
          </a:endParaRPr>
        </a:p>
      </dgm:t>
    </dgm:pt>
    <dgm:pt modelId="{F1E8CA12-9666-477A-B62C-8659BD03BDBC}" type="parTrans" cxnId="{3AB66282-8B89-4FBA-99BF-F5CF6F28EAE1}">
      <dgm:prSet/>
      <dgm:spPr/>
      <dgm:t>
        <a:bodyPr/>
        <a:lstStyle/>
        <a:p>
          <a:endParaRPr lang="en-US"/>
        </a:p>
      </dgm:t>
    </dgm:pt>
    <dgm:pt modelId="{8AD2409D-B376-4978-B40B-4CF167CBDD6E}" type="sibTrans" cxnId="{3AB66282-8B89-4FBA-99BF-F5CF6F28EAE1}">
      <dgm:prSet/>
      <dgm:spPr/>
      <dgm:t>
        <a:bodyPr/>
        <a:lstStyle/>
        <a:p>
          <a:endParaRPr lang="en-US"/>
        </a:p>
      </dgm:t>
    </dgm:pt>
    <dgm:pt modelId="{AAC4A40C-362E-4E72-A993-A059AA1EDD31}" type="pres">
      <dgm:prSet presAssocID="{575EADC8-57D0-42AB-9186-7EC204963A93}" presName="root" presStyleCnt="0">
        <dgm:presLayoutVars>
          <dgm:dir/>
          <dgm:resizeHandles val="exact"/>
        </dgm:presLayoutVars>
      </dgm:prSet>
      <dgm:spPr/>
    </dgm:pt>
    <dgm:pt modelId="{B4D5E328-5B52-4ABC-8892-A52C8F1AF75A}" type="pres">
      <dgm:prSet presAssocID="{43C33F76-3D70-4B11-80F0-84B084E1D71A}" presName="compNode" presStyleCnt="0"/>
      <dgm:spPr/>
    </dgm:pt>
    <dgm:pt modelId="{87596383-4D59-43A0-92D3-987C569AA954}" type="pres">
      <dgm:prSet presAssocID="{43C33F76-3D70-4B11-80F0-84B084E1D71A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7D0FCC5B-185C-4BCC-80EC-612CFEC186D5}" type="pres">
      <dgm:prSet presAssocID="{43C33F76-3D70-4B11-80F0-84B084E1D71A}" presName="spaceRect" presStyleCnt="0"/>
      <dgm:spPr/>
    </dgm:pt>
    <dgm:pt modelId="{84DFB61A-4F72-4364-B3B3-583C6D92CDFC}" type="pres">
      <dgm:prSet presAssocID="{43C33F76-3D70-4B11-80F0-84B084E1D71A}" presName="textRect" presStyleLbl="revTx" presStyleIdx="0" presStyleCnt="3">
        <dgm:presLayoutVars>
          <dgm:chMax val="1"/>
          <dgm:chPref val="1"/>
        </dgm:presLayoutVars>
      </dgm:prSet>
      <dgm:spPr/>
    </dgm:pt>
    <dgm:pt modelId="{59E9F9DD-BFB2-43DC-9853-0F87EA4BA5C6}" type="pres">
      <dgm:prSet presAssocID="{C4062C67-7DA8-4541-82B0-22989C32C653}" presName="sibTrans" presStyleCnt="0"/>
      <dgm:spPr/>
    </dgm:pt>
    <dgm:pt modelId="{7097866B-E68E-45A9-A65D-AEEAF165D75E}" type="pres">
      <dgm:prSet presAssocID="{34F193AB-67D7-4756-9D40-78E054E96E52}" presName="compNode" presStyleCnt="0"/>
      <dgm:spPr/>
    </dgm:pt>
    <dgm:pt modelId="{76D98688-242E-4601-92F7-014494BED513}" type="pres">
      <dgm:prSet presAssocID="{34F193AB-67D7-4756-9D40-78E054E96E52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4E9EF951-DA63-4BA4-B97E-B8009527DE25}" type="pres">
      <dgm:prSet presAssocID="{34F193AB-67D7-4756-9D40-78E054E96E52}" presName="spaceRect" presStyleCnt="0"/>
      <dgm:spPr/>
    </dgm:pt>
    <dgm:pt modelId="{052CAD20-4F30-4FD5-8282-32F820B38E6A}" type="pres">
      <dgm:prSet presAssocID="{34F193AB-67D7-4756-9D40-78E054E96E52}" presName="textRect" presStyleLbl="revTx" presStyleIdx="1" presStyleCnt="3">
        <dgm:presLayoutVars>
          <dgm:chMax val="1"/>
          <dgm:chPref val="1"/>
        </dgm:presLayoutVars>
      </dgm:prSet>
      <dgm:spPr/>
    </dgm:pt>
    <dgm:pt modelId="{7D3534FE-8BFE-4B79-9DD0-F46710AFAC7F}" type="pres">
      <dgm:prSet presAssocID="{EED8082F-719D-4844-AD66-AD823CF67E89}" presName="sibTrans" presStyleCnt="0"/>
      <dgm:spPr/>
    </dgm:pt>
    <dgm:pt modelId="{285DA802-079C-4257-9DD8-4433516C6FB2}" type="pres">
      <dgm:prSet presAssocID="{26AEFD03-D657-4F3C-8BB9-5541B90D4C9A}" presName="compNode" presStyleCnt="0"/>
      <dgm:spPr/>
    </dgm:pt>
    <dgm:pt modelId="{91FC0951-73EA-4668-B2BE-91930015E203}" type="pres">
      <dgm:prSet presAssocID="{26AEFD03-D657-4F3C-8BB9-5541B90D4C9A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6796D212-B9F3-45B1-B907-59C7CD80DC57}" type="pres">
      <dgm:prSet presAssocID="{26AEFD03-D657-4F3C-8BB9-5541B90D4C9A}" presName="spaceRect" presStyleCnt="0"/>
      <dgm:spPr/>
    </dgm:pt>
    <dgm:pt modelId="{E905FAB9-80AA-4185-8D1A-98CE80BAFBFD}" type="pres">
      <dgm:prSet presAssocID="{26AEFD03-D657-4F3C-8BB9-5541B90D4C9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7221C1F-D6B2-4E15-8709-7074467265CE}" type="presOf" srcId="{26AEFD03-D657-4F3C-8BB9-5541B90D4C9A}" destId="{E905FAB9-80AA-4185-8D1A-98CE80BAFBFD}" srcOrd="0" destOrd="0" presId="urn:microsoft.com/office/officeart/2018/2/layout/IconLabelList"/>
    <dgm:cxn modelId="{A130652C-3A1D-4071-B234-E4B159C183CD}" type="presOf" srcId="{575EADC8-57D0-42AB-9186-7EC204963A93}" destId="{AAC4A40C-362E-4E72-A993-A059AA1EDD31}" srcOrd="0" destOrd="0" presId="urn:microsoft.com/office/officeart/2018/2/layout/IconLabelList"/>
    <dgm:cxn modelId="{A39BE636-54F2-4329-A3E5-DE8324576181}" type="presOf" srcId="{43C33F76-3D70-4B11-80F0-84B084E1D71A}" destId="{84DFB61A-4F72-4364-B3B3-583C6D92CDFC}" srcOrd="0" destOrd="0" presId="urn:microsoft.com/office/officeart/2018/2/layout/IconLabelList"/>
    <dgm:cxn modelId="{AC39D355-2FAB-4206-87B3-094B888393A8}" srcId="{575EADC8-57D0-42AB-9186-7EC204963A93}" destId="{43C33F76-3D70-4B11-80F0-84B084E1D71A}" srcOrd="0" destOrd="0" parTransId="{839A3900-C8D4-43B0-BB2E-7F6DDBEBCE51}" sibTransId="{C4062C67-7DA8-4541-82B0-22989C32C653}"/>
    <dgm:cxn modelId="{3AB66282-8B89-4FBA-99BF-F5CF6F28EAE1}" srcId="{575EADC8-57D0-42AB-9186-7EC204963A93}" destId="{26AEFD03-D657-4F3C-8BB9-5541B90D4C9A}" srcOrd="2" destOrd="0" parTransId="{F1E8CA12-9666-477A-B62C-8659BD03BDBC}" sibTransId="{8AD2409D-B376-4978-B40B-4CF167CBDD6E}"/>
    <dgm:cxn modelId="{BB4912AE-61CB-45F9-9D0B-58D570550D59}" srcId="{575EADC8-57D0-42AB-9186-7EC204963A93}" destId="{34F193AB-67D7-4756-9D40-78E054E96E52}" srcOrd="1" destOrd="0" parTransId="{C3A83794-7937-4FAF-B048-8CFA05527798}" sibTransId="{EED8082F-719D-4844-AD66-AD823CF67E89}"/>
    <dgm:cxn modelId="{09C610D6-0F49-4AB1-9DDE-83709F3974CF}" type="presOf" srcId="{34F193AB-67D7-4756-9D40-78E054E96E52}" destId="{052CAD20-4F30-4FD5-8282-32F820B38E6A}" srcOrd="0" destOrd="0" presId="urn:microsoft.com/office/officeart/2018/2/layout/IconLabelList"/>
    <dgm:cxn modelId="{39C0E52A-2771-40F6-9C04-CBD1ACC5BC24}" type="presParOf" srcId="{AAC4A40C-362E-4E72-A993-A059AA1EDD31}" destId="{B4D5E328-5B52-4ABC-8892-A52C8F1AF75A}" srcOrd="0" destOrd="0" presId="urn:microsoft.com/office/officeart/2018/2/layout/IconLabelList"/>
    <dgm:cxn modelId="{F79D7638-7ED3-4BCF-9F58-5B9D5BB273AE}" type="presParOf" srcId="{B4D5E328-5B52-4ABC-8892-A52C8F1AF75A}" destId="{87596383-4D59-43A0-92D3-987C569AA954}" srcOrd="0" destOrd="0" presId="urn:microsoft.com/office/officeart/2018/2/layout/IconLabelList"/>
    <dgm:cxn modelId="{3FF77B18-18A7-4EDE-9903-75641D50EF47}" type="presParOf" srcId="{B4D5E328-5B52-4ABC-8892-A52C8F1AF75A}" destId="{7D0FCC5B-185C-4BCC-80EC-612CFEC186D5}" srcOrd="1" destOrd="0" presId="urn:microsoft.com/office/officeart/2018/2/layout/IconLabelList"/>
    <dgm:cxn modelId="{42D9F4E8-AC6F-4900-A534-E5520DB33CDD}" type="presParOf" srcId="{B4D5E328-5B52-4ABC-8892-A52C8F1AF75A}" destId="{84DFB61A-4F72-4364-B3B3-583C6D92CDFC}" srcOrd="2" destOrd="0" presId="urn:microsoft.com/office/officeart/2018/2/layout/IconLabelList"/>
    <dgm:cxn modelId="{B5103F05-2081-4552-8F78-24F394F7E956}" type="presParOf" srcId="{AAC4A40C-362E-4E72-A993-A059AA1EDD31}" destId="{59E9F9DD-BFB2-43DC-9853-0F87EA4BA5C6}" srcOrd="1" destOrd="0" presId="urn:microsoft.com/office/officeart/2018/2/layout/IconLabelList"/>
    <dgm:cxn modelId="{1EEE698F-A0FF-4EAE-944F-49FE00F5AEEF}" type="presParOf" srcId="{AAC4A40C-362E-4E72-A993-A059AA1EDD31}" destId="{7097866B-E68E-45A9-A65D-AEEAF165D75E}" srcOrd="2" destOrd="0" presId="urn:microsoft.com/office/officeart/2018/2/layout/IconLabelList"/>
    <dgm:cxn modelId="{9F1F574D-E383-48AF-A6FF-C40AD56A3478}" type="presParOf" srcId="{7097866B-E68E-45A9-A65D-AEEAF165D75E}" destId="{76D98688-242E-4601-92F7-014494BED513}" srcOrd="0" destOrd="0" presId="urn:microsoft.com/office/officeart/2018/2/layout/IconLabelList"/>
    <dgm:cxn modelId="{CE68AA40-973E-48A2-A0D8-E71C079E27B6}" type="presParOf" srcId="{7097866B-E68E-45A9-A65D-AEEAF165D75E}" destId="{4E9EF951-DA63-4BA4-B97E-B8009527DE25}" srcOrd="1" destOrd="0" presId="urn:microsoft.com/office/officeart/2018/2/layout/IconLabelList"/>
    <dgm:cxn modelId="{61DF6713-D727-4862-808C-6BA996D932C8}" type="presParOf" srcId="{7097866B-E68E-45A9-A65D-AEEAF165D75E}" destId="{052CAD20-4F30-4FD5-8282-32F820B38E6A}" srcOrd="2" destOrd="0" presId="urn:microsoft.com/office/officeart/2018/2/layout/IconLabelList"/>
    <dgm:cxn modelId="{F0F9FFDA-6C01-4020-B527-31B4DECE2939}" type="presParOf" srcId="{AAC4A40C-362E-4E72-A993-A059AA1EDD31}" destId="{7D3534FE-8BFE-4B79-9DD0-F46710AFAC7F}" srcOrd="3" destOrd="0" presId="urn:microsoft.com/office/officeart/2018/2/layout/IconLabelList"/>
    <dgm:cxn modelId="{2A5AD0F0-6B40-49C6-AFC6-096795D9FB65}" type="presParOf" srcId="{AAC4A40C-362E-4E72-A993-A059AA1EDD31}" destId="{285DA802-079C-4257-9DD8-4433516C6FB2}" srcOrd="4" destOrd="0" presId="urn:microsoft.com/office/officeart/2018/2/layout/IconLabelList"/>
    <dgm:cxn modelId="{18CFC281-7DD4-4567-8496-1F9D20138969}" type="presParOf" srcId="{285DA802-079C-4257-9DD8-4433516C6FB2}" destId="{91FC0951-73EA-4668-B2BE-91930015E203}" srcOrd="0" destOrd="0" presId="urn:microsoft.com/office/officeart/2018/2/layout/IconLabelList"/>
    <dgm:cxn modelId="{F147CA45-7A5A-4046-A31E-1D45E1F58570}" type="presParOf" srcId="{285DA802-079C-4257-9DD8-4433516C6FB2}" destId="{6796D212-B9F3-45B1-B907-59C7CD80DC57}" srcOrd="1" destOrd="0" presId="urn:microsoft.com/office/officeart/2018/2/layout/IconLabelList"/>
    <dgm:cxn modelId="{76623304-9043-491E-B8C7-E09C0F65E04F}" type="presParOf" srcId="{285DA802-079C-4257-9DD8-4433516C6FB2}" destId="{E905FAB9-80AA-4185-8D1A-98CE80BAFBF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241CCF2-D243-476E-B4E3-E5EE64412968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E473699-0F1D-4826-B148-DA33B2EBCE95}">
      <dgm:prSet/>
      <dgm:spPr/>
      <dgm:t>
        <a:bodyPr/>
        <a:lstStyle/>
        <a:p>
          <a:r>
            <a:rPr lang="en-AU" dirty="0"/>
            <a:t>DDL and DML: Create CBA Cardholders Tables</a:t>
          </a:r>
          <a:endParaRPr lang="en-US" dirty="0"/>
        </a:p>
      </dgm:t>
    </dgm:pt>
    <dgm:pt modelId="{557A3538-3B42-4D5C-A8B1-F36FDFB1BC9C}" type="parTrans" cxnId="{D9A71491-AA12-4014-96C1-90C2D5D713C4}">
      <dgm:prSet/>
      <dgm:spPr/>
      <dgm:t>
        <a:bodyPr/>
        <a:lstStyle/>
        <a:p>
          <a:endParaRPr lang="en-US"/>
        </a:p>
      </dgm:t>
    </dgm:pt>
    <dgm:pt modelId="{C8A0F53A-A6BF-4904-B9DD-C92ADB64D5B0}" type="sibTrans" cxnId="{D9A71491-AA12-4014-96C1-90C2D5D713C4}">
      <dgm:prSet/>
      <dgm:spPr/>
      <dgm:t>
        <a:bodyPr/>
        <a:lstStyle/>
        <a:p>
          <a:endParaRPr lang="en-US"/>
        </a:p>
      </dgm:t>
    </dgm:pt>
    <dgm:pt modelId="{FE06968B-12F6-437D-B636-B4338F3EA756}">
      <dgm:prSet/>
      <dgm:spPr/>
      <dgm:t>
        <a:bodyPr/>
        <a:lstStyle/>
        <a:p>
          <a:r>
            <a:rPr lang="en-AU" dirty="0"/>
            <a:t>DDL and DML: Create CBA Transactions</a:t>
          </a:r>
          <a:endParaRPr lang="en-US" dirty="0"/>
        </a:p>
      </dgm:t>
    </dgm:pt>
    <dgm:pt modelId="{D6D79EE7-235C-4A61-9403-7DD3A1482B2E}" type="parTrans" cxnId="{295ED983-A455-4F76-9F91-C5D23CF732BD}">
      <dgm:prSet/>
      <dgm:spPr/>
      <dgm:t>
        <a:bodyPr/>
        <a:lstStyle/>
        <a:p>
          <a:endParaRPr lang="en-US"/>
        </a:p>
      </dgm:t>
    </dgm:pt>
    <dgm:pt modelId="{C5D8CA88-2A34-4251-89D1-B45A8BEBBA4D}" type="sibTrans" cxnId="{295ED983-A455-4F76-9F91-C5D23CF732BD}">
      <dgm:prSet/>
      <dgm:spPr/>
      <dgm:t>
        <a:bodyPr/>
        <a:lstStyle/>
        <a:p>
          <a:endParaRPr lang="en-US"/>
        </a:p>
      </dgm:t>
    </dgm:pt>
    <dgm:pt modelId="{D7D00254-A9E2-43AD-89C6-5763E4075D24}">
      <dgm:prSet/>
      <dgm:spPr/>
      <dgm:t>
        <a:bodyPr/>
        <a:lstStyle/>
        <a:p>
          <a:r>
            <a:rPr lang="en-AU" dirty="0"/>
            <a:t>DQL: How much revenue did each card tier generate in November?</a:t>
          </a:r>
          <a:endParaRPr lang="en-US" dirty="0"/>
        </a:p>
      </dgm:t>
    </dgm:pt>
    <dgm:pt modelId="{0F950D25-51C2-4807-A221-4CF025F657A1}" type="parTrans" cxnId="{43973D50-DC84-49C6-A287-7C2D73402BCB}">
      <dgm:prSet/>
      <dgm:spPr/>
      <dgm:t>
        <a:bodyPr/>
        <a:lstStyle/>
        <a:p>
          <a:endParaRPr lang="en-US"/>
        </a:p>
      </dgm:t>
    </dgm:pt>
    <dgm:pt modelId="{EF77D557-9206-42A5-9754-AC812E1DAB55}" type="sibTrans" cxnId="{43973D50-DC84-49C6-A287-7C2D73402BCB}">
      <dgm:prSet/>
      <dgm:spPr/>
      <dgm:t>
        <a:bodyPr/>
        <a:lstStyle/>
        <a:p>
          <a:endParaRPr lang="en-US"/>
        </a:p>
      </dgm:t>
    </dgm:pt>
    <dgm:pt modelId="{B366357D-B979-4495-894D-5C4651D9A96E}">
      <dgm:prSet/>
      <dgm:spPr/>
      <dgm:t>
        <a:bodyPr/>
        <a:lstStyle/>
        <a:p>
          <a:r>
            <a:rPr lang="en-AU" dirty="0"/>
            <a:t>DQL: Complete Executive Dashboard (Multiple Aggregates)</a:t>
          </a:r>
          <a:endParaRPr lang="en-US" dirty="0"/>
        </a:p>
      </dgm:t>
    </dgm:pt>
    <dgm:pt modelId="{A10EB6E8-4125-4A5A-8C53-32CB5702579E}" type="parTrans" cxnId="{BF5EE83D-5952-4D50-884B-B21DEB679348}">
      <dgm:prSet/>
      <dgm:spPr/>
      <dgm:t>
        <a:bodyPr/>
        <a:lstStyle/>
        <a:p>
          <a:endParaRPr lang="en-US"/>
        </a:p>
      </dgm:t>
    </dgm:pt>
    <dgm:pt modelId="{EAC3323E-B25C-4687-AA98-668CA372D7F6}" type="sibTrans" cxnId="{BF5EE83D-5952-4D50-884B-B21DEB679348}">
      <dgm:prSet/>
      <dgm:spPr/>
      <dgm:t>
        <a:bodyPr/>
        <a:lstStyle/>
        <a:p>
          <a:endParaRPr lang="en-US"/>
        </a:p>
      </dgm:t>
    </dgm:pt>
    <dgm:pt modelId="{CAFC236A-0586-4D9E-BD96-9225C32B0A43}">
      <dgm:prSet/>
      <dgm:spPr/>
      <dgm:t>
        <a:bodyPr/>
        <a:lstStyle/>
        <a:p>
          <a:r>
            <a:rPr lang="en-AU" dirty="0"/>
            <a:t>DQL: ONLY tiers with total revenue over $10,000</a:t>
          </a:r>
          <a:endParaRPr lang="en-US" dirty="0"/>
        </a:p>
      </dgm:t>
    </dgm:pt>
    <dgm:pt modelId="{1B601134-00F5-43E8-90BC-A199CB0D8B98}" type="parTrans" cxnId="{412E803A-5D1C-4C49-B6B2-676DD46BFB6D}">
      <dgm:prSet/>
      <dgm:spPr/>
      <dgm:t>
        <a:bodyPr/>
        <a:lstStyle/>
        <a:p>
          <a:endParaRPr lang="en-US"/>
        </a:p>
      </dgm:t>
    </dgm:pt>
    <dgm:pt modelId="{9CE8F965-E17E-4C12-9B32-B6D243B94DF2}" type="sibTrans" cxnId="{412E803A-5D1C-4C49-B6B2-676DD46BFB6D}">
      <dgm:prSet/>
      <dgm:spPr/>
      <dgm:t>
        <a:bodyPr/>
        <a:lstStyle/>
        <a:p>
          <a:endParaRPr lang="en-US"/>
        </a:p>
      </dgm:t>
    </dgm:pt>
    <dgm:pt modelId="{4CDE66BB-73A8-42F2-B7B4-39BFCCA9CA6E}">
      <dgm:prSet/>
      <dgm:spPr/>
      <dgm:t>
        <a:bodyPr/>
        <a:lstStyle/>
        <a:p>
          <a:r>
            <a:rPr lang="en-AU" dirty="0"/>
            <a:t>DQL: Who are our top 10 spenders?</a:t>
          </a:r>
          <a:endParaRPr lang="en-US" dirty="0"/>
        </a:p>
      </dgm:t>
    </dgm:pt>
    <dgm:pt modelId="{9863C7FB-73F9-44C4-8A92-5E4E75C109EB}" type="parTrans" cxnId="{76C13E02-80DA-469E-A458-F0FB4411153E}">
      <dgm:prSet/>
      <dgm:spPr/>
      <dgm:t>
        <a:bodyPr/>
        <a:lstStyle/>
        <a:p>
          <a:endParaRPr lang="en-US"/>
        </a:p>
      </dgm:t>
    </dgm:pt>
    <dgm:pt modelId="{DD5B3331-FA63-4903-AD93-444DEA0A009D}" type="sibTrans" cxnId="{76C13E02-80DA-469E-A458-F0FB4411153E}">
      <dgm:prSet/>
      <dgm:spPr/>
      <dgm:t>
        <a:bodyPr/>
        <a:lstStyle/>
        <a:p>
          <a:endParaRPr lang="en-US"/>
        </a:p>
      </dgm:t>
    </dgm:pt>
    <dgm:pt modelId="{CAD976CE-F107-4086-9AC5-B57C30A5C3BF}">
      <dgm:prSet/>
      <dgm:spPr/>
      <dgm:t>
        <a:bodyPr/>
        <a:lstStyle/>
        <a:p>
          <a:r>
            <a:rPr lang="en-AU" dirty="0"/>
            <a:t>DQL: Segment ALL customers by spending: Low/Medium/High</a:t>
          </a:r>
          <a:endParaRPr lang="en-US" dirty="0"/>
        </a:p>
      </dgm:t>
    </dgm:pt>
    <dgm:pt modelId="{8F5EB42C-E678-4421-9B9D-AF20EC8B890C}" type="parTrans" cxnId="{76E2BDAC-2E26-4872-AA9A-D34542B89412}">
      <dgm:prSet/>
      <dgm:spPr/>
      <dgm:t>
        <a:bodyPr/>
        <a:lstStyle/>
        <a:p>
          <a:endParaRPr lang="en-US"/>
        </a:p>
      </dgm:t>
    </dgm:pt>
    <dgm:pt modelId="{1C7F4F3F-9347-4D6A-84AC-A774891674A6}" type="sibTrans" cxnId="{76E2BDAC-2E26-4872-AA9A-D34542B89412}">
      <dgm:prSet/>
      <dgm:spPr/>
      <dgm:t>
        <a:bodyPr/>
        <a:lstStyle/>
        <a:p>
          <a:endParaRPr lang="en-US"/>
        </a:p>
      </dgm:t>
    </dgm:pt>
    <dgm:pt modelId="{043C6A69-E0A6-48B9-92A8-C590C21B043D}">
      <dgm:prSet/>
      <dgm:spPr/>
      <dgm:t>
        <a:bodyPr/>
        <a:lstStyle/>
        <a:p>
          <a:r>
            <a:rPr lang="en-AU" dirty="0"/>
            <a:t>DQL: Which merchant categories drive the most revenue?</a:t>
          </a:r>
          <a:endParaRPr lang="en-US" dirty="0"/>
        </a:p>
      </dgm:t>
    </dgm:pt>
    <dgm:pt modelId="{4E73EBC2-124E-4890-8F2F-C8FB2294A25F}" type="parTrans" cxnId="{399686E6-9CE6-4F9A-ABC1-5186A4290EFF}">
      <dgm:prSet/>
      <dgm:spPr/>
      <dgm:t>
        <a:bodyPr/>
        <a:lstStyle/>
        <a:p>
          <a:endParaRPr lang="en-US"/>
        </a:p>
      </dgm:t>
    </dgm:pt>
    <dgm:pt modelId="{A3782C20-0A94-4F0D-9CBE-2E65EF8FD53C}" type="sibTrans" cxnId="{399686E6-9CE6-4F9A-ABC1-5186A4290EFF}">
      <dgm:prSet/>
      <dgm:spPr/>
      <dgm:t>
        <a:bodyPr/>
        <a:lstStyle/>
        <a:p>
          <a:endParaRPr lang="en-US"/>
        </a:p>
      </dgm:t>
    </dgm:pt>
    <dgm:pt modelId="{3DDB7FCF-EB1B-424F-8CD5-BE15B037AB4A}" type="pres">
      <dgm:prSet presAssocID="{D241CCF2-D243-476E-B4E3-E5EE64412968}" presName="diagram" presStyleCnt="0">
        <dgm:presLayoutVars>
          <dgm:dir/>
          <dgm:resizeHandles val="exact"/>
        </dgm:presLayoutVars>
      </dgm:prSet>
      <dgm:spPr/>
    </dgm:pt>
    <dgm:pt modelId="{D17BBA36-E19C-46E7-8980-BF9B372D2FEF}" type="pres">
      <dgm:prSet presAssocID="{7E473699-0F1D-4826-B148-DA33B2EBCE95}" presName="node" presStyleLbl="node1" presStyleIdx="0" presStyleCnt="8">
        <dgm:presLayoutVars>
          <dgm:bulletEnabled val="1"/>
        </dgm:presLayoutVars>
      </dgm:prSet>
      <dgm:spPr/>
    </dgm:pt>
    <dgm:pt modelId="{5DAAC40A-0469-4154-9AA2-DEB58B6AADE3}" type="pres">
      <dgm:prSet presAssocID="{C8A0F53A-A6BF-4904-B9DD-C92ADB64D5B0}" presName="sibTrans" presStyleCnt="0"/>
      <dgm:spPr/>
    </dgm:pt>
    <dgm:pt modelId="{F7DBA770-7941-4AA8-B428-763A63F87205}" type="pres">
      <dgm:prSet presAssocID="{FE06968B-12F6-437D-B636-B4338F3EA756}" presName="node" presStyleLbl="node1" presStyleIdx="1" presStyleCnt="8">
        <dgm:presLayoutVars>
          <dgm:bulletEnabled val="1"/>
        </dgm:presLayoutVars>
      </dgm:prSet>
      <dgm:spPr/>
    </dgm:pt>
    <dgm:pt modelId="{268A2E2F-154F-4A47-AA16-F2EAB1914A89}" type="pres">
      <dgm:prSet presAssocID="{C5D8CA88-2A34-4251-89D1-B45A8BEBBA4D}" presName="sibTrans" presStyleCnt="0"/>
      <dgm:spPr/>
    </dgm:pt>
    <dgm:pt modelId="{EB238476-DFB9-4697-8A42-63E31A7460EC}" type="pres">
      <dgm:prSet presAssocID="{D7D00254-A9E2-43AD-89C6-5763E4075D24}" presName="node" presStyleLbl="node1" presStyleIdx="2" presStyleCnt="8">
        <dgm:presLayoutVars>
          <dgm:bulletEnabled val="1"/>
        </dgm:presLayoutVars>
      </dgm:prSet>
      <dgm:spPr/>
    </dgm:pt>
    <dgm:pt modelId="{C0ECAB5B-6F35-43FC-A68B-FC6C3A8B464B}" type="pres">
      <dgm:prSet presAssocID="{EF77D557-9206-42A5-9754-AC812E1DAB55}" presName="sibTrans" presStyleCnt="0"/>
      <dgm:spPr/>
    </dgm:pt>
    <dgm:pt modelId="{5E313AD0-D828-4A8D-AE7B-DB2373FE5FBA}" type="pres">
      <dgm:prSet presAssocID="{B366357D-B979-4495-894D-5C4651D9A96E}" presName="node" presStyleLbl="node1" presStyleIdx="3" presStyleCnt="8">
        <dgm:presLayoutVars>
          <dgm:bulletEnabled val="1"/>
        </dgm:presLayoutVars>
      </dgm:prSet>
      <dgm:spPr/>
    </dgm:pt>
    <dgm:pt modelId="{08354284-67C7-4F63-874D-57831BDC2782}" type="pres">
      <dgm:prSet presAssocID="{EAC3323E-B25C-4687-AA98-668CA372D7F6}" presName="sibTrans" presStyleCnt="0"/>
      <dgm:spPr/>
    </dgm:pt>
    <dgm:pt modelId="{AF094CB1-6989-4F30-AB15-21C7B8275F5C}" type="pres">
      <dgm:prSet presAssocID="{CAFC236A-0586-4D9E-BD96-9225C32B0A43}" presName="node" presStyleLbl="node1" presStyleIdx="4" presStyleCnt="8">
        <dgm:presLayoutVars>
          <dgm:bulletEnabled val="1"/>
        </dgm:presLayoutVars>
      </dgm:prSet>
      <dgm:spPr/>
    </dgm:pt>
    <dgm:pt modelId="{98063C7B-184B-4FC1-ACDD-1270BAC62CDA}" type="pres">
      <dgm:prSet presAssocID="{9CE8F965-E17E-4C12-9B32-B6D243B94DF2}" presName="sibTrans" presStyleCnt="0"/>
      <dgm:spPr/>
    </dgm:pt>
    <dgm:pt modelId="{43A92982-9143-448D-A6FB-C44AA1F27452}" type="pres">
      <dgm:prSet presAssocID="{4CDE66BB-73A8-42F2-B7B4-39BFCCA9CA6E}" presName="node" presStyleLbl="node1" presStyleIdx="5" presStyleCnt="8">
        <dgm:presLayoutVars>
          <dgm:bulletEnabled val="1"/>
        </dgm:presLayoutVars>
      </dgm:prSet>
      <dgm:spPr/>
    </dgm:pt>
    <dgm:pt modelId="{EA2E9664-3A34-4641-B1BB-F7D4744301CE}" type="pres">
      <dgm:prSet presAssocID="{DD5B3331-FA63-4903-AD93-444DEA0A009D}" presName="sibTrans" presStyleCnt="0"/>
      <dgm:spPr/>
    </dgm:pt>
    <dgm:pt modelId="{40B88440-D92B-4B98-8D07-65BE6DBBF436}" type="pres">
      <dgm:prSet presAssocID="{CAD976CE-F107-4086-9AC5-B57C30A5C3BF}" presName="node" presStyleLbl="node1" presStyleIdx="6" presStyleCnt="8">
        <dgm:presLayoutVars>
          <dgm:bulletEnabled val="1"/>
        </dgm:presLayoutVars>
      </dgm:prSet>
      <dgm:spPr/>
    </dgm:pt>
    <dgm:pt modelId="{F8C1F3AC-3C89-4E5A-AF10-42E42CD91A2C}" type="pres">
      <dgm:prSet presAssocID="{1C7F4F3F-9347-4D6A-84AC-A774891674A6}" presName="sibTrans" presStyleCnt="0"/>
      <dgm:spPr/>
    </dgm:pt>
    <dgm:pt modelId="{C2E73E92-A56E-443B-ACE1-5248EB02FF34}" type="pres">
      <dgm:prSet presAssocID="{043C6A69-E0A6-48B9-92A8-C590C21B043D}" presName="node" presStyleLbl="node1" presStyleIdx="7" presStyleCnt="8">
        <dgm:presLayoutVars>
          <dgm:bulletEnabled val="1"/>
        </dgm:presLayoutVars>
      </dgm:prSet>
      <dgm:spPr/>
    </dgm:pt>
  </dgm:ptLst>
  <dgm:cxnLst>
    <dgm:cxn modelId="{76C13E02-80DA-469E-A458-F0FB4411153E}" srcId="{D241CCF2-D243-476E-B4E3-E5EE64412968}" destId="{4CDE66BB-73A8-42F2-B7B4-39BFCCA9CA6E}" srcOrd="5" destOrd="0" parTransId="{9863C7FB-73F9-44C4-8A92-5E4E75C109EB}" sibTransId="{DD5B3331-FA63-4903-AD93-444DEA0A009D}"/>
    <dgm:cxn modelId="{34DA5231-7DF4-4E20-9C96-2317B6A57288}" type="presOf" srcId="{043C6A69-E0A6-48B9-92A8-C590C21B043D}" destId="{C2E73E92-A56E-443B-ACE1-5248EB02FF34}" srcOrd="0" destOrd="0" presId="urn:microsoft.com/office/officeart/2005/8/layout/default"/>
    <dgm:cxn modelId="{412E803A-5D1C-4C49-B6B2-676DD46BFB6D}" srcId="{D241CCF2-D243-476E-B4E3-E5EE64412968}" destId="{CAFC236A-0586-4D9E-BD96-9225C32B0A43}" srcOrd="4" destOrd="0" parTransId="{1B601134-00F5-43E8-90BC-A199CB0D8B98}" sibTransId="{9CE8F965-E17E-4C12-9B32-B6D243B94DF2}"/>
    <dgm:cxn modelId="{BF5EE83D-5952-4D50-884B-B21DEB679348}" srcId="{D241CCF2-D243-476E-B4E3-E5EE64412968}" destId="{B366357D-B979-4495-894D-5C4651D9A96E}" srcOrd="3" destOrd="0" parTransId="{A10EB6E8-4125-4A5A-8C53-32CB5702579E}" sibTransId="{EAC3323E-B25C-4687-AA98-668CA372D7F6}"/>
    <dgm:cxn modelId="{4F1F7E46-2444-497D-87FA-5A1E892503F9}" type="presOf" srcId="{4CDE66BB-73A8-42F2-B7B4-39BFCCA9CA6E}" destId="{43A92982-9143-448D-A6FB-C44AA1F27452}" srcOrd="0" destOrd="0" presId="urn:microsoft.com/office/officeart/2005/8/layout/default"/>
    <dgm:cxn modelId="{6D2BE349-811B-4DED-8389-253590E59FDA}" type="presOf" srcId="{7E473699-0F1D-4826-B148-DA33B2EBCE95}" destId="{D17BBA36-E19C-46E7-8980-BF9B372D2FEF}" srcOrd="0" destOrd="0" presId="urn:microsoft.com/office/officeart/2005/8/layout/default"/>
    <dgm:cxn modelId="{E1A8D94C-9B94-4949-92B8-1CEA6F61A91F}" type="presOf" srcId="{FE06968B-12F6-437D-B636-B4338F3EA756}" destId="{F7DBA770-7941-4AA8-B428-763A63F87205}" srcOrd="0" destOrd="0" presId="urn:microsoft.com/office/officeart/2005/8/layout/default"/>
    <dgm:cxn modelId="{43973D50-DC84-49C6-A287-7C2D73402BCB}" srcId="{D241CCF2-D243-476E-B4E3-E5EE64412968}" destId="{D7D00254-A9E2-43AD-89C6-5763E4075D24}" srcOrd="2" destOrd="0" parTransId="{0F950D25-51C2-4807-A221-4CF025F657A1}" sibTransId="{EF77D557-9206-42A5-9754-AC812E1DAB55}"/>
    <dgm:cxn modelId="{295ED983-A455-4F76-9F91-C5D23CF732BD}" srcId="{D241CCF2-D243-476E-B4E3-E5EE64412968}" destId="{FE06968B-12F6-437D-B636-B4338F3EA756}" srcOrd="1" destOrd="0" parTransId="{D6D79EE7-235C-4A61-9403-7DD3A1482B2E}" sibTransId="{C5D8CA88-2A34-4251-89D1-B45A8BEBBA4D}"/>
    <dgm:cxn modelId="{D9A71491-AA12-4014-96C1-90C2D5D713C4}" srcId="{D241CCF2-D243-476E-B4E3-E5EE64412968}" destId="{7E473699-0F1D-4826-B148-DA33B2EBCE95}" srcOrd="0" destOrd="0" parTransId="{557A3538-3B42-4D5C-A8B1-F36FDFB1BC9C}" sibTransId="{C8A0F53A-A6BF-4904-B9DD-C92ADB64D5B0}"/>
    <dgm:cxn modelId="{76E2BDAC-2E26-4872-AA9A-D34542B89412}" srcId="{D241CCF2-D243-476E-B4E3-E5EE64412968}" destId="{CAD976CE-F107-4086-9AC5-B57C30A5C3BF}" srcOrd="6" destOrd="0" parTransId="{8F5EB42C-E678-4421-9B9D-AF20EC8B890C}" sibTransId="{1C7F4F3F-9347-4D6A-84AC-A774891674A6}"/>
    <dgm:cxn modelId="{3EC959B0-B093-4057-A259-B0140E79F0E5}" type="presOf" srcId="{D7D00254-A9E2-43AD-89C6-5763E4075D24}" destId="{EB238476-DFB9-4697-8A42-63E31A7460EC}" srcOrd="0" destOrd="0" presId="urn:microsoft.com/office/officeart/2005/8/layout/default"/>
    <dgm:cxn modelId="{4CED7DCB-B13D-461E-9AF7-DB2D0A7CB77A}" type="presOf" srcId="{B366357D-B979-4495-894D-5C4651D9A96E}" destId="{5E313AD0-D828-4A8D-AE7B-DB2373FE5FBA}" srcOrd="0" destOrd="0" presId="urn:microsoft.com/office/officeart/2005/8/layout/default"/>
    <dgm:cxn modelId="{A1B7FACD-41F9-491B-9E1F-B076E20DBB24}" type="presOf" srcId="{CAD976CE-F107-4086-9AC5-B57C30A5C3BF}" destId="{40B88440-D92B-4B98-8D07-65BE6DBBF436}" srcOrd="0" destOrd="0" presId="urn:microsoft.com/office/officeart/2005/8/layout/default"/>
    <dgm:cxn modelId="{9DD120DC-26EF-4CBC-B3D5-CA0EF3DFD667}" type="presOf" srcId="{D241CCF2-D243-476E-B4E3-E5EE64412968}" destId="{3DDB7FCF-EB1B-424F-8CD5-BE15B037AB4A}" srcOrd="0" destOrd="0" presId="urn:microsoft.com/office/officeart/2005/8/layout/default"/>
    <dgm:cxn modelId="{399686E6-9CE6-4F9A-ABC1-5186A4290EFF}" srcId="{D241CCF2-D243-476E-B4E3-E5EE64412968}" destId="{043C6A69-E0A6-48B9-92A8-C590C21B043D}" srcOrd="7" destOrd="0" parTransId="{4E73EBC2-124E-4890-8F2F-C8FB2294A25F}" sibTransId="{A3782C20-0A94-4F0D-9CBE-2E65EF8FD53C}"/>
    <dgm:cxn modelId="{762D91F0-3361-44F7-AAE5-A96F4F98E14D}" type="presOf" srcId="{CAFC236A-0586-4D9E-BD96-9225C32B0A43}" destId="{AF094CB1-6989-4F30-AB15-21C7B8275F5C}" srcOrd="0" destOrd="0" presId="urn:microsoft.com/office/officeart/2005/8/layout/default"/>
    <dgm:cxn modelId="{B1DA36A4-A82E-4D34-A265-016D32717004}" type="presParOf" srcId="{3DDB7FCF-EB1B-424F-8CD5-BE15B037AB4A}" destId="{D17BBA36-E19C-46E7-8980-BF9B372D2FEF}" srcOrd="0" destOrd="0" presId="urn:microsoft.com/office/officeart/2005/8/layout/default"/>
    <dgm:cxn modelId="{E2CB44BA-5AD9-43FD-9D44-B0AFE7A54965}" type="presParOf" srcId="{3DDB7FCF-EB1B-424F-8CD5-BE15B037AB4A}" destId="{5DAAC40A-0469-4154-9AA2-DEB58B6AADE3}" srcOrd="1" destOrd="0" presId="urn:microsoft.com/office/officeart/2005/8/layout/default"/>
    <dgm:cxn modelId="{BDFB02B0-55CA-4253-9709-813CFECFC643}" type="presParOf" srcId="{3DDB7FCF-EB1B-424F-8CD5-BE15B037AB4A}" destId="{F7DBA770-7941-4AA8-B428-763A63F87205}" srcOrd="2" destOrd="0" presId="urn:microsoft.com/office/officeart/2005/8/layout/default"/>
    <dgm:cxn modelId="{1A961EC5-90CB-4E37-A965-4F091E0A5E53}" type="presParOf" srcId="{3DDB7FCF-EB1B-424F-8CD5-BE15B037AB4A}" destId="{268A2E2F-154F-4A47-AA16-F2EAB1914A89}" srcOrd="3" destOrd="0" presId="urn:microsoft.com/office/officeart/2005/8/layout/default"/>
    <dgm:cxn modelId="{45103052-2C11-4D9D-B405-DAB26DDFDF1F}" type="presParOf" srcId="{3DDB7FCF-EB1B-424F-8CD5-BE15B037AB4A}" destId="{EB238476-DFB9-4697-8A42-63E31A7460EC}" srcOrd="4" destOrd="0" presId="urn:microsoft.com/office/officeart/2005/8/layout/default"/>
    <dgm:cxn modelId="{9A427A6F-7F3A-44C0-AB89-29BD578C2AF9}" type="presParOf" srcId="{3DDB7FCF-EB1B-424F-8CD5-BE15B037AB4A}" destId="{C0ECAB5B-6F35-43FC-A68B-FC6C3A8B464B}" srcOrd="5" destOrd="0" presId="urn:microsoft.com/office/officeart/2005/8/layout/default"/>
    <dgm:cxn modelId="{C33E8392-639A-4498-8A9B-FEE98B699802}" type="presParOf" srcId="{3DDB7FCF-EB1B-424F-8CD5-BE15B037AB4A}" destId="{5E313AD0-D828-4A8D-AE7B-DB2373FE5FBA}" srcOrd="6" destOrd="0" presId="urn:microsoft.com/office/officeart/2005/8/layout/default"/>
    <dgm:cxn modelId="{E01DAF10-52E2-4E7A-B20D-71F5448848C1}" type="presParOf" srcId="{3DDB7FCF-EB1B-424F-8CD5-BE15B037AB4A}" destId="{08354284-67C7-4F63-874D-57831BDC2782}" srcOrd="7" destOrd="0" presId="urn:microsoft.com/office/officeart/2005/8/layout/default"/>
    <dgm:cxn modelId="{4AF923A8-4D6E-40E8-8DAF-7323027D05CA}" type="presParOf" srcId="{3DDB7FCF-EB1B-424F-8CD5-BE15B037AB4A}" destId="{AF094CB1-6989-4F30-AB15-21C7B8275F5C}" srcOrd="8" destOrd="0" presId="urn:microsoft.com/office/officeart/2005/8/layout/default"/>
    <dgm:cxn modelId="{AD23634E-72EC-4BC0-BC5E-B7DF70488195}" type="presParOf" srcId="{3DDB7FCF-EB1B-424F-8CD5-BE15B037AB4A}" destId="{98063C7B-184B-4FC1-ACDD-1270BAC62CDA}" srcOrd="9" destOrd="0" presId="urn:microsoft.com/office/officeart/2005/8/layout/default"/>
    <dgm:cxn modelId="{F7EF33FE-1E5E-42BB-AFA4-B81FA0CACAFB}" type="presParOf" srcId="{3DDB7FCF-EB1B-424F-8CD5-BE15B037AB4A}" destId="{43A92982-9143-448D-A6FB-C44AA1F27452}" srcOrd="10" destOrd="0" presId="urn:microsoft.com/office/officeart/2005/8/layout/default"/>
    <dgm:cxn modelId="{15D679C7-A353-40E5-9EA3-5A9EE8758D3C}" type="presParOf" srcId="{3DDB7FCF-EB1B-424F-8CD5-BE15B037AB4A}" destId="{EA2E9664-3A34-4641-B1BB-F7D4744301CE}" srcOrd="11" destOrd="0" presId="urn:microsoft.com/office/officeart/2005/8/layout/default"/>
    <dgm:cxn modelId="{E886674C-D69B-46FA-B92B-543F9D16BDE3}" type="presParOf" srcId="{3DDB7FCF-EB1B-424F-8CD5-BE15B037AB4A}" destId="{40B88440-D92B-4B98-8D07-65BE6DBBF436}" srcOrd="12" destOrd="0" presId="urn:microsoft.com/office/officeart/2005/8/layout/default"/>
    <dgm:cxn modelId="{B86E04AD-7C43-4E5F-8C7B-FBE8C1DCE759}" type="presParOf" srcId="{3DDB7FCF-EB1B-424F-8CD5-BE15B037AB4A}" destId="{F8C1F3AC-3C89-4E5A-AF10-42E42CD91A2C}" srcOrd="13" destOrd="0" presId="urn:microsoft.com/office/officeart/2005/8/layout/default"/>
    <dgm:cxn modelId="{16FA3E1D-EE48-4E41-92DB-3A3DE9462EAF}" type="presParOf" srcId="{3DDB7FCF-EB1B-424F-8CD5-BE15B037AB4A}" destId="{C2E73E92-A56E-443B-ACE1-5248EB02FF34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61462D3-CEA1-49DB-AEA5-592393A6C582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9DABD47-7082-49C6-A9FB-B49D7774427C}">
      <dgm:prSet/>
      <dgm:spPr/>
      <dgm:t>
        <a:bodyPr/>
        <a:lstStyle/>
        <a:p>
          <a:r>
            <a:rPr lang="en-US"/>
            <a:t>-- Table 1: Cardholders (customer master data)</a:t>
          </a:r>
        </a:p>
      </dgm:t>
    </dgm:pt>
    <dgm:pt modelId="{7E335DE3-964C-43E9-8C42-988DD173D369}" type="parTrans" cxnId="{6AF6441B-70A4-45DA-9AE1-E6833B1E2A13}">
      <dgm:prSet/>
      <dgm:spPr/>
      <dgm:t>
        <a:bodyPr/>
        <a:lstStyle/>
        <a:p>
          <a:endParaRPr lang="en-US"/>
        </a:p>
      </dgm:t>
    </dgm:pt>
    <dgm:pt modelId="{00571CA1-5DC2-4FE5-888B-512104C5B124}" type="sibTrans" cxnId="{6AF6441B-70A4-45DA-9AE1-E6833B1E2A13}">
      <dgm:prSet/>
      <dgm:spPr/>
      <dgm:t>
        <a:bodyPr/>
        <a:lstStyle/>
        <a:p>
          <a:endParaRPr lang="en-US"/>
        </a:p>
      </dgm:t>
    </dgm:pt>
    <dgm:pt modelId="{BEE01E9F-849F-45CD-A3A6-3176A652F329}">
      <dgm:prSet/>
      <dgm:spPr/>
      <dgm:t>
        <a:bodyPr/>
        <a:lstStyle/>
        <a:p>
          <a:r>
            <a:rPr lang="en-US"/>
            <a:t>IF OBJECT_ID('cba_cardholders', 'U') IS NOT NULL DROP TABLE cba_cardholders;</a:t>
          </a:r>
        </a:p>
      </dgm:t>
    </dgm:pt>
    <dgm:pt modelId="{09416AD2-EB8B-4B41-8524-67805AE8AE61}" type="parTrans" cxnId="{D7380D7F-FBD9-4162-B185-BCBABEC824DA}">
      <dgm:prSet/>
      <dgm:spPr/>
      <dgm:t>
        <a:bodyPr/>
        <a:lstStyle/>
        <a:p>
          <a:endParaRPr lang="en-US"/>
        </a:p>
      </dgm:t>
    </dgm:pt>
    <dgm:pt modelId="{F249F9B6-013C-49F2-9DF7-5156880CF62D}" type="sibTrans" cxnId="{D7380D7F-FBD9-4162-B185-BCBABEC824DA}">
      <dgm:prSet/>
      <dgm:spPr/>
      <dgm:t>
        <a:bodyPr/>
        <a:lstStyle/>
        <a:p>
          <a:endParaRPr lang="en-US"/>
        </a:p>
      </dgm:t>
    </dgm:pt>
    <dgm:pt modelId="{699BFEE7-971C-4BDF-ABD1-6BDF43E05D0C}">
      <dgm:prSet/>
      <dgm:spPr/>
      <dgm:t>
        <a:bodyPr/>
        <a:lstStyle/>
        <a:p>
          <a:r>
            <a:rPr lang="en-AU"/>
            <a:t>CREATE TABLE cba_cardholders (</a:t>
          </a:r>
          <a:endParaRPr lang="en-US"/>
        </a:p>
      </dgm:t>
    </dgm:pt>
    <dgm:pt modelId="{5F45C969-A6F0-4B7A-BB1A-92522B9CB363}" type="parTrans" cxnId="{8428EEF1-F8A6-42ED-9AF9-EA5F71E698B2}">
      <dgm:prSet/>
      <dgm:spPr/>
      <dgm:t>
        <a:bodyPr/>
        <a:lstStyle/>
        <a:p>
          <a:endParaRPr lang="en-US"/>
        </a:p>
      </dgm:t>
    </dgm:pt>
    <dgm:pt modelId="{0499F1F6-3C87-4223-B537-C2087A5F5AE3}" type="sibTrans" cxnId="{8428EEF1-F8A6-42ED-9AF9-EA5F71E698B2}">
      <dgm:prSet/>
      <dgm:spPr/>
      <dgm:t>
        <a:bodyPr/>
        <a:lstStyle/>
        <a:p>
          <a:endParaRPr lang="en-US"/>
        </a:p>
      </dgm:t>
    </dgm:pt>
    <dgm:pt modelId="{FEB40F61-2ABA-47FC-A816-7A8AB29C2D4D}">
      <dgm:prSet/>
      <dgm:spPr/>
      <dgm:t>
        <a:bodyPr/>
        <a:lstStyle/>
        <a:p>
          <a:r>
            <a:rPr lang="en-US"/>
            <a:t>card_number VARCHAR(20) PRIMARY KEY,</a:t>
          </a:r>
        </a:p>
      </dgm:t>
    </dgm:pt>
    <dgm:pt modelId="{E9A41DEB-5BDC-42D6-812C-972DF12538D0}" type="parTrans" cxnId="{24381015-1F98-430D-ABC4-E88E69910BA9}">
      <dgm:prSet/>
      <dgm:spPr/>
      <dgm:t>
        <a:bodyPr/>
        <a:lstStyle/>
        <a:p>
          <a:endParaRPr lang="en-US"/>
        </a:p>
      </dgm:t>
    </dgm:pt>
    <dgm:pt modelId="{8F10DF32-E166-4EB2-BFDB-9830BB95FA5B}" type="sibTrans" cxnId="{24381015-1F98-430D-ABC4-E88E69910BA9}">
      <dgm:prSet/>
      <dgm:spPr/>
      <dgm:t>
        <a:bodyPr/>
        <a:lstStyle/>
        <a:p>
          <a:endParaRPr lang="en-US"/>
        </a:p>
      </dgm:t>
    </dgm:pt>
    <dgm:pt modelId="{EE13C973-DFEB-4A5F-987D-F8C4ABED6A91}">
      <dgm:prSet/>
      <dgm:spPr/>
      <dgm:t>
        <a:bodyPr/>
        <a:lstStyle/>
        <a:p>
          <a:r>
            <a:rPr lang="en-AU"/>
            <a:t>customer_name VARCHAR(100),</a:t>
          </a:r>
          <a:endParaRPr lang="en-US"/>
        </a:p>
      </dgm:t>
    </dgm:pt>
    <dgm:pt modelId="{040B2A01-AA10-46FF-BEBD-6746E4CAA499}" type="parTrans" cxnId="{5C10E9AB-1B23-4F6B-BBEB-F1877307329F}">
      <dgm:prSet/>
      <dgm:spPr/>
      <dgm:t>
        <a:bodyPr/>
        <a:lstStyle/>
        <a:p>
          <a:endParaRPr lang="en-US"/>
        </a:p>
      </dgm:t>
    </dgm:pt>
    <dgm:pt modelId="{7709176D-2BE1-4A10-B625-5DA573C18290}" type="sibTrans" cxnId="{5C10E9AB-1B23-4F6B-BBEB-F1877307329F}">
      <dgm:prSet/>
      <dgm:spPr/>
      <dgm:t>
        <a:bodyPr/>
        <a:lstStyle/>
        <a:p>
          <a:endParaRPr lang="en-US"/>
        </a:p>
      </dgm:t>
    </dgm:pt>
    <dgm:pt modelId="{DBD2644A-CA4E-4376-BF53-012F1BD0566A}">
      <dgm:prSet/>
      <dgm:spPr/>
      <dgm:t>
        <a:bodyPr/>
        <a:lstStyle/>
        <a:p>
          <a:r>
            <a:rPr lang="en-AU"/>
            <a:t>card_tier VARCHAR(20),</a:t>
          </a:r>
          <a:endParaRPr lang="en-US"/>
        </a:p>
      </dgm:t>
    </dgm:pt>
    <dgm:pt modelId="{7ED8885E-7682-47AE-9601-1B2FC4B8B942}" type="parTrans" cxnId="{83B51286-ACD1-49C3-B8FB-E3ED1866D6C5}">
      <dgm:prSet/>
      <dgm:spPr/>
      <dgm:t>
        <a:bodyPr/>
        <a:lstStyle/>
        <a:p>
          <a:endParaRPr lang="en-US"/>
        </a:p>
      </dgm:t>
    </dgm:pt>
    <dgm:pt modelId="{868D055E-A03F-49C5-8EF0-8CF3E35603D2}" type="sibTrans" cxnId="{83B51286-ACD1-49C3-B8FB-E3ED1866D6C5}">
      <dgm:prSet/>
      <dgm:spPr/>
      <dgm:t>
        <a:bodyPr/>
        <a:lstStyle/>
        <a:p>
          <a:endParaRPr lang="en-US"/>
        </a:p>
      </dgm:t>
    </dgm:pt>
    <dgm:pt modelId="{761B5CD7-490C-4C94-BA21-EE1E716B8711}">
      <dgm:prSet/>
      <dgm:spPr/>
      <dgm:t>
        <a:bodyPr/>
        <a:lstStyle/>
        <a:p>
          <a:r>
            <a:rPr lang="en-AU"/>
            <a:t>annual_fee DECIMAL(10,2),</a:t>
          </a:r>
          <a:endParaRPr lang="en-US"/>
        </a:p>
      </dgm:t>
    </dgm:pt>
    <dgm:pt modelId="{70EDAD96-F037-4CD8-9AB3-02F5F6528C29}" type="parTrans" cxnId="{66F99864-DA97-4057-85B7-DD47AAF52355}">
      <dgm:prSet/>
      <dgm:spPr/>
      <dgm:t>
        <a:bodyPr/>
        <a:lstStyle/>
        <a:p>
          <a:endParaRPr lang="en-US"/>
        </a:p>
      </dgm:t>
    </dgm:pt>
    <dgm:pt modelId="{767789DA-AABE-4437-8B51-37518FB1A449}" type="sibTrans" cxnId="{66F99864-DA97-4057-85B7-DD47AAF52355}">
      <dgm:prSet/>
      <dgm:spPr/>
      <dgm:t>
        <a:bodyPr/>
        <a:lstStyle/>
        <a:p>
          <a:endParaRPr lang="en-US"/>
        </a:p>
      </dgm:t>
    </dgm:pt>
    <dgm:pt modelId="{476C8DB8-6B99-44BE-B174-1BCF29DC74B2}">
      <dgm:prSet/>
      <dgm:spPr/>
      <dgm:t>
        <a:bodyPr/>
        <a:lstStyle/>
        <a:p>
          <a:r>
            <a:rPr lang="en-AU"/>
            <a:t>credit_limit DECIMAL(10,2),</a:t>
          </a:r>
          <a:endParaRPr lang="en-US"/>
        </a:p>
      </dgm:t>
    </dgm:pt>
    <dgm:pt modelId="{A1770F45-4E71-43AF-AC72-E1B731446458}" type="parTrans" cxnId="{899229D5-500F-4A4D-A520-C53DF03DC60D}">
      <dgm:prSet/>
      <dgm:spPr/>
      <dgm:t>
        <a:bodyPr/>
        <a:lstStyle/>
        <a:p>
          <a:endParaRPr lang="en-US"/>
        </a:p>
      </dgm:t>
    </dgm:pt>
    <dgm:pt modelId="{6EDE9234-856C-4F76-89D1-906AB4A4C066}" type="sibTrans" cxnId="{899229D5-500F-4A4D-A520-C53DF03DC60D}">
      <dgm:prSet/>
      <dgm:spPr/>
      <dgm:t>
        <a:bodyPr/>
        <a:lstStyle/>
        <a:p>
          <a:endParaRPr lang="en-US"/>
        </a:p>
      </dgm:t>
    </dgm:pt>
    <dgm:pt modelId="{9E143439-A4F6-47C9-A43E-3F5164DDEFB3}">
      <dgm:prSet/>
      <dgm:spPr/>
      <dgm:t>
        <a:bodyPr/>
        <a:lstStyle/>
        <a:p>
          <a:r>
            <a:rPr lang="en-AU"/>
            <a:t>signup_date DATE</a:t>
          </a:r>
          <a:endParaRPr lang="en-US"/>
        </a:p>
      </dgm:t>
    </dgm:pt>
    <dgm:pt modelId="{4496574D-4E24-4B6F-8509-350377848D4D}" type="parTrans" cxnId="{73552C9C-C3B7-4B26-9A65-FF88E73BD188}">
      <dgm:prSet/>
      <dgm:spPr/>
      <dgm:t>
        <a:bodyPr/>
        <a:lstStyle/>
        <a:p>
          <a:endParaRPr lang="en-US"/>
        </a:p>
      </dgm:t>
    </dgm:pt>
    <dgm:pt modelId="{09A8B6CB-0261-43F7-A2A2-3253BD480287}" type="sibTrans" cxnId="{73552C9C-C3B7-4B26-9A65-FF88E73BD188}">
      <dgm:prSet/>
      <dgm:spPr/>
      <dgm:t>
        <a:bodyPr/>
        <a:lstStyle/>
        <a:p>
          <a:endParaRPr lang="en-US"/>
        </a:p>
      </dgm:t>
    </dgm:pt>
    <dgm:pt modelId="{0697FD43-7FAF-4F9A-BB83-EA4D14E5A514}">
      <dgm:prSet/>
      <dgm:spPr/>
      <dgm:t>
        <a:bodyPr/>
        <a:lstStyle/>
        <a:p>
          <a:r>
            <a:rPr lang="en-AU"/>
            <a:t>);</a:t>
          </a:r>
          <a:endParaRPr lang="en-US"/>
        </a:p>
      </dgm:t>
    </dgm:pt>
    <dgm:pt modelId="{CD425062-6149-447D-AAFC-822A4AEC4BA4}" type="parTrans" cxnId="{6B3A8DEB-D6F5-4C87-8B0A-180D887B7844}">
      <dgm:prSet/>
      <dgm:spPr/>
      <dgm:t>
        <a:bodyPr/>
        <a:lstStyle/>
        <a:p>
          <a:endParaRPr lang="en-US"/>
        </a:p>
      </dgm:t>
    </dgm:pt>
    <dgm:pt modelId="{C4E3B091-2CBD-434B-B1BA-E253DFBCADB3}" type="sibTrans" cxnId="{6B3A8DEB-D6F5-4C87-8B0A-180D887B7844}">
      <dgm:prSet/>
      <dgm:spPr/>
      <dgm:t>
        <a:bodyPr/>
        <a:lstStyle/>
        <a:p>
          <a:endParaRPr lang="en-US"/>
        </a:p>
      </dgm:t>
    </dgm:pt>
    <dgm:pt modelId="{E334CF84-F1CA-4B19-BA5D-BBC0F5F28DFF}" type="pres">
      <dgm:prSet presAssocID="{361462D3-CEA1-49DB-AEA5-592393A6C582}" presName="vert0" presStyleCnt="0">
        <dgm:presLayoutVars>
          <dgm:dir/>
          <dgm:animOne val="branch"/>
          <dgm:animLvl val="lvl"/>
        </dgm:presLayoutVars>
      </dgm:prSet>
      <dgm:spPr/>
    </dgm:pt>
    <dgm:pt modelId="{A0430F99-E8EC-4966-B4E8-1BEFC6D8F52D}" type="pres">
      <dgm:prSet presAssocID="{79DABD47-7082-49C6-A9FB-B49D7774427C}" presName="thickLine" presStyleLbl="alignNode1" presStyleIdx="0" presStyleCnt="10"/>
      <dgm:spPr/>
    </dgm:pt>
    <dgm:pt modelId="{29732598-CFD5-4159-9B3C-3F362AD7CBAD}" type="pres">
      <dgm:prSet presAssocID="{79DABD47-7082-49C6-A9FB-B49D7774427C}" presName="horz1" presStyleCnt="0"/>
      <dgm:spPr/>
    </dgm:pt>
    <dgm:pt modelId="{D451DFD6-22A5-45ED-AC97-9BDE56891301}" type="pres">
      <dgm:prSet presAssocID="{79DABD47-7082-49C6-A9FB-B49D7774427C}" presName="tx1" presStyleLbl="revTx" presStyleIdx="0" presStyleCnt="10"/>
      <dgm:spPr/>
    </dgm:pt>
    <dgm:pt modelId="{6F105805-9BE4-445A-8FD9-E2131957B8D6}" type="pres">
      <dgm:prSet presAssocID="{79DABD47-7082-49C6-A9FB-B49D7774427C}" presName="vert1" presStyleCnt="0"/>
      <dgm:spPr/>
    </dgm:pt>
    <dgm:pt modelId="{2FDE871E-502F-4735-AA22-29E9831328E0}" type="pres">
      <dgm:prSet presAssocID="{BEE01E9F-849F-45CD-A3A6-3176A652F329}" presName="thickLine" presStyleLbl="alignNode1" presStyleIdx="1" presStyleCnt="10"/>
      <dgm:spPr/>
    </dgm:pt>
    <dgm:pt modelId="{80329FB3-D191-4584-ACCF-46D4A3B15B24}" type="pres">
      <dgm:prSet presAssocID="{BEE01E9F-849F-45CD-A3A6-3176A652F329}" presName="horz1" presStyleCnt="0"/>
      <dgm:spPr/>
    </dgm:pt>
    <dgm:pt modelId="{120CAC08-97B1-43FF-A37E-E9D42B99B3B2}" type="pres">
      <dgm:prSet presAssocID="{BEE01E9F-849F-45CD-A3A6-3176A652F329}" presName="tx1" presStyleLbl="revTx" presStyleIdx="1" presStyleCnt="10"/>
      <dgm:spPr/>
    </dgm:pt>
    <dgm:pt modelId="{7DA8B76E-3437-4E25-B71F-E8967E5ECF57}" type="pres">
      <dgm:prSet presAssocID="{BEE01E9F-849F-45CD-A3A6-3176A652F329}" presName="vert1" presStyleCnt="0"/>
      <dgm:spPr/>
    </dgm:pt>
    <dgm:pt modelId="{E17BBBB2-F553-4421-A207-EF0B1E5522C9}" type="pres">
      <dgm:prSet presAssocID="{699BFEE7-971C-4BDF-ABD1-6BDF43E05D0C}" presName="thickLine" presStyleLbl="alignNode1" presStyleIdx="2" presStyleCnt="10"/>
      <dgm:spPr/>
    </dgm:pt>
    <dgm:pt modelId="{36034C2A-D67F-484F-9CBB-48FA94349B48}" type="pres">
      <dgm:prSet presAssocID="{699BFEE7-971C-4BDF-ABD1-6BDF43E05D0C}" presName="horz1" presStyleCnt="0"/>
      <dgm:spPr/>
    </dgm:pt>
    <dgm:pt modelId="{CA6CF1C1-3ED3-4825-BFD1-49380F36F5BE}" type="pres">
      <dgm:prSet presAssocID="{699BFEE7-971C-4BDF-ABD1-6BDF43E05D0C}" presName="tx1" presStyleLbl="revTx" presStyleIdx="2" presStyleCnt="10"/>
      <dgm:spPr/>
    </dgm:pt>
    <dgm:pt modelId="{1776C0EE-EECD-458D-85F3-E7E6FC3BD41A}" type="pres">
      <dgm:prSet presAssocID="{699BFEE7-971C-4BDF-ABD1-6BDF43E05D0C}" presName="vert1" presStyleCnt="0"/>
      <dgm:spPr/>
    </dgm:pt>
    <dgm:pt modelId="{5639AA6D-D0D0-4175-83FD-0749C32DCA66}" type="pres">
      <dgm:prSet presAssocID="{FEB40F61-2ABA-47FC-A816-7A8AB29C2D4D}" presName="thickLine" presStyleLbl="alignNode1" presStyleIdx="3" presStyleCnt="10"/>
      <dgm:spPr/>
    </dgm:pt>
    <dgm:pt modelId="{CA29E3FA-79F4-47F3-B311-328118240CAF}" type="pres">
      <dgm:prSet presAssocID="{FEB40F61-2ABA-47FC-A816-7A8AB29C2D4D}" presName="horz1" presStyleCnt="0"/>
      <dgm:spPr/>
    </dgm:pt>
    <dgm:pt modelId="{5A6B2DA1-E7BC-4B2F-B2BB-A321E0FF62A9}" type="pres">
      <dgm:prSet presAssocID="{FEB40F61-2ABA-47FC-A816-7A8AB29C2D4D}" presName="tx1" presStyleLbl="revTx" presStyleIdx="3" presStyleCnt="10"/>
      <dgm:spPr/>
    </dgm:pt>
    <dgm:pt modelId="{6F8A23E3-17E7-4CB2-BD37-F86E1CE1CFD7}" type="pres">
      <dgm:prSet presAssocID="{FEB40F61-2ABA-47FC-A816-7A8AB29C2D4D}" presName="vert1" presStyleCnt="0"/>
      <dgm:spPr/>
    </dgm:pt>
    <dgm:pt modelId="{7991ECCE-8D0A-47DB-AD0A-6483795EC2B8}" type="pres">
      <dgm:prSet presAssocID="{EE13C973-DFEB-4A5F-987D-F8C4ABED6A91}" presName="thickLine" presStyleLbl="alignNode1" presStyleIdx="4" presStyleCnt="10"/>
      <dgm:spPr/>
    </dgm:pt>
    <dgm:pt modelId="{2D081B0C-0F6D-48A1-83D2-DF510E602813}" type="pres">
      <dgm:prSet presAssocID="{EE13C973-DFEB-4A5F-987D-F8C4ABED6A91}" presName="horz1" presStyleCnt="0"/>
      <dgm:spPr/>
    </dgm:pt>
    <dgm:pt modelId="{5353DAB7-72AA-4DEA-9CD0-CBC77802E5B3}" type="pres">
      <dgm:prSet presAssocID="{EE13C973-DFEB-4A5F-987D-F8C4ABED6A91}" presName="tx1" presStyleLbl="revTx" presStyleIdx="4" presStyleCnt="10"/>
      <dgm:spPr/>
    </dgm:pt>
    <dgm:pt modelId="{14CAB96C-5AE4-4913-85DF-5CF0D940280A}" type="pres">
      <dgm:prSet presAssocID="{EE13C973-DFEB-4A5F-987D-F8C4ABED6A91}" presName="vert1" presStyleCnt="0"/>
      <dgm:spPr/>
    </dgm:pt>
    <dgm:pt modelId="{335C920F-9674-45D1-B451-8E17157FC482}" type="pres">
      <dgm:prSet presAssocID="{DBD2644A-CA4E-4376-BF53-012F1BD0566A}" presName="thickLine" presStyleLbl="alignNode1" presStyleIdx="5" presStyleCnt="10"/>
      <dgm:spPr/>
    </dgm:pt>
    <dgm:pt modelId="{760B4C93-9A22-4B45-B295-5D0086D095A1}" type="pres">
      <dgm:prSet presAssocID="{DBD2644A-CA4E-4376-BF53-012F1BD0566A}" presName="horz1" presStyleCnt="0"/>
      <dgm:spPr/>
    </dgm:pt>
    <dgm:pt modelId="{F88C1107-60F2-4D47-8F0E-D92561F7FD04}" type="pres">
      <dgm:prSet presAssocID="{DBD2644A-CA4E-4376-BF53-012F1BD0566A}" presName="tx1" presStyleLbl="revTx" presStyleIdx="5" presStyleCnt="10"/>
      <dgm:spPr/>
    </dgm:pt>
    <dgm:pt modelId="{0A8D85DA-30AD-443A-BBB7-DCAFF4312D5E}" type="pres">
      <dgm:prSet presAssocID="{DBD2644A-CA4E-4376-BF53-012F1BD0566A}" presName="vert1" presStyleCnt="0"/>
      <dgm:spPr/>
    </dgm:pt>
    <dgm:pt modelId="{C6E3066A-A42F-4E6A-B1CF-C2EF77C44B55}" type="pres">
      <dgm:prSet presAssocID="{761B5CD7-490C-4C94-BA21-EE1E716B8711}" presName="thickLine" presStyleLbl="alignNode1" presStyleIdx="6" presStyleCnt="10"/>
      <dgm:spPr/>
    </dgm:pt>
    <dgm:pt modelId="{548C19F9-E4AC-4706-9393-7CC2B2D92D02}" type="pres">
      <dgm:prSet presAssocID="{761B5CD7-490C-4C94-BA21-EE1E716B8711}" presName="horz1" presStyleCnt="0"/>
      <dgm:spPr/>
    </dgm:pt>
    <dgm:pt modelId="{CF6D8608-0558-47FE-B324-78E1CA9C7188}" type="pres">
      <dgm:prSet presAssocID="{761B5CD7-490C-4C94-BA21-EE1E716B8711}" presName="tx1" presStyleLbl="revTx" presStyleIdx="6" presStyleCnt="10"/>
      <dgm:spPr/>
    </dgm:pt>
    <dgm:pt modelId="{1E340B94-4E2C-46C2-99D1-0741522FEFB9}" type="pres">
      <dgm:prSet presAssocID="{761B5CD7-490C-4C94-BA21-EE1E716B8711}" presName="vert1" presStyleCnt="0"/>
      <dgm:spPr/>
    </dgm:pt>
    <dgm:pt modelId="{B6047CFE-E41C-41AA-9D89-9B8C14C1A6D4}" type="pres">
      <dgm:prSet presAssocID="{476C8DB8-6B99-44BE-B174-1BCF29DC74B2}" presName="thickLine" presStyleLbl="alignNode1" presStyleIdx="7" presStyleCnt="10"/>
      <dgm:spPr/>
    </dgm:pt>
    <dgm:pt modelId="{8E1E13C9-CE04-48F0-9574-234112BE71A4}" type="pres">
      <dgm:prSet presAssocID="{476C8DB8-6B99-44BE-B174-1BCF29DC74B2}" presName="horz1" presStyleCnt="0"/>
      <dgm:spPr/>
    </dgm:pt>
    <dgm:pt modelId="{AA59C9BF-F261-4B71-B681-42A55919F5B4}" type="pres">
      <dgm:prSet presAssocID="{476C8DB8-6B99-44BE-B174-1BCF29DC74B2}" presName="tx1" presStyleLbl="revTx" presStyleIdx="7" presStyleCnt="10"/>
      <dgm:spPr/>
    </dgm:pt>
    <dgm:pt modelId="{E2612B82-FF00-4661-8899-B635C95F03FD}" type="pres">
      <dgm:prSet presAssocID="{476C8DB8-6B99-44BE-B174-1BCF29DC74B2}" presName="vert1" presStyleCnt="0"/>
      <dgm:spPr/>
    </dgm:pt>
    <dgm:pt modelId="{338C829A-459E-4CF6-A150-4190D71CE0C5}" type="pres">
      <dgm:prSet presAssocID="{9E143439-A4F6-47C9-A43E-3F5164DDEFB3}" presName="thickLine" presStyleLbl="alignNode1" presStyleIdx="8" presStyleCnt="10"/>
      <dgm:spPr/>
    </dgm:pt>
    <dgm:pt modelId="{B51B93EC-101B-454B-A79E-120A0E2CAB24}" type="pres">
      <dgm:prSet presAssocID="{9E143439-A4F6-47C9-A43E-3F5164DDEFB3}" presName="horz1" presStyleCnt="0"/>
      <dgm:spPr/>
    </dgm:pt>
    <dgm:pt modelId="{5B2FC71D-3B44-42CE-852B-F63CF1A21802}" type="pres">
      <dgm:prSet presAssocID="{9E143439-A4F6-47C9-A43E-3F5164DDEFB3}" presName="tx1" presStyleLbl="revTx" presStyleIdx="8" presStyleCnt="10"/>
      <dgm:spPr/>
    </dgm:pt>
    <dgm:pt modelId="{0CCE656E-E5D8-4ABF-8817-1D0C1D13B575}" type="pres">
      <dgm:prSet presAssocID="{9E143439-A4F6-47C9-A43E-3F5164DDEFB3}" presName="vert1" presStyleCnt="0"/>
      <dgm:spPr/>
    </dgm:pt>
    <dgm:pt modelId="{68B7053E-DD0A-418B-AC91-311597991866}" type="pres">
      <dgm:prSet presAssocID="{0697FD43-7FAF-4F9A-BB83-EA4D14E5A514}" presName="thickLine" presStyleLbl="alignNode1" presStyleIdx="9" presStyleCnt="10"/>
      <dgm:spPr/>
    </dgm:pt>
    <dgm:pt modelId="{7088431B-457B-4AB3-9DFE-A33CC2A1DB8A}" type="pres">
      <dgm:prSet presAssocID="{0697FD43-7FAF-4F9A-BB83-EA4D14E5A514}" presName="horz1" presStyleCnt="0"/>
      <dgm:spPr/>
    </dgm:pt>
    <dgm:pt modelId="{2CFA4DD4-223E-461F-BDBD-EAEF0E4E1959}" type="pres">
      <dgm:prSet presAssocID="{0697FD43-7FAF-4F9A-BB83-EA4D14E5A514}" presName="tx1" presStyleLbl="revTx" presStyleIdx="9" presStyleCnt="10"/>
      <dgm:spPr/>
    </dgm:pt>
    <dgm:pt modelId="{B610CEB5-814D-414E-8C7E-234D13142006}" type="pres">
      <dgm:prSet presAssocID="{0697FD43-7FAF-4F9A-BB83-EA4D14E5A514}" presName="vert1" presStyleCnt="0"/>
      <dgm:spPr/>
    </dgm:pt>
  </dgm:ptLst>
  <dgm:cxnLst>
    <dgm:cxn modelId="{24381015-1F98-430D-ABC4-E88E69910BA9}" srcId="{361462D3-CEA1-49DB-AEA5-592393A6C582}" destId="{FEB40F61-2ABA-47FC-A816-7A8AB29C2D4D}" srcOrd="3" destOrd="0" parTransId="{E9A41DEB-5BDC-42D6-812C-972DF12538D0}" sibTransId="{8F10DF32-E166-4EB2-BFDB-9830BB95FA5B}"/>
    <dgm:cxn modelId="{6AF6441B-70A4-45DA-9AE1-E6833B1E2A13}" srcId="{361462D3-CEA1-49DB-AEA5-592393A6C582}" destId="{79DABD47-7082-49C6-A9FB-B49D7774427C}" srcOrd="0" destOrd="0" parTransId="{7E335DE3-964C-43E9-8C42-988DD173D369}" sibTransId="{00571CA1-5DC2-4FE5-888B-512104C5B124}"/>
    <dgm:cxn modelId="{A4FBB81C-53D5-4E55-9EDE-F82D5E0CBDDD}" type="presOf" srcId="{DBD2644A-CA4E-4376-BF53-012F1BD0566A}" destId="{F88C1107-60F2-4D47-8F0E-D92561F7FD04}" srcOrd="0" destOrd="0" presId="urn:microsoft.com/office/officeart/2008/layout/LinedList"/>
    <dgm:cxn modelId="{67DC113C-F44F-45BB-B61C-DC9E676E1A72}" type="presOf" srcId="{476C8DB8-6B99-44BE-B174-1BCF29DC74B2}" destId="{AA59C9BF-F261-4B71-B681-42A55919F5B4}" srcOrd="0" destOrd="0" presId="urn:microsoft.com/office/officeart/2008/layout/LinedList"/>
    <dgm:cxn modelId="{66F99864-DA97-4057-85B7-DD47AAF52355}" srcId="{361462D3-CEA1-49DB-AEA5-592393A6C582}" destId="{761B5CD7-490C-4C94-BA21-EE1E716B8711}" srcOrd="6" destOrd="0" parTransId="{70EDAD96-F037-4CD8-9AB3-02F5F6528C29}" sibTransId="{767789DA-AABE-4437-8B51-37518FB1A449}"/>
    <dgm:cxn modelId="{4EE76254-62D6-4987-B60F-22016720F421}" type="presOf" srcId="{0697FD43-7FAF-4F9A-BB83-EA4D14E5A514}" destId="{2CFA4DD4-223E-461F-BDBD-EAEF0E4E1959}" srcOrd="0" destOrd="0" presId="urn:microsoft.com/office/officeart/2008/layout/LinedList"/>
    <dgm:cxn modelId="{D7380D7F-FBD9-4162-B185-BCBABEC824DA}" srcId="{361462D3-CEA1-49DB-AEA5-592393A6C582}" destId="{BEE01E9F-849F-45CD-A3A6-3176A652F329}" srcOrd="1" destOrd="0" parTransId="{09416AD2-EB8B-4B41-8524-67805AE8AE61}" sibTransId="{F249F9B6-013C-49F2-9DF7-5156880CF62D}"/>
    <dgm:cxn modelId="{83B51286-ACD1-49C3-B8FB-E3ED1866D6C5}" srcId="{361462D3-CEA1-49DB-AEA5-592393A6C582}" destId="{DBD2644A-CA4E-4376-BF53-012F1BD0566A}" srcOrd="5" destOrd="0" parTransId="{7ED8885E-7682-47AE-9601-1B2FC4B8B942}" sibTransId="{868D055E-A03F-49C5-8EF0-8CF3E35603D2}"/>
    <dgm:cxn modelId="{73552C9C-C3B7-4B26-9A65-FF88E73BD188}" srcId="{361462D3-CEA1-49DB-AEA5-592393A6C582}" destId="{9E143439-A4F6-47C9-A43E-3F5164DDEFB3}" srcOrd="8" destOrd="0" parTransId="{4496574D-4E24-4B6F-8509-350377848D4D}" sibTransId="{09A8B6CB-0261-43F7-A2A2-3253BD480287}"/>
    <dgm:cxn modelId="{5C10E9AB-1B23-4F6B-BBEB-F1877307329F}" srcId="{361462D3-CEA1-49DB-AEA5-592393A6C582}" destId="{EE13C973-DFEB-4A5F-987D-F8C4ABED6A91}" srcOrd="4" destOrd="0" parTransId="{040B2A01-AA10-46FF-BEBD-6746E4CAA499}" sibTransId="{7709176D-2BE1-4A10-B625-5DA573C18290}"/>
    <dgm:cxn modelId="{71F4B7AF-DE80-46FF-9E75-63BF60F84B0C}" type="presOf" srcId="{361462D3-CEA1-49DB-AEA5-592393A6C582}" destId="{E334CF84-F1CA-4B19-BA5D-BBC0F5F28DFF}" srcOrd="0" destOrd="0" presId="urn:microsoft.com/office/officeart/2008/layout/LinedList"/>
    <dgm:cxn modelId="{88ABAAB1-1C40-4BBF-959C-55DA4B9B2E8B}" type="presOf" srcId="{BEE01E9F-849F-45CD-A3A6-3176A652F329}" destId="{120CAC08-97B1-43FF-A37E-E9D42B99B3B2}" srcOrd="0" destOrd="0" presId="urn:microsoft.com/office/officeart/2008/layout/LinedList"/>
    <dgm:cxn modelId="{04DF62B2-4ADD-439A-BAB8-275823DDADEF}" type="presOf" srcId="{9E143439-A4F6-47C9-A43E-3F5164DDEFB3}" destId="{5B2FC71D-3B44-42CE-852B-F63CF1A21802}" srcOrd="0" destOrd="0" presId="urn:microsoft.com/office/officeart/2008/layout/LinedList"/>
    <dgm:cxn modelId="{CE1A1AB7-DDC4-49D8-B2BD-0B0FDDF29786}" type="presOf" srcId="{79DABD47-7082-49C6-A9FB-B49D7774427C}" destId="{D451DFD6-22A5-45ED-AC97-9BDE56891301}" srcOrd="0" destOrd="0" presId="urn:microsoft.com/office/officeart/2008/layout/LinedList"/>
    <dgm:cxn modelId="{899229D5-500F-4A4D-A520-C53DF03DC60D}" srcId="{361462D3-CEA1-49DB-AEA5-592393A6C582}" destId="{476C8DB8-6B99-44BE-B174-1BCF29DC74B2}" srcOrd="7" destOrd="0" parTransId="{A1770F45-4E71-43AF-AC72-E1B731446458}" sibTransId="{6EDE9234-856C-4F76-89D1-906AB4A4C066}"/>
    <dgm:cxn modelId="{9715B3E7-F5CB-4108-BF5F-1D34A036D7A9}" type="presOf" srcId="{761B5CD7-490C-4C94-BA21-EE1E716B8711}" destId="{CF6D8608-0558-47FE-B324-78E1CA9C7188}" srcOrd="0" destOrd="0" presId="urn:microsoft.com/office/officeart/2008/layout/LinedList"/>
    <dgm:cxn modelId="{206F44E9-A420-4FAD-82FD-66CE1A433EC5}" type="presOf" srcId="{EE13C973-DFEB-4A5F-987D-F8C4ABED6A91}" destId="{5353DAB7-72AA-4DEA-9CD0-CBC77802E5B3}" srcOrd="0" destOrd="0" presId="urn:microsoft.com/office/officeart/2008/layout/LinedList"/>
    <dgm:cxn modelId="{6B3A8DEB-D6F5-4C87-8B0A-180D887B7844}" srcId="{361462D3-CEA1-49DB-AEA5-592393A6C582}" destId="{0697FD43-7FAF-4F9A-BB83-EA4D14E5A514}" srcOrd="9" destOrd="0" parTransId="{CD425062-6149-447D-AAFC-822A4AEC4BA4}" sibTransId="{C4E3B091-2CBD-434B-B1BA-E253DFBCADB3}"/>
    <dgm:cxn modelId="{8428EEF1-F8A6-42ED-9AF9-EA5F71E698B2}" srcId="{361462D3-CEA1-49DB-AEA5-592393A6C582}" destId="{699BFEE7-971C-4BDF-ABD1-6BDF43E05D0C}" srcOrd="2" destOrd="0" parTransId="{5F45C969-A6F0-4B7A-BB1A-92522B9CB363}" sibTransId="{0499F1F6-3C87-4223-B537-C2087A5F5AE3}"/>
    <dgm:cxn modelId="{DDC103F9-BF57-414C-8CC7-B51CA72E4053}" type="presOf" srcId="{699BFEE7-971C-4BDF-ABD1-6BDF43E05D0C}" destId="{CA6CF1C1-3ED3-4825-BFD1-49380F36F5BE}" srcOrd="0" destOrd="0" presId="urn:microsoft.com/office/officeart/2008/layout/LinedList"/>
    <dgm:cxn modelId="{A1232FFC-616B-47D9-BE98-D1A89211AD8D}" type="presOf" srcId="{FEB40F61-2ABA-47FC-A816-7A8AB29C2D4D}" destId="{5A6B2DA1-E7BC-4B2F-B2BB-A321E0FF62A9}" srcOrd="0" destOrd="0" presId="urn:microsoft.com/office/officeart/2008/layout/LinedList"/>
    <dgm:cxn modelId="{7D030934-DF98-4305-99A0-2EA3AA2EC4F8}" type="presParOf" srcId="{E334CF84-F1CA-4B19-BA5D-BBC0F5F28DFF}" destId="{A0430F99-E8EC-4966-B4E8-1BEFC6D8F52D}" srcOrd="0" destOrd="0" presId="urn:microsoft.com/office/officeart/2008/layout/LinedList"/>
    <dgm:cxn modelId="{AE672350-7BD7-43C4-8D73-C4B2C9C5EE8E}" type="presParOf" srcId="{E334CF84-F1CA-4B19-BA5D-BBC0F5F28DFF}" destId="{29732598-CFD5-4159-9B3C-3F362AD7CBAD}" srcOrd="1" destOrd="0" presId="urn:microsoft.com/office/officeart/2008/layout/LinedList"/>
    <dgm:cxn modelId="{9A051C07-1B9A-4B50-8F33-751FCFC08CAA}" type="presParOf" srcId="{29732598-CFD5-4159-9B3C-3F362AD7CBAD}" destId="{D451DFD6-22A5-45ED-AC97-9BDE56891301}" srcOrd="0" destOrd="0" presId="urn:microsoft.com/office/officeart/2008/layout/LinedList"/>
    <dgm:cxn modelId="{776D6FDE-A42B-43A0-9680-2D9A057BC02C}" type="presParOf" srcId="{29732598-CFD5-4159-9B3C-3F362AD7CBAD}" destId="{6F105805-9BE4-445A-8FD9-E2131957B8D6}" srcOrd="1" destOrd="0" presId="urn:microsoft.com/office/officeart/2008/layout/LinedList"/>
    <dgm:cxn modelId="{1F4C8CD0-4BA9-496E-AD95-0FE27664CACC}" type="presParOf" srcId="{E334CF84-F1CA-4B19-BA5D-BBC0F5F28DFF}" destId="{2FDE871E-502F-4735-AA22-29E9831328E0}" srcOrd="2" destOrd="0" presId="urn:microsoft.com/office/officeart/2008/layout/LinedList"/>
    <dgm:cxn modelId="{C2CDAA8D-FB52-49BF-9AA9-32AB8D72B881}" type="presParOf" srcId="{E334CF84-F1CA-4B19-BA5D-BBC0F5F28DFF}" destId="{80329FB3-D191-4584-ACCF-46D4A3B15B24}" srcOrd="3" destOrd="0" presId="urn:microsoft.com/office/officeart/2008/layout/LinedList"/>
    <dgm:cxn modelId="{2062DF5D-4287-4BC2-B2C2-281BC1213730}" type="presParOf" srcId="{80329FB3-D191-4584-ACCF-46D4A3B15B24}" destId="{120CAC08-97B1-43FF-A37E-E9D42B99B3B2}" srcOrd="0" destOrd="0" presId="urn:microsoft.com/office/officeart/2008/layout/LinedList"/>
    <dgm:cxn modelId="{17636C8E-FF57-4F0C-9753-BB4267C3EA73}" type="presParOf" srcId="{80329FB3-D191-4584-ACCF-46D4A3B15B24}" destId="{7DA8B76E-3437-4E25-B71F-E8967E5ECF57}" srcOrd="1" destOrd="0" presId="urn:microsoft.com/office/officeart/2008/layout/LinedList"/>
    <dgm:cxn modelId="{8F56E7D4-3158-4724-A22C-CAA7D6286AD0}" type="presParOf" srcId="{E334CF84-F1CA-4B19-BA5D-BBC0F5F28DFF}" destId="{E17BBBB2-F553-4421-A207-EF0B1E5522C9}" srcOrd="4" destOrd="0" presId="urn:microsoft.com/office/officeart/2008/layout/LinedList"/>
    <dgm:cxn modelId="{3F0F1DA4-B238-463A-90F4-5B44DE410EB7}" type="presParOf" srcId="{E334CF84-F1CA-4B19-BA5D-BBC0F5F28DFF}" destId="{36034C2A-D67F-484F-9CBB-48FA94349B48}" srcOrd="5" destOrd="0" presId="urn:microsoft.com/office/officeart/2008/layout/LinedList"/>
    <dgm:cxn modelId="{A5CEFFD7-33AE-4B2F-97F4-A7A029453118}" type="presParOf" srcId="{36034C2A-D67F-484F-9CBB-48FA94349B48}" destId="{CA6CF1C1-3ED3-4825-BFD1-49380F36F5BE}" srcOrd="0" destOrd="0" presId="urn:microsoft.com/office/officeart/2008/layout/LinedList"/>
    <dgm:cxn modelId="{DCF991B4-06CF-4F0D-8E75-0D1BAD97E5FD}" type="presParOf" srcId="{36034C2A-D67F-484F-9CBB-48FA94349B48}" destId="{1776C0EE-EECD-458D-85F3-E7E6FC3BD41A}" srcOrd="1" destOrd="0" presId="urn:microsoft.com/office/officeart/2008/layout/LinedList"/>
    <dgm:cxn modelId="{4F689594-D550-469F-A9EF-A1B9EFD69DB4}" type="presParOf" srcId="{E334CF84-F1CA-4B19-BA5D-BBC0F5F28DFF}" destId="{5639AA6D-D0D0-4175-83FD-0749C32DCA66}" srcOrd="6" destOrd="0" presId="urn:microsoft.com/office/officeart/2008/layout/LinedList"/>
    <dgm:cxn modelId="{818718E9-9BEF-435D-89C0-855D5006189E}" type="presParOf" srcId="{E334CF84-F1CA-4B19-BA5D-BBC0F5F28DFF}" destId="{CA29E3FA-79F4-47F3-B311-328118240CAF}" srcOrd="7" destOrd="0" presId="urn:microsoft.com/office/officeart/2008/layout/LinedList"/>
    <dgm:cxn modelId="{F799094C-1ECD-4D42-A652-A6FF77BFF4AB}" type="presParOf" srcId="{CA29E3FA-79F4-47F3-B311-328118240CAF}" destId="{5A6B2DA1-E7BC-4B2F-B2BB-A321E0FF62A9}" srcOrd="0" destOrd="0" presId="urn:microsoft.com/office/officeart/2008/layout/LinedList"/>
    <dgm:cxn modelId="{5611CA73-B6DC-4674-B4D7-A5FD045136ED}" type="presParOf" srcId="{CA29E3FA-79F4-47F3-B311-328118240CAF}" destId="{6F8A23E3-17E7-4CB2-BD37-F86E1CE1CFD7}" srcOrd="1" destOrd="0" presId="urn:microsoft.com/office/officeart/2008/layout/LinedList"/>
    <dgm:cxn modelId="{6685314C-8138-4FB2-8368-ABE3EDDD527B}" type="presParOf" srcId="{E334CF84-F1CA-4B19-BA5D-BBC0F5F28DFF}" destId="{7991ECCE-8D0A-47DB-AD0A-6483795EC2B8}" srcOrd="8" destOrd="0" presId="urn:microsoft.com/office/officeart/2008/layout/LinedList"/>
    <dgm:cxn modelId="{38B9A873-034E-44B4-8C96-E9983421F250}" type="presParOf" srcId="{E334CF84-F1CA-4B19-BA5D-BBC0F5F28DFF}" destId="{2D081B0C-0F6D-48A1-83D2-DF510E602813}" srcOrd="9" destOrd="0" presId="urn:microsoft.com/office/officeart/2008/layout/LinedList"/>
    <dgm:cxn modelId="{ADD15753-6796-4257-9418-0DB083CFE642}" type="presParOf" srcId="{2D081B0C-0F6D-48A1-83D2-DF510E602813}" destId="{5353DAB7-72AA-4DEA-9CD0-CBC77802E5B3}" srcOrd="0" destOrd="0" presId="urn:microsoft.com/office/officeart/2008/layout/LinedList"/>
    <dgm:cxn modelId="{081E294A-55A3-4005-8499-255F462BFC32}" type="presParOf" srcId="{2D081B0C-0F6D-48A1-83D2-DF510E602813}" destId="{14CAB96C-5AE4-4913-85DF-5CF0D940280A}" srcOrd="1" destOrd="0" presId="urn:microsoft.com/office/officeart/2008/layout/LinedList"/>
    <dgm:cxn modelId="{AA994D83-6D09-4FAF-9F99-E40D0F81D41D}" type="presParOf" srcId="{E334CF84-F1CA-4B19-BA5D-BBC0F5F28DFF}" destId="{335C920F-9674-45D1-B451-8E17157FC482}" srcOrd="10" destOrd="0" presId="urn:microsoft.com/office/officeart/2008/layout/LinedList"/>
    <dgm:cxn modelId="{35DAB079-EEA0-4E92-8F57-2BED7CC28300}" type="presParOf" srcId="{E334CF84-F1CA-4B19-BA5D-BBC0F5F28DFF}" destId="{760B4C93-9A22-4B45-B295-5D0086D095A1}" srcOrd="11" destOrd="0" presId="urn:microsoft.com/office/officeart/2008/layout/LinedList"/>
    <dgm:cxn modelId="{9D5BD400-A9F8-4625-97B5-F4745158D52E}" type="presParOf" srcId="{760B4C93-9A22-4B45-B295-5D0086D095A1}" destId="{F88C1107-60F2-4D47-8F0E-D92561F7FD04}" srcOrd="0" destOrd="0" presId="urn:microsoft.com/office/officeart/2008/layout/LinedList"/>
    <dgm:cxn modelId="{7D7FF8F8-0D3C-4392-9F0C-064B1ECB0304}" type="presParOf" srcId="{760B4C93-9A22-4B45-B295-5D0086D095A1}" destId="{0A8D85DA-30AD-443A-BBB7-DCAFF4312D5E}" srcOrd="1" destOrd="0" presId="urn:microsoft.com/office/officeart/2008/layout/LinedList"/>
    <dgm:cxn modelId="{B959E583-C43F-42FA-A813-79F31E97EF0B}" type="presParOf" srcId="{E334CF84-F1CA-4B19-BA5D-BBC0F5F28DFF}" destId="{C6E3066A-A42F-4E6A-B1CF-C2EF77C44B55}" srcOrd="12" destOrd="0" presId="urn:microsoft.com/office/officeart/2008/layout/LinedList"/>
    <dgm:cxn modelId="{1635C0C0-BC44-4B78-82A4-9D2D0CE1A31D}" type="presParOf" srcId="{E334CF84-F1CA-4B19-BA5D-BBC0F5F28DFF}" destId="{548C19F9-E4AC-4706-9393-7CC2B2D92D02}" srcOrd="13" destOrd="0" presId="urn:microsoft.com/office/officeart/2008/layout/LinedList"/>
    <dgm:cxn modelId="{603AB3E9-9F12-4514-8395-1C6FC6518D95}" type="presParOf" srcId="{548C19F9-E4AC-4706-9393-7CC2B2D92D02}" destId="{CF6D8608-0558-47FE-B324-78E1CA9C7188}" srcOrd="0" destOrd="0" presId="urn:microsoft.com/office/officeart/2008/layout/LinedList"/>
    <dgm:cxn modelId="{BB9159FF-5A16-45FD-89EC-ADB1A49CBEF1}" type="presParOf" srcId="{548C19F9-E4AC-4706-9393-7CC2B2D92D02}" destId="{1E340B94-4E2C-46C2-99D1-0741522FEFB9}" srcOrd="1" destOrd="0" presId="urn:microsoft.com/office/officeart/2008/layout/LinedList"/>
    <dgm:cxn modelId="{15ECAA61-1C6C-4555-954D-4229D014A008}" type="presParOf" srcId="{E334CF84-F1CA-4B19-BA5D-BBC0F5F28DFF}" destId="{B6047CFE-E41C-41AA-9D89-9B8C14C1A6D4}" srcOrd="14" destOrd="0" presId="urn:microsoft.com/office/officeart/2008/layout/LinedList"/>
    <dgm:cxn modelId="{C8033FE7-14FD-4340-8AEA-6230097DD00C}" type="presParOf" srcId="{E334CF84-F1CA-4B19-BA5D-BBC0F5F28DFF}" destId="{8E1E13C9-CE04-48F0-9574-234112BE71A4}" srcOrd="15" destOrd="0" presId="urn:microsoft.com/office/officeart/2008/layout/LinedList"/>
    <dgm:cxn modelId="{CC4FA584-47EA-47DC-AEFC-F3F7DF14D7FF}" type="presParOf" srcId="{8E1E13C9-CE04-48F0-9574-234112BE71A4}" destId="{AA59C9BF-F261-4B71-B681-42A55919F5B4}" srcOrd="0" destOrd="0" presId="urn:microsoft.com/office/officeart/2008/layout/LinedList"/>
    <dgm:cxn modelId="{D6B2BEEF-C74D-4E2E-A565-710227D85A9D}" type="presParOf" srcId="{8E1E13C9-CE04-48F0-9574-234112BE71A4}" destId="{E2612B82-FF00-4661-8899-B635C95F03FD}" srcOrd="1" destOrd="0" presId="urn:microsoft.com/office/officeart/2008/layout/LinedList"/>
    <dgm:cxn modelId="{9791228D-AF3B-4C95-ABAD-48049C1AFD74}" type="presParOf" srcId="{E334CF84-F1CA-4B19-BA5D-BBC0F5F28DFF}" destId="{338C829A-459E-4CF6-A150-4190D71CE0C5}" srcOrd="16" destOrd="0" presId="urn:microsoft.com/office/officeart/2008/layout/LinedList"/>
    <dgm:cxn modelId="{E4874F66-07F2-453D-9890-E6697A2FBBC8}" type="presParOf" srcId="{E334CF84-F1CA-4B19-BA5D-BBC0F5F28DFF}" destId="{B51B93EC-101B-454B-A79E-120A0E2CAB24}" srcOrd="17" destOrd="0" presId="urn:microsoft.com/office/officeart/2008/layout/LinedList"/>
    <dgm:cxn modelId="{CF5433E2-FE28-4B85-8881-FB8940C32608}" type="presParOf" srcId="{B51B93EC-101B-454B-A79E-120A0E2CAB24}" destId="{5B2FC71D-3B44-42CE-852B-F63CF1A21802}" srcOrd="0" destOrd="0" presId="urn:microsoft.com/office/officeart/2008/layout/LinedList"/>
    <dgm:cxn modelId="{7AD15DC4-BE05-4060-9CEB-B524306C7387}" type="presParOf" srcId="{B51B93EC-101B-454B-A79E-120A0E2CAB24}" destId="{0CCE656E-E5D8-4ABF-8817-1D0C1D13B575}" srcOrd="1" destOrd="0" presId="urn:microsoft.com/office/officeart/2008/layout/LinedList"/>
    <dgm:cxn modelId="{E3052E7A-87EC-4080-A629-7E8600AACF88}" type="presParOf" srcId="{E334CF84-F1CA-4B19-BA5D-BBC0F5F28DFF}" destId="{68B7053E-DD0A-418B-AC91-311597991866}" srcOrd="18" destOrd="0" presId="urn:microsoft.com/office/officeart/2008/layout/LinedList"/>
    <dgm:cxn modelId="{011E2DF4-559E-416E-83A4-E53706F80748}" type="presParOf" srcId="{E334CF84-F1CA-4B19-BA5D-BBC0F5F28DFF}" destId="{7088431B-457B-4AB3-9DFE-A33CC2A1DB8A}" srcOrd="19" destOrd="0" presId="urn:microsoft.com/office/officeart/2008/layout/LinedList"/>
    <dgm:cxn modelId="{F65ADFAB-E559-46BB-8A47-9B86534C208C}" type="presParOf" srcId="{7088431B-457B-4AB3-9DFE-A33CC2A1DB8A}" destId="{2CFA4DD4-223E-461F-BDBD-EAEF0E4E1959}" srcOrd="0" destOrd="0" presId="urn:microsoft.com/office/officeart/2008/layout/LinedList"/>
    <dgm:cxn modelId="{9CD26A8A-1625-4456-B011-FCD15C9C4600}" type="presParOf" srcId="{7088431B-457B-4AB3-9DFE-A33CC2A1DB8A}" destId="{B610CEB5-814D-414E-8C7E-234D1314200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596383-4D59-43A0-92D3-987C569AA954}">
      <dsp:nvSpPr>
        <dsp:cNvPr id="0" name=""/>
        <dsp:cNvSpPr/>
      </dsp:nvSpPr>
      <dsp:spPr>
        <a:xfrm>
          <a:off x="1212569" y="669523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DFB61A-4F72-4364-B3B3-583C6D92CDFC}">
      <dsp:nvSpPr>
        <dsp:cNvPr id="0" name=""/>
        <dsp:cNvSpPr/>
      </dsp:nvSpPr>
      <dsp:spPr>
        <a:xfrm>
          <a:off x="417971" y="2421814"/>
          <a:ext cx="2889450" cy="12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Install and Download SQL Server Express (2022,or 2025 (much preferred)) from Microsoft</a:t>
          </a:r>
          <a:endParaRPr lang="en-US" sz="1200" kern="1200" dirty="0"/>
        </a:p>
      </dsp:txBody>
      <dsp:txXfrm>
        <a:off x="417971" y="2421814"/>
        <a:ext cx="2889450" cy="1260000"/>
      </dsp:txXfrm>
    </dsp:sp>
    <dsp:sp modelId="{76D98688-242E-4601-92F7-014494BED513}">
      <dsp:nvSpPr>
        <dsp:cNvPr id="0" name=""/>
        <dsp:cNvSpPr/>
      </dsp:nvSpPr>
      <dsp:spPr>
        <a:xfrm>
          <a:off x="4607673" y="669523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2CAD20-4F30-4FD5-8282-32F820B38E6A}">
      <dsp:nvSpPr>
        <dsp:cNvPr id="0" name=""/>
        <dsp:cNvSpPr/>
      </dsp:nvSpPr>
      <dsp:spPr>
        <a:xfrm>
          <a:off x="3813075" y="2421814"/>
          <a:ext cx="2889450" cy="12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1" kern="1200" dirty="0">
              <a:solidFill>
                <a:schemeClr val="tx1"/>
              </a:solidFill>
            </a:rPr>
            <a:t>Files and sources from my repository: </a:t>
          </a:r>
          <a:endParaRPr lang="en-US" sz="1100" b="1" kern="1200" dirty="0">
            <a:solidFill>
              <a:schemeClr val="tx1"/>
            </a:solidFill>
          </a:endParaRPr>
        </a:p>
      </dsp:txBody>
      <dsp:txXfrm>
        <a:off x="3813075" y="2421814"/>
        <a:ext cx="2889450" cy="1260000"/>
      </dsp:txXfrm>
    </dsp:sp>
    <dsp:sp modelId="{91FC0951-73EA-4668-B2BE-91930015E203}">
      <dsp:nvSpPr>
        <dsp:cNvPr id="0" name=""/>
        <dsp:cNvSpPr/>
      </dsp:nvSpPr>
      <dsp:spPr>
        <a:xfrm>
          <a:off x="8002777" y="669523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05FAB9-80AA-4185-8D1A-98CE80BAFBFD}">
      <dsp:nvSpPr>
        <dsp:cNvPr id="0" name=""/>
        <dsp:cNvSpPr/>
      </dsp:nvSpPr>
      <dsp:spPr>
        <a:xfrm>
          <a:off x="7208178" y="2421814"/>
          <a:ext cx="2889450" cy="12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>
              <a:solidFill>
                <a:schemeClr val="tx1"/>
              </a:solidFill>
              <a:hlinkClick xmlns:r="http://schemas.openxmlformats.org/officeDocument/2006/relationships"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https://github.com/Mikele02171/Main-Stuff/tree/main/DA%20Bootcamp%202026%20Emergi%20Mentors/Week%202%20SQL%20Mastery/Module%202%20SQL%20for%20Business%20Analytics%20Beginner%20Projects/Credit_Card_Transaction_Dashboard_Story</a:t>
          </a:r>
          <a:endParaRPr lang="en-AU" sz="1100" kern="1200" dirty="0">
            <a:solidFill>
              <a:schemeClr val="tx1"/>
            </a:solidFill>
          </a:endParaRP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>
            <a:solidFill>
              <a:schemeClr val="tx1"/>
            </a:solidFill>
          </a:endParaRPr>
        </a:p>
      </dsp:txBody>
      <dsp:txXfrm>
        <a:off x="7208178" y="2421814"/>
        <a:ext cx="2889450" cy="126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7BBA36-E19C-46E7-8980-BF9B372D2FEF}">
      <dsp:nvSpPr>
        <dsp:cNvPr id="0" name=""/>
        <dsp:cNvSpPr/>
      </dsp:nvSpPr>
      <dsp:spPr>
        <a:xfrm>
          <a:off x="3201" y="445489"/>
          <a:ext cx="2539866" cy="152391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100" kern="1200" dirty="0"/>
            <a:t>DDL and DML: Create CBA Cardholders Tables</a:t>
          </a:r>
          <a:endParaRPr lang="en-US" sz="2100" kern="1200" dirty="0"/>
        </a:p>
      </dsp:txBody>
      <dsp:txXfrm>
        <a:off x="3201" y="445489"/>
        <a:ext cx="2539866" cy="1523919"/>
      </dsp:txXfrm>
    </dsp:sp>
    <dsp:sp modelId="{F7DBA770-7941-4AA8-B428-763A63F87205}">
      <dsp:nvSpPr>
        <dsp:cNvPr id="0" name=""/>
        <dsp:cNvSpPr/>
      </dsp:nvSpPr>
      <dsp:spPr>
        <a:xfrm>
          <a:off x="2797054" y="445489"/>
          <a:ext cx="2539866" cy="152391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100" kern="1200" dirty="0"/>
            <a:t>DDL and DML: Create CBA Transactions</a:t>
          </a:r>
          <a:endParaRPr lang="en-US" sz="2100" kern="1200" dirty="0"/>
        </a:p>
      </dsp:txBody>
      <dsp:txXfrm>
        <a:off x="2797054" y="445489"/>
        <a:ext cx="2539866" cy="1523919"/>
      </dsp:txXfrm>
    </dsp:sp>
    <dsp:sp modelId="{EB238476-DFB9-4697-8A42-63E31A7460EC}">
      <dsp:nvSpPr>
        <dsp:cNvPr id="0" name=""/>
        <dsp:cNvSpPr/>
      </dsp:nvSpPr>
      <dsp:spPr>
        <a:xfrm>
          <a:off x="5590907" y="445489"/>
          <a:ext cx="2539866" cy="152391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100" kern="1200" dirty="0"/>
            <a:t>DQL: How much revenue did each card tier generate in November?</a:t>
          </a:r>
          <a:endParaRPr lang="en-US" sz="2100" kern="1200" dirty="0"/>
        </a:p>
      </dsp:txBody>
      <dsp:txXfrm>
        <a:off x="5590907" y="445489"/>
        <a:ext cx="2539866" cy="1523919"/>
      </dsp:txXfrm>
    </dsp:sp>
    <dsp:sp modelId="{5E313AD0-D828-4A8D-AE7B-DB2373FE5FBA}">
      <dsp:nvSpPr>
        <dsp:cNvPr id="0" name=""/>
        <dsp:cNvSpPr/>
      </dsp:nvSpPr>
      <dsp:spPr>
        <a:xfrm>
          <a:off x="8384760" y="445489"/>
          <a:ext cx="2539866" cy="152391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100" kern="1200" dirty="0"/>
            <a:t>DQL: Complete Executive Dashboard (Multiple Aggregates)</a:t>
          </a:r>
          <a:endParaRPr lang="en-US" sz="2100" kern="1200" dirty="0"/>
        </a:p>
      </dsp:txBody>
      <dsp:txXfrm>
        <a:off x="8384760" y="445489"/>
        <a:ext cx="2539866" cy="1523919"/>
      </dsp:txXfrm>
    </dsp:sp>
    <dsp:sp modelId="{AF094CB1-6989-4F30-AB15-21C7B8275F5C}">
      <dsp:nvSpPr>
        <dsp:cNvPr id="0" name=""/>
        <dsp:cNvSpPr/>
      </dsp:nvSpPr>
      <dsp:spPr>
        <a:xfrm>
          <a:off x="3201" y="2223395"/>
          <a:ext cx="2539866" cy="15239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100" kern="1200" dirty="0"/>
            <a:t>DQL: ONLY tiers with total revenue over $10,000</a:t>
          </a:r>
          <a:endParaRPr lang="en-US" sz="2100" kern="1200" dirty="0"/>
        </a:p>
      </dsp:txBody>
      <dsp:txXfrm>
        <a:off x="3201" y="2223395"/>
        <a:ext cx="2539866" cy="1523919"/>
      </dsp:txXfrm>
    </dsp:sp>
    <dsp:sp modelId="{43A92982-9143-448D-A6FB-C44AA1F27452}">
      <dsp:nvSpPr>
        <dsp:cNvPr id="0" name=""/>
        <dsp:cNvSpPr/>
      </dsp:nvSpPr>
      <dsp:spPr>
        <a:xfrm>
          <a:off x="2797054" y="2223395"/>
          <a:ext cx="2539866" cy="152391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100" kern="1200" dirty="0"/>
            <a:t>DQL: Who are our top 10 spenders?</a:t>
          </a:r>
          <a:endParaRPr lang="en-US" sz="2100" kern="1200" dirty="0"/>
        </a:p>
      </dsp:txBody>
      <dsp:txXfrm>
        <a:off x="2797054" y="2223395"/>
        <a:ext cx="2539866" cy="1523919"/>
      </dsp:txXfrm>
    </dsp:sp>
    <dsp:sp modelId="{40B88440-D92B-4B98-8D07-65BE6DBBF436}">
      <dsp:nvSpPr>
        <dsp:cNvPr id="0" name=""/>
        <dsp:cNvSpPr/>
      </dsp:nvSpPr>
      <dsp:spPr>
        <a:xfrm>
          <a:off x="5590907" y="2223395"/>
          <a:ext cx="2539866" cy="152391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100" kern="1200" dirty="0"/>
            <a:t>DQL: Segment ALL customers by spending: Low/Medium/High</a:t>
          </a:r>
          <a:endParaRPr lang="en-US" sz="2100" kern="1200" dirty="0"/>
        </a:p>
      </dsp:txBody>
      <dsp:txXfrm>
        <a:off x="5590907" y="2223395"/>
        <a:ext cx="2539866" cy="1523919"/>
      </dsp:txXfrm>
    </dsp:sp>
    <dsp:sp modelId="{C2E73E92-A56E-443B-ACE1-5248EB02FF34}">
      <dsp:nvSpPr>
        <dsp:cNvPr id="0" name=""/>
        <dsp:cNvSpPr/>
      </dsp:nvSpPr>
      <dsp:spPr>
        <a:xfrm>
          <a:off x="8384760" y="2223395"/>
          <a:ext cx="2539866" cy="152391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100" kern="1200" dirty="0"/>
            <a:t>DQL: Which merchant categories drive the most revenue?</a:t>
          </a:r>
          <a:endParaRPr lang="en-US" sz="2100" kern="1200" dirty="0"/>
        </a:p>
      </dsp:txBody>
      <dsp:txXfrm>
        <a:off x="8384760" y="2223395"/>
        <a:ext cx="2539866" cy="152391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430F99-E8EC-4966-B4E8-1BEFC6D8F52D}">
      <dsp:nvSpPr>
        <dsp:cNvPr id="0" name=""/>
        <dsp:cNvSpPr/>
      </dsp:nvSpPr>
      <dsp:spPr>
        <a:xfrm>
          <a:off x="0" y="675"/>
          <a:ext cx="62917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51DFD6-22A5-45ED-AC97-9BDE56891301}">
      <dsp:nvSpPr>
        <dsp:cNvPr id="0" name=""/>
        <dsp:cNvSpPr/>
      </dsp:nvSpPr>
      <dsp:spPr>
        <a:xfrm>
          <a:off x="0" y="675"/>
          <a:ext cx="6291714" cy="552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-- Table 1: Cardholders (customer master data)</a:t>
          </a:r>
        </a:p>
      </dsp:txBody>
      <dsp:txXfrm>
        <a:off x="0" y="675"/>
        <a:ext cx="6291714" cy="552938"/>
      </dsp:txXfrm>
    </dsp:sp>
    <dsp:sp modelId="{2FDE871E-502F-4735-AA22-29E9831328E0}">
      <dsp:nvSpPr>
        <dsp:cNvPr id="0" name=""/>
        <dsp:cNvSpPr/>
      </dsp:nvSpPr>
      <dsp:spPr>
        <a:xfrm>
          <a:off x="0" y="553613"/>
          <a:ext cx="6291714" cy="0"/>
        </a:xfrm>
        <a:prstGeom prst="line">
          <a:avLst/>
        </a:prstGeom>
        <a:solidFill>
          <a:schemeClr val="accent2">
            <a:hueOff val="715957"/>
            <a:satOff val="-2055"/>
            <a:lumOff val="-3290"/>
            <a:alphaOff val="0"/>
          </a:schemeClr>
        </a:solidFill>
        <a:ln w="19050" cap="flat" cmpd="sng" algn="ctr">
          <a:solidFill>
            <a:schemeClr val="accent2">
              <a:hueOff val="715957"/>
              <a:satOff val="-2055"/>
              <a:lumOff val="-32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0CAC08-97B1-43FF-A37E-E9D42B99B3B2}">
      <dsp:nvSpPr>
        <dsp:cNvPr id="0" name=""/>
        <dsp:cNvSpPr/>
      </dsp:nvSpPr>
      <dsp:spPr>
        <a:xfrm>
          <a:off x="0" y="553613"/>
          <a:ext cx="6291714" cy="552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IF OBJECT_ID('cba_cardholders', 'U') IS NOT NULL DROP TABLE cba_cardholders;</a:t>
          </a:r>
        </a:p>
      </dsp:txBody>
      <dsp:txXfrm>
        <a:off x="0" y="553613"/>
        <a:ext cx="6291714" cy="552938"/>
      </dsp:txXfrm>
    </dsp:sp>
    <dsp:sp modelId="{E17BBBB2-F553-4421-A207-EF0B1E5522C9}">
      <dsp:nvSpPr>
        <dsp:cNvPr id="0" name=""/>
        <dsp:cNvSpPr/>
      </dsp:nvSpPr>
      <dsp:spPr>
        <a:xfrm>
          <a:off x="0" y="1106552"/>
          <a:ext cx="6291714" cy="0"/>
        </a:xfrm>
        <a:prstGeom prst="line">
          <a:avLst/>
        </a:prstGeom>
        <a:solidFill>
          <a:schemeClr val="accent2">
            <a:hueOff val="1431914"/>
            <a:satOff val="-4110"/>
            <a:lumOff val="-6580"/>
            <a:alphaOff val="0"/>
          </a:schemeClr>
        </a:solidFill>
        <a:ln w="19050" cap="flat" cmpd="sng" algn="ctr">
          <a:solidFill>
            <a:schemeClr val="accent2">
              <a:hueOff val="1431914"/>
              <a:satOff val="-4110"/>
              <a:lumOff val="-658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6CF1C1-3ED3-4825-BFD1-49380F36F5BE}">
      <dsp:nvSpPr>
        <dsp:cNvPr id="0" name=""/>
        <dsp:cNvSpPr/>
      </dsp:nvSpPr>
      <dsp:spPr>
        <a:xfrm>
          <a:off x="0" y="1106552"/>
          <a:ext cx="6291714" cy="552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500" kern="1200"/>
            <a:t>CREATE TABLE cba_cardholders (</a:t>
          </a:r>
          <a:endParaRPr lang="en-US" sz="1500" kern="1200"/>
        </a:p>
      </dsp:txBody>
      <dsp:txXfrm>
        <a:off x="0" y="1106552"/>
        <a:ext cx="6291714" cy="552938"/>
      </dsp:txXfrm>
    </dsp:sp>
    <dsp:sp modelId="{5639AA6D-D0D0-4175-83FD-0749C32DCA66}">
      <dsp:nvSpPr>
        <dsp:cNvPr id="0" name=""/>
        <dsp:cNvSpPr/>
      </dsp:nvSpPr>
      <dsp:spPr>
        <a:xfrm>
          <a:off x="0" y="1659490"/>
          <a:ext cx="6291714" cy="0"/>
        </a:xfrm>
        <a:prstGeom prst="line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6B2DA1-E7BC-4B2F-B2BB-A321E0FF62A9}">
      <dsp:nvSpPr>
        <dsp:cNvPr id="0" name=""/>
        <dsp:cNvSpPr/>
      </dsp:nvSpPr>
      <dsp:spPr>
        <a:xfrm>
          <a:off x="0" y="1659490"/>
          <a:ext cx="6291714" cy="552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card_number VARCHAR(20) PRIMARY KEY,</a:t>
          </a:r>
        </a:p>
      </dsp:txBody>
      <dsp:txXfrm>
        <a:off x="0" y="1659490"/>
        <a:ext cx="6291714" cy="552938"/>
      </dsp:txXfrm>
    </dsp:sp>
    <dsp:sp modelId="{7991ECCE-8D0A-47DB-AD0A-6483795EC2B8}">
      <dsp:nvSpPr>
        <dsp:cNvPr id="0" name=""/>
        <dsp:cNvSpPr/>
      </dsp:nvSpPr>
      <dsp:spPr>
        <a:xfrm>
          <a:off x="0" y="2212429"/>
          <a:ext cx="6291714" cy="0"/>
        </a:xfrm>
        <a:prstGeom prst="line">
          <a:avLst/>
        </a:prstGeom>
        <a:solidFill>
          <a:schemeClr val="accent2">
            <a:hueOff val="2863828"/>
            <a:satOff val="-8219"/>
            <a:lumOff val="-13160"/>
            <a:alphaOff val="0"/>
          </a:schemeClr>
        </a:solidFill>
        <a:ln w="19050" cap="flat" cmpd="sng" algn="ctr">
          <a:solidFill>
            <a:schemeClr val="accent2">
              <a:hueOff val="2863828"/>
              <a:satOff val="-8219"/>
              <a:lumOff val="-131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53DAB7-72AA-4DEA-9CD0-CBC77802E5B3}">
      <dsp:nvSpPr>
        <dsp:cNvPr id="0" name=""/>
        <dsp:cNvSpPr/>
      </dsp:nvSpPr>
      <dsp:spPr>
        <a:xfrm>
          <a:off x="0" y="2212429"/>
          <a:ext cx="6291714" cy="552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500" kern="1200"/>
            <a:t>customer_name VARCHAR(100),</a:t>
          </a:r>
          <a:endParaRPr lang="en-US" sz="1500" kern="1200"/>
        </a:p>
      </dsp:txBody>
      <dsp:txXfrm>
        <a:off x="0" y="2212429"/>
        <a:ext cx="6291714" cy="552938"/>
      </dsp:txXfrm>
    </dsp:sp>
    <dsp:sp modelId="{335C920F-9674-45D1-B451-8E17157FC482}">
      <dsp:nvSpPr>
        <dsp:cNvPr id="0" name=""/>
        <dsp:cNvSpPr/>
      </dsp:nvSpPr>
      <dsp:spPr>
        <a:xfrm>
          <a:off x="0" y="2765367"/>
          <a:ext cx="6291714" cy="0"/>
        </a:xfrm>
        <a:prstGeom prst="line">
          <a:avLst/>
        </a:prstGeom>
        <a:solidFill>
          <a:schemeClr val="accent2">
            <a:hueOff val="3579786"/>
            <a:satOff val="-10274"/>
            <a:lumOff val="-16449"/>
            <a:alphaOff val="0"/>
          </a:schemeClr>
        </a:solidFill>
        <a:ln w="19050" cap="flat" cmpd="sng" algn="ctr">
          <a:solidFill>
            <a:schemeClr val="accent2">
              <a:hueOff val="3579786"/>
              <a:satOff val="-10274"/>
              <a:lumOff val="-164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8C1107-60F2-4D47-8F0E-D92561F7FD04}">
      <dsp:nvSpPr>
        <dsp:cNvPr id="0" name=""/>
        <dsp:cNvSpPr/>
      </dsp:nvSpPr>
      <dsp:spPr>
        <a:xfrm>
          <a:off x="0" y="2765367"/>
          <a:ext cx="6291714" cy="552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500" kern="1200"/>
            <a:t>card_tier VARCHAR(20),</a:t>
          </a:r>
          <a:endParaRPr lang="en-US" sz="1500" kern="1200"/>
        </a:p>
      </dsp:txBody>
      <dsp:txXfrm>
        <a:off x="0" y="2765367"/>
        <a:ext cx="6291714" cy="552938"/>
      </dsp:txXfrm>
    </dsp:sp>
    <dsp:sp modelId="{C6E3066A-A42F-4E6A-B1CF-C2EF77C44B55}">
      <dsp:nvSpPr>
        <dsp:cNvPr id="0" name=""/>
        <dsp:cNvSpPr/>
      </dsp:nvSpPr>
      <dsp:spPr>
        <a:xfrm>
          <a:off x="0" y="3318305"/>
          <a:ext cx="6291714" cy="0"/>
        </a:xfrm>
        <a:prstGeom prst="line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6D8608-0558-47FE-B324-78E1CA9C7188}">
      <dsp:nvSpPr>
        <dsp:cNvPr id="0" name=""/>
        <dsp:cNvSpPr/>
      </dsp:nvSpPr>
      <dsp:spPr>
        <a:xfrm>
          <a:off x="0" y="3318305"/>
          <a:ext cx="6291714" cy="552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500" kern="1200"/>
            <a:t>annual_fee DECIMAL(10,2),</a:t>
          </a:r>
          <a:endParaRPr lang="en-US" sz="1500" kern="1200"/>
        </a:p>
      </dsp:txBody>
      <dsp:txXfrm>
        <a:off x="0" y="3318305"/>
        <a:ext cx="6291714" cy="552938"/>
      </dsp:txXfrm>
    </dsp:sp>
    <dsp:sp modelId="{B6047CFE-E41C-41AA-9D89-9B8C14C1A6D4}">
      <dsp:nvSpPr>
        <dsp:cNvPr id="0" name=""/>
        <dsp:cNvSpPr/>
      </dsp:nvSpPr>
      <dsp:spPr>
        <a:xfrm>
          <a:off x="0" y="3871244"/>
          <a:ext cx="6291714" cy="0"/>
        </a:xfrm>
        <a:prstGeom prst="line">
          <a:avLst/>
        </a:prstGeom>
        <a:solidFill>
          <a:schemeClr val="accent2">
            <a:hueOff val="5011700"/>
            <a:satOff val="-14383"/>
            <a:lumOff val="-23029"/>
            <a:alphaOff val="0"/>
          </a:schemeClr>
        </a:solidFill>
        <a:ln w="19050" cap="flat" cmpd="sng" algn="ctr">
          <a:solidFill>
            <a:schemeClr val="accent2">
              <a:hueOff val="5011700"/>
              <a:satOff val="-14383"/>
              <a:lumOff val="-2302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59C9BF-F261-4B71-B681-42A55919F5B4}">
      <dsp:nvSpPr>
        <dsp:cNvPr id="0" name=""/>
        <dsp:cNvSpPr/>
      </dsp:nvSpPr>
      <dsp:spPr>
        <a:xfrm>
          <a:off x="0" y="3871244"/>
          <a:ext cx="6291714" cy="552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500" kern="1200"/>
            <a:t>credit_limit DECIMAL(10,2),</a:t>
          </a:r>
          <a:endParaRPr lang="en-US" sz="1500" kern="1200"/>
        </a:p>
      </dsp:txBody>
      <dsp:txXfrm>
        <a:off x="0" y="3871244"/>
        <a:ext cx="6291714" cy="552938"/>
      </dsp:txXfrm>
    </dsp:sp>
    <dsp:sp modelId="{338C829A-459E-4CF6-A150-4190D71CE0C5}">
      <dsp:nvSpPr>
        <dsp:cNvPr id="0" name=""/>
        <dsp:cNvSpPr/>
      </dsp:nvSpPr>
      <dsp:spPr>
        <a:xfrm>
          <a:off x="0" y="4424182"/>
          <a:ext cx="6291714" cy="0"/>
        </a:xfrm>
        <a:prstGeom prst="line">
          <a:avLst/>
        </a:prstGeom>
        <a:solidFill>
          <a:schemeClr val="accent2">
            <a:hueOff val="5727657"/>
            <a:satOff val="-16438"/>
            <a:lumOff val="-26319"/>
            <a:alphaOff val="0"/>
          </a:schemeClr>
        </a:solidFill>
        <a:ln w="19050" cap="flat" cmpd="sng" algn="ctr">
          <a:solidFill>
            <a:schemeClr val="accent2">
              <a:hueOff val="5727657"/>
              <a:satOff val="-16438"/>
              <a:lumOff val="-263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2FC71D-3B44-42CE-852B-F63CF1A21802}">
      <dsp:nvSpPr>
        <dsp:cNvPr id="0" name=""/>
        <dsp:cNvSpPr/>
      </dsp:nvSpPr>
      <dsp:spPr>
        <a:xfrm>
          <a:off x="0" y="4424182"/>
          <a:ext cx="6291714" cy="552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500" kern="1200"/>
            <a:t>signup_date DATE</a:t>
          </a:r>
          <a:endParaRPr lang="en-US" sz="1500" kern="1200"/>
        </a:p>
      </dsp:txBody>
      <dsp:txXfrm>
        <a:off x="0" y="4424182"/>
        <a:ext cx="6291714" cy="552938"/>
      </dsp:txXfrm>
    </dsp:sp>
    <dsp:sp modelId="{68B7053E-DD0A-418B-AC91-311597991866}">
      <dsp:nvSpPr>
        <dsp:cNvPr id="0" name=""/>
        <dsp:cNvSpPr/>
      </dsp:nvSpPr>
      <dsp:spPr>
        <a:xfrm>
          <a:off x="0" y="4977121"/>
          <a:ext cx="6291714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FA4DD4-223E-461F-BDBD-EAEF0E4E1959}">
      <dsp:nvSpPr>
        <dsp:cNvPr id="0" name=""/>
        <dsp:cNvSpPr/>
      </dsp:nvSpPr>
      <dsp:spPr>
        <a:xfrm>
          <a:off x="0" y="4977121"/>
          <a:ext cx="6291714" cy="552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500" kern="1200"/>
            <a:t>);</a:t>
          </a:r>
          <a:endParaRPr lang="en-US" sz="1500" kern="1200"/>
        </a:p>
      </dsp:txBody>
      <dsp:txXfrm>
        <a:off x="0" y="4977121"/>
        <a:ext cx="6291714" cy="5529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AAA48E-2BC0-4713-864C-2BCA2C3C3602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B556B5-41B6-4C55-A8BE-BA7C298345C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4953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B556B5-41B6-4C55-A8BE-BA7C298345CA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1538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98767-70DF-FA5A-B123-2B421ECD07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EB0908-5EA1-2119-5905-FF14EEB399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4ADAE-0AC3-EDEE-4344-19D71BEE1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E3B02-F787-46A6-86A6-4808B719DAD1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FB06E-CB67-5677-FCBB-5C960A70D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AD3B7-3B66-6DE3-5817-C12BBB299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44610-4763-4957-95E3-5E9D8FFDB6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4070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F04FA-421A-72A9-BB61-229C97846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EA636-103D-447E-3434-DB5980D5D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9183E-4A1E-D573-879F-8A4999BB2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E3B02-F787-46A6-86A6-4808B719DAD1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26BA56-41C7-4A59-DBC4-3BC080E6C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DBFC6-2FAE-9DF7-15AB-7C488EDCD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44610-4763-4957-95E3-5E9D8FFDB6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9927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8FE2B-4DCC-757D-36A4-C86785A7C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D480CA-8380-E2E6-95D7-DBCF76E2F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69D47-6306-74CB-072B-C3DB91B80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E3B02-F787-46A6-86A6-4808B719DAD1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1F369-C56C-2C12-A912-AE68839A4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BCE59-2DDE-824E-D2F9-50BABAA7A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44610-4763-4957-95E3-5E9D8FFDB6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5210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4DAE6-432E-1862-9D47-58A6FDC0D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81543-C79A-1F24-1256-29825046DA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7D8ABB-E683-003D-FD81-F1A5DB0AFF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994C11-0436-B808-69B7-5BA4C88DC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E3B02-F787-46A6-86A6-4808B719DAD1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A1620B-23E7-1ED2-63B7-0045AB78D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808C98-89D3-1A06-1884-F9527DD7F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44610-4763-4957-95E3-5E9D8FFDB6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7944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86028-AEBC-32CC-C253-A9A5FA55A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BE7288-0344-2961-3AA4-C18796B24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B5E27E-7130-D36E-B83E-64C8E3F721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A73A6D-C3B0-1DDD-38B7-0A4F1707B0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8A09E9-10ED-94B3-7B73-1C69F0541E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0638C9-4A10-C999-AA44-67D16B8FB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E3B02-F787-46A6-86A6-4808B719DAD1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CF11FB-4C42-AA7C-79F3-50B0E7A2D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F499D7-4497-D63C-A7AC-A46EBC2A4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44610-4763-4957-95E3-5E9D8FFDB6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7296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0C9B6-FE16-9D77-7B89-A2D4A1EFC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254C-7F8C-7FC0-CE79-26359A7F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E3B02-F787-46A6-86A6-4808B719DAD1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E51C04-98C0-9668-77A1-8C1FCC84B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436BE9-0746-3698-3553-D82794BAB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44610-4763-4957-95E3-5E9D8FFDB6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0541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418D40-34F0-9F12-E205-0F8D5CF51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E3B02-F787-46A6-86A6-4808B719DAD1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8DD644-5A91-D125-2C1A-321299F43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9914BB-05B3-8D49-C1DA-3160FF1BE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44610-4763-4957-95E3-5E9D8FFDB6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3312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A2A25-E077-71FA-2EA9-46EBFF6E4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48BF3-AC45-6E8E-B548-42DFEBDDCC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1792B5-7C6D-AC59-DAA9-73AD6C7439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EBFD04-9456-97CF-3E9D-0C1264731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E3B02-F787-46A6-86A6-4808B719DAD1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77DE1D-00C6-7BA9-EAA7-5154A76A0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307B55-F4DE-8961-787F-AB2A53E24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44610-4763-4957-95E3-5E9D8FFDB6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8880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0ADCE-56FC-1DA7-8E6A-8C7B85287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5282C5-C6B7-4C81-6372-9ADDF92B3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9BF91E-8073-4CFD-C8F0-C3604180A5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0A9897-5F74-66B2-167A-71E5B4287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E3B02-F787-46A6-86A6-4808B719DAD1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A0422C-24B3-2121-A207-84FCCC721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BE487A-A69C-9256-6ABA-DE4D54029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44610-4763-4957-95E3-5E9D8FFDB6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9031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A58F1-086A-A509-6BD8-DE0760DCC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F4B1C1-AFCD-7E93-03BA-CBB1143E5F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0C6D6-62B6-A2D6-141E-CFE6EFBBB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E3B02-F787-46A6-86A6-4808B719DAD1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B80C4-4348-80FC-223F-769E3B207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DF8B3-E77E-DF07-A1CF-8782BAE8D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44610-4763-4957-95E3-5E9D8FFDB6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6631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EE72E0-B99F-25DB-715A-3A503CF5C1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EF3913-BA48-F876-E62E-AB5B663E9C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2AAC4-BE66-376E-377C-1C1B4ABD7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E3B02-F787-46A6-86A6-4808B719DAD1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1A062-34A5-3E32-DC8B-9C4735811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6CA51-ECFF-B796-53ED-1F70F2E56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44610-4763-4957-95E3-5E9D8FFDB6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9016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B8EF25-CB29-D68F-5490-E87716A58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D1B5C-D7AF-38BF-09B1-8EDF7D938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E0122-422B-0218-0F0A-297C5F1310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2E3B02-F787-46A6-86A6-4808B719DAD1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BD203-CB75-CB5D-0129-A108634CF2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9B403-E78F-F8DC-114D-44E4C99809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044610-4763-4957-95E3-5E9D8FFDB6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0150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9B0F45-910C-D618-FC0C-25CAE7153A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3810" y="2960716"/>
            <a:ext cx="4036334" cy="2387600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AU" sz="4600" dirty="0"/>
              <a:t>Commonwealth Bank SQL Project (Aggregations)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BE587F-B7BF-7A71-B6F9-E226689262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3809" y="953037"/>
            <a:ext cx="4036333" cy="1709849"/>
          </a:xfrm>
        </p:spPr>
        <p:txBody>
          <a:bodyPr anchor="b">
            <a:normAutofit/>
          </a:bodyPr>
          <a:lstStyle/>
          <a:p>
            <a:pPr algn="l"/>
            <a:r>
              <a:rPr lang="en-AU" sz="2000" dirty="0"/>
              <a:t>Michael 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AE7156-07E2-8A34-B926-2B6E390AB9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2492" y="1814944"/>
            <a:ext cx="5536001" cy="3169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586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ADD4658-688D-8434-E546-8ACE9EE1774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7751" b="798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D531D1-799B-60D2-0953-A28C797FA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AU">
                <a:solidFill>
                  <a:srgbClr val="FFFFFF"/>
                </a:solidFill>
              </a:rPr>
              <a:t>Requirements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6EBE8F3B-80E5-846D-9856-94FF36BD8B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262953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13890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50772A-01F8-4978-B366-403B32EBC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AU" sz="4000">
                <a:solidFill>
                  <a:srgbClr val="FFFFFF"/>
                </a:solidFill>
              </a:rPr>
              <a:t>Context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DD7FF5E-C0D0-D707-B324-7A7761732A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521311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88986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7BC83A-43A8-0266-D36F-8B8C8A6C8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AU" sz="4100">
                <a:solidFill>
                  <a:srgbClr val="FFFFFF"/>
                </a:solidFill>
              </a:rPr>
              <a:t>DDL: Create CBA Cardholders Tables</a:t>
            </a:r>
            <a:br>
              <a:rPr lang="en-US" sz="4100">
                <a:solidFill>
                  <a:srgbClr val="FFFFFF"/>
                </a:solidFill>
              </a:rPr>
            </a:br>
            <a:endParaRPr lang="en-AU" sz="41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CCC44E3-CBCF-5BFD-8B3C-6A2E1C4A4D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4803585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5727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FF80DC-9F70-E0AD-BA13-DD6ED0CDB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257724-3AD7-3326-9F9C-A23F871C5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AU" sz="3800"/>
              <a:t>DML: Create CBA Cardholders Tables Platinum cardholders</a:t>
            </a:r>
            <a:br>
              <a:rPr lang="en-US" sz="3800"/>
            </a:br>
            <a:endParaRPr lang="en-AU" sz="3800"/>
          </a:p>
        </p:txBody>
      </p:sp>
      <p:pic>
        <p:nvPicPr>
          <p:cNvPr id="5" name="Picture 4" descr="A stack of bank cards">
            <a:extLst>
              <a:ext uri="{FF2B5EF4-FFF2-40B4-BE49-F238E27FC236}">
                <a16:creationId xmlns:a16="http://schemas.microsoft.com/office/drawing/2014/main" id="{8955F821-9176-85F1-8B51-1358C7F29A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674" r="2826" b="2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9B3A5-AEB3-F268-DEA9-B0256EC77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 fontScale="85000" lnSpcReduction="10000"/>
          </a:bodyPr>
          <a:lstStyle/>
          <a:p>
            <a:r>
              <a:rPr lang="en-US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-- Insert cardholders with card tiers</a:t>
            </a:r>
          </a:p>
          <a:p>
            <a:r>
              <a:rPr lang="en-US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INSERT INTO </a:t>
            </a:r>
            <a:r>
              <a:rPr lang="en-US" sz="12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cba_cardholders</a:t>
            </a:r>
            <a:r>
              <a:rPr lang="en-US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 VALUES</a:t>
            </a:r>
          </a:p>
          <a:p>
            <a:r>
              <a:rPr lang="en-US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-- Platinum cardholders (annual fee: $599)</a:t>
            </a:r>
          </a:p>
          <a:p>
            <a:r>
              <a:rPr lang="en-US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('4532-****-1001', 'Sarah Mitchell', 'Platinum', 599.00, 50000, '2022-01-15'),</a:t>
            </a:r>
          </a:p>
          <a:p>
            <a:r>
              <a:rPr lang="fr-FR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('4532-****-1002', 'James Chen', 'Platinum', 599.00, 75000, '2021-06-22'),</a:t>
            </a:r>
          </a:p>
          <a:p>
            <a:r>
              <a:rPr lang="en-US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('4532-****-1003', 'Emma Thompson', 'Platinum', 599.00, 60000, '2023-03-10'),</a:t>
            </a:r>
          </a:p>
          <a:p>
            <a:r>
              <a:rPr lang="es-ES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('4532-****-1004', 'Michael </a:t>
            </a:r>
            <a:r>
              <a:rPr lang="es-ES" sz="12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Rodriguez</a:t>
            </a:r>
            <a:r>
              <a:rPr lang="es-ES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', '</a:t>
            </a:r>
            <a:r>
              <a:rPr lang="es-ES" sz="12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Platinum</a:t>
            </a:r>
            <a:r>
              <a:rPr lang="es-ES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', 599.00, 100000, '2020-11-08'),</a:t>
            </a:r>
          </a:p>
          <a:p>
            <a:r>
              <a:rPr lang="sv-SE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('4532-****-1005', 'Olivia Zhang', 'Platinum', 599.00, 80000, '2022-09-14'),</a:t>
            </a:r>
          </a:p>
          <a:p>
            <a:r>
              <a:rPr lang="en-AU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('4532-****-1006', 'Daniel Kim', 'Platinum', 599.00, 65000, '2021-12-03'),</a:t>
            </a:r>
          </a:p>
          <a:p>
            <a:r>
              <a:rPr lang="en-AU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('4532-****-1007', 'Sophie Williams', 'Platinum', 599.00, 70000, '2023-02-18'),</a:t>
            </a:r>
          </a:p>
          <a:p>
            <a:r>
              <a:rPr lang="en-US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('4532-****-1008', 'Alexander Brown', 'Platinum', 599.00, 55000, '2022-07-25'),</a:t>
            </a:r>
          </a:p>
          <a:p>
            <a:r>
              <a:rPr lang="it-IT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('4532-****-1009', 'Isabella Martinez', 'Platinum', 599.00, 90000, '2021-04-12'),</a:t>
            </a:r>
          </a:p>
          <a:p>
            <a:endParaRPr lang="en-AU" sz="12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1200" dirty="0"/>
          </a:p>
        </p:txBody>
      </p:sp>
    </p:spTree>
    <p:extLst>
      <p:ext uri="{BB962C8B-B14F-4D97-AF65-F5344CB8AC3E}">
        <p14:creationId xmlns:p14="http://schemas.microsoft.com/office/powerpoint/2010/main" val="335532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B4FF86-BABA-CCFC-5D97-A470C9E94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70C275-81DD-6516-4905-492131854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AU" sz="2800">
                <a:solidFill>
                  <a:schemeClr val="tx2"/>
                </a:solidFill>
              </a:rPr>
              <a:t>DML: Create CBA Cardholders Tables Gold cardholders</a:t>
            </a:r>
            <a:br>
              <a:rPr lang="en-US" sz="2800">
                <a:solidFill>
                  <a:schemeClr val="tx2"/>
                </a:solidFill>
              </a:rPr>
            </a:br>
            <a:endParaRPr lang="en-AU" sz="28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EB494-9363-10B1-B29E-A35F6B4420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1803400"/>
            <a:ext cx="4977578" cy="4257571"/>
          </a:xfrm>
        </p:spPr>
        <p:txBody>
          <a:bodyPr anchor="ctr">
            <a:normAutofit lnSpcReduction="10000"/>
          </a:bodyPr>
          <a:lstStyle/>
          <a:p>
            <a:r>
              <a:rPr lang="en-US" sz="1100" dirty="0">
                <a:solidFill>
                  <a:schemeClr val="accent6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Gold cardholders (annual fee: $395)</a:t>
            </a:r>
          </a:p>
          <a:p>
            <a:r>
              <a:rPr lang="en-US" sz="1100" dirty="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('4532-****-2001', 'Ryan Patel', 'Gold', 395.00, 35000, '2023-01-20'),</a:t>
            </a:r>
          </a:p>
          <a:p>
            <a:r>
              <a:rPr lang="it-IT" sz="1100" dirty="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('4532-****-2002', 'Jessica Lee', 'Gold', 395.00, 40000, '2022-05-15'),</a:t>
            </a:r>
          </a:p>
          <a:p>
            <a:r>
              <a:rPr lang="en-US" sz="1100" dirty="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('4532-****-2003', 'Thomas Wilson', 'Gold', 395.00, 30000, '2023-06-08'),</a:t>
            </a:r>
          </a:p>
          <a:p>
            <a:r>
              <a:rPr lang="en-US" sz="1100" dirty="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('4532-****-2004', 'Emily Davis', 'Gold', 395.00, 38000, '2022-03-22'),</a:t>
            </a:r>
          </a:p>
          <a:p>
            <a:r>
              <a:rPr lang="en-AU" sz="1100" dirty="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('4532-****-2005', 'David Anderson', 'Gold', 395.00, 42000, '2023-08-10'),</a:t>
            </a:r>
          </a:p>
          <a:p>
            <a:r>
              <a:rPr lang="en-US" sz="1100" dirty="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('4532-****-2006', 'Rachel Taylor', 'Gold', 395.00, 33000, '2022-11-05'),</a:t>
            </a:r>
          </a:p>
          <a:p>
            <a:r>
              <a:rPr lang="en-AU" sz="1100" dirty="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('4532-****-2007', 'Kevin Moore', 'Gold', 395.00, 36000, '2023-04-18'),</a:t>
            </a:r>
          </a:p>
          <a:p>
            <a:r>
              <a:rPr lang="en-US" sz="1100" dirty="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('4532-****-2008', 'Lauren White', 'Gold', 395.00, 39000, '2022-09-30'),</a:t>
            </a:r>
          </a:p>
          <a:p>
            <a:r>
              <a:rPr lang="en-US" sz="1100" dirty="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('4532-****-2009', 'Christopher Harris', 'Gold', 395.00, 35000, '2023-07-14'),</a:t>
            </a:r>
          </a:p>
          <a:p>
            <a:r>
              <a:rPr lang="pt-BR" sz="1100" dirty="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('4532-****-2010', 'Amanda Clark', 'Gold', 395.00, 37000, '2022-12-20'),</a:t>
            </a:r>
          </a:p>
          <a:p>
            <a:endParaRPr lang="en-AU" sz="1100" dirty="0">
              <a:solidFill>
                <a:schemeClr val="tx2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Graphic 15" descr="Gold bars">
            <a:extLst>
              <a:ext uri="{FF2B5EF4-FFF2-40B4-BE49-F238E27FC236}">
                <a16:creationId xmlns:a16="http://schemas.microsoft.com/office/drawing/2014/main" id="{C30499EB-D85A-7D35-221A-F3F3FE6EEF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588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160558-AD36-5C55-8D0F-231B1066B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B93537-98D5-E8B3-49EE-3AB5E7B7D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072" y="70003"/>
            <a:ext cx="7907528" cy="1454051"/>
          </a:xfrm>
        </p:spPr>
        <p:txBody>
          <a:bodyPr>
            <a:normAutofit/>
          </a:bodyPr>
          <a:lstStyle/>
          <a:p>
            <a:r>
              <a:rPr lang="en-AU" sz="2500" dirty="0">
                <a:solidFill>
                  <a:schemeClr val="tx2"/>
                </a:solidFill>
              </a:rPr>
              <a:t>DML: Create CBA Cardholders Tables Silver and Bronze cardholders</a:t>
            </a:r>
            <a:br>
              <a:rPr lang="en-US" sz="2500" dirty="0">
                <a:solidFill>
                  <a:schemeClr val="tx2"/>
                </a:solidFill>
              </a:rPr>
            </a:br>
            <a:endParaRPr lang="en-AU" sz="2500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5F4F-6159-C0BF-6834-D77B17E92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57" y="1281164"/>
            <a:ext cx="6345428" cy="4295671"/>
          </a:xfrm>
        </p:spPr>
        <p:txBody>
          <a:bodyPr anchor="ctr">
            <a:noAutofit/>
          </a:bodyPr>
          <a:lstStyle/>
          <a:p>
            <a:r>
              <a:rPr lang="en-US" sz="900" dirty="0">
                <a:solidFill>
                  <a:schemeClr val="accent6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Silver cardholders (annual fee: $195)</a:t>
            </a:r>
          </a:p>
          <a:p>
            <a:r>
              <a:rPr lang="en-AU" sz="900" dirty="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('4532-****-3001', 'Brandon Lewis', 'Silver', 195.00, 15000, '2023-02-12'),</a:t>
            </a:r>
          </a:p>
          <a:p>
            <a:r>
              <a:rPr lang="en-US" sz="900" dirty="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('4532-****-3002', 'Stephanie Walker', 'Silver', 195.00, 18000, '2023-05-28'),</a:t>
            </a:r>
          </a:p>
          <a:p>
            <a:r>
              <a:rPr lang="en-AU" sz="900" dirty="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('4532-****-3003', 'Justin Hall', 'Silver', 195.00, 16000, '2023-03-15'),</a:t>
            </a:r>
          </a:p>
          <a:p>
            <a:r>
              <a:rPr lang="en-US" sz="900" dirty="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('4532-****-3004', 'Nicole Young', 'Silver', 195.00, 20000, '2023-08-22'),</a:t>
            </a:r>
          </a:p>
          <a:p>
            <a:r>
              <a:rPr lang="da-DK" sz="900" dirty="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('4532-****-3005', 'Andrew Allen', 'Silver', 195.00, 17000, '2023-01-30'),</a:t>
            </a:r>
          </a:p>
          <a:p>
            <a:r>
              <a:rPr lang="en-AU" sz="900" dirty="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('4532-****-3006', 'Megan King', 'Silver', 195.00, 19000, '2023-06-10'),</a:t>
            </a:r>
          </a:p>
          <a:p>
            <a:r>
              <a:rPr lang="en-AU" sz="900" dirty="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('4532-****-3007', 'Tyler Wright', 'Silver', 195.00, 15500, '2023-04-05'),</a:t>
            </a:r>
          </a:p>
          <a:p>
            <a:r>
              <a:rPr lang="en-US" sz="900" dirty="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('4532-****-3008', 'Kimberly Scott', 'Silver', 195.00, 18500, '2023-09-18'),</a:t>
            </a:r>
          </a:p>
          <a:p>
            <a:endParaRPr lang="en-AU" sz="900" dirty="0">
              <a:solidFill>
                <a:schemeClr val="tx2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chemeClr val="accent6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Bronze cardholders (annual fee: $0)</a:t>
            </a:r>
          </a:p>
          <a:p>
            <a:r>
              <a:rPr lang="en-US" sz="900" dirty="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('4532-****-4001', 'Eric Green', 'Bronze', 0.00, 5000, '2023-07-15'),</a:t>
            </a:r>
          </a:p>
          <a:p>
            <a:r>
              <a:rPr lang="en-US" sz="900" dirty="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('4532-****-4002', 'Ashley Adams', 'Bronze', 0.00, 7500, '2023-08-20'),</a:t>
            </a:r>
          </a:p>
          <a:p>
            <a:r>
              <a:rPr lang="en-AU" sz="900" dirty="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('4532-****-4003', 'Brian Baker', 'Bronze', 0.00, 6000, '2023-09-05'),</a:t>
            </a:r>
          </a:p>
          <a:p>
            <a:r>
              <a:rPr lang="en-AU" sz="900" dirty="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('4532-****-4004', 'Michelle Nelson', 'Bronze', 0.00, 8000, '2023-10-12'),</a:t>
            </a:r>
          </a:p>
          <a:p>
            <a:r>
              <a:rPr lang="en-AU" sz="900" dirty="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('4532-****-4005', 'Joshua Carter', 'Bronze', 0.00, 5500, '2023-06-25'),</a:t>
            </a:r>
          </a:p>
          <a:p>
            <a:r>
              <a:rPr lang="en-US" sz="900" dirty="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('4532-****-4006', 'Rebecca Mitchell', 'Bronze', 0.00, 7000, '2023-11-08');</a:t>
            </a:r>
            <a:endParaRPr lang="en-AU" sz="900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Dollar">
            <a:extLst>
              <a:ext uri="{FF2B5EF4-FFF2-40B4-BE49-F238E27FC236}">
                <a16:creationId xmlns:a16="http://schemas.microsoft.com/office/drawing/2014/main" id="{02D91F6E-EF39-6BD4-2AAA-390F4D3AC3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853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27FF362-FC97-4BF5-949B-D4ADFA26E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888549">
            <a:off x="-1059473" y="-1108988"/>
            <a:ext cx="7179830" cy="5226565"/>
          </a:xfrm>
          <a:custGeom>
            <a:avLst/>
            <a:gdLst>
              <a:gd name="connsiteX0" fmla="*/ 5217841 w 7179830"/>
              <a:gd name="connsiteY0" fmla="*/ 464824 h 5226565"/>
              <a:gd name="connsiteX1" fmla="*/ 5222490 w 7179830"/>
              <a:gd name="connsiteY1" fmla="*/ 464289 h 5226565"/>
              <a:gd name="connsiteX2" fmla="*/ 5216768 w 7179830"/>
              <a:gd name="connsiteY2" fmla="*/ 463394 h 5226565"/>
              <a:gd name="connsiteX3" fmla="*/ 5217841 w 7179830"/>
              <a:gd name="connsiteY3" fmla="*/ 464824 h 5226565"/>
              <a:gd name="connsiteX4" fmla="*/ 4945201 w 7179830"/>
              <a:gd name="connsiteY4" fmla="*/ 5226565 h 5226565"/>
              <a:gd name="connsiteX5" fmla="*/ 140449 w 7179830"/>
              <a:gd name="connsiteY5" fmla="*/ 2240811 h 5226565"/>
              <a:gd name="connsiteX6" fmla="*/ 232913 w 7179830"/>
              <a:gd name="connsiteY6" fmla="*/ 2052782 h 5226565"/>
              <a:gd name="connsiteX7" fmla="*/ 375714 w 7179830"/>
              <a:gd name="connsiteY7" fmla="*/ 1803205 h 5226565"/>
              <a:gd name="connsiteX8" fmla="*/ 1512756 w 7179830"/>
              <a:gd name="connsiteY8" fmla="*/ 638448 h 5226565"/>
              <a:gd name="connsiteX9" fmla="*/ 2902095 w 7179830"/>
              <a:gd name="connsiteY9" fmla="*/ 120440 h 5226565"/>
              <a:gd name="connsiteX10" fmla="*/ 2848453 w 7179830"/>
              <a:gd name="connsiteY10" fmla="*/ 125626 h 5226565"/>
              <a:gd name="connsiteX11" fmla="*/ 1837830 w 7179830"/>
              <a:gd name="connsiteY11" fmla="*/ 426203 h 5226565"/>
              <a:gd name="connsiteX12" fmla="*/ 214608 w 7179830"/>
              <a:gd name="connsiteY12" fmla="*/ 1882239 h 5226565"/>
              <a:gd name="connsiteX13" fmla="*/ 91317 w 7179830"/>
              <a:gd name="connsiteY13" fmla="*/ 2123701 h 5226565"/>
              <a:gd name="connsiteX14" fmla="*/ 64092 w 7179830"/>
              <a:gd name="connsiteY14" fmla="*/ 2193361 h 5226565"/>
              <a:gd name="connsiteX15" fmla="*/ 0 w 7179830"/>
              <a:gd name="connsiteY15" fmla="*/ 2153533 h 5226565"/>
              <a:gd name="connsiteX16" fmla="*/ 42834 w 7179830"/>
              <a:gd name="connsiteY16" fmla="*/ 2047277 h 5226565"/>
              <a:gd name="connsiteX17" fmla="*/ 923582 w 7179830"/>
              <a:gd name="connsiteY17" fmla="*/ 915600 h 5226565"/>
              <a:gd name="connsiteX18" fmla="*/ 2686989 w 7179830"/>
              <a:gd name="connsiteY18" fmla="*/ 73950 h 5226565"/>
              <a:gd name="connsiteX19" fmla="*/ 3059983 w 7179830"/>
              <a:gd name="connsiteY19" fmla="*/ 20308 h 5226565"/>
              <a:gd name="connsiteX20" fmla="*/ 3454435 w 7179830"/>
              <a:gd name="connsiteY20" fmla="*/ 1176 h 5226565"/>
              <a:gd name="connsiteX21" fmla="*/ 3923806 w 7179830"/>
              <a:gd name="connsiteY21" fmla="*/ 49990 h 5226565"/>
              <a:gd name="connsiteX22" fmla="*/ 5350874 w 7179830"/>
              <a:gd name="connsiteY22" fmla="*/ 426917 h 5226565"/>
              <a:gd name="connsiteX23" fmla="*/ 6607360 w 7179830"/>
              <a:gd name="connsiteY23" fmla="*/ 1075097 h 5226565"/>
              <a:gd name="connsiteX24" fmla="*/ 7110534 w 7179830"/>
              <a:gd name="connsiteY24" fmla="*/ 1541421 h 5226565"/>
              <a:gd name="connsiteX25" fmla="*/ 7179830 w 7179830"/>
              <a:gd name="connsiteY25" fmla="*/ 1630542 h 5226565"/>
              <a:gd name="connsiteX26" fmla="*/ 7136295 w 7179830"/>
              <a:gd name="connsiteY26" fmla="*/ 1700600 h 5226565"/>
              <a:gd name="connsiteX27" fmla="*/ 7131140 w 7179830"/>
              <a:gd name="connsiteY27" fmla="*/ 1693045 h 5226565"/>
              <a:gd name="connsiteX28" fmla="*/ 6577499 w 7179830"/>
              <a:gd name="connsiteY28" fmla="*/ 1148230 h 5226565"/>
              <a:gd name="connsiteX29" fmla="*/ 5494816 w 7179830"/>
              <a:gd name="connsiteY29" fmla="*/ 563527 h 5226565"/>
              <a:gd name="connsiteX30" fmla="*/ 5366967 w 7179830"/>
              <a:gd name="connsiteY30" fmla="*/ 514176 h 5226565"/>
              <a:gd name="connsiteX31" fmla="*/ 5244661 w 7179830"/>
              <a:gd name="connsiteY31" fmla="*/ 470725 h 5226565"/>
              <a:gd name="connsiteX32" fmla="*/ 5904822 w 7179830"/>
              <a:gd name="connsiteY32" fmla="*/ 815468 h 5226565"/>
              <a:gd name="connsiteX33" fmla="*/ 7015222 w 7179830"/>
              <a:gd name="connsiteY33" fmla="*/ 1815185 h 5226565"/>
              <a:gd name="connsiteX34" fmla="*/ 7040454 w 7179830"/>
              <a:gd name="connsiteY34" fmla="*/ 1854830 h 5226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7179830" h="5226565">
                <a:moveTo>
                  <a:pt x="5217841" y="464824"/>
                </a:moveTo>
                <a:lnTo>
                  <a:pt x="5222490" y="464289"/>
                </a:lnTo>
                <a:lnTo>
                  <a:pt x="5216768" y="463394"/>
                </a:lnTo>
                <a:cubicBezTo>
                  <a:pt x="5216768" y="463394"/>
                  <a:pt x="5216768" y="464646"/>
                  <a:pt x="5217841" y="464824"/>
                </a:cubicBezTo>
                <a:close/>
                <a:moveTo>
                  <a:pt x="4945201" y="5226565"/>
                </a:moveTo>
                <a:lnTo>
                  <a:pt x="140449" y="2240811"/>
                </a:lnTo>
                <a:lnTo>
                  <a:pt x="232913" y="2052782"/>
                </a:lnTo>
                <a:cubicBezTo>
                  <a:pt x="277693" y="1968290"/>
                  <a:pt x="325201" y="1885054"/>
                  <a:pt x="375714" y="1803205"/>
                </a:cubicBezTo>
                <a:cubicBezTo>
                  <a:pt x="667528" y="1329721"/>
                  <a:pt x="1039629" y="935091"/>
                  <a:pt x="1512756" y="638448"/>
                </a:cubicBezTo>
                <a:cubicBezTo>
                  <a:pt x="1939392" y="370950"/>
                  <a:pt x="2405724" y="210560"/>
                  <a:pt x="2902095" y="120440"/>
                </a:cubicBezTo>
                <a:cubicBezTo>
                  <a:pt x="2884054" y="118134"/>
                  <a:pt x="2865727" y="119904"/>
                  <a:pt x="2848453" y="125626"/>
                </a:cubicBezTo>
                <a:cubicBezTo>
                  <a:pt x="2498704" y="175943"/>
                  <a:pt x="2158217" y="277201"/>
                  <a:pt x="1837830" y="426203"/>
                </a:cubicBezTo>
                <a:cubicBezTo>
                  <a:pt x="1147094" y="744660"/>
                  <a:pt x="593502" y="1217071"/>
                  <a:pt x="214608" y="1882239"/>
                </a:cubicBezTo>
                <a:cubicBezTo>
                  <a:pt x="169441" y="1960776"/>
                  <a:pt x="128308" y="2041369"/>
                  <a:pt x="91317" y="2123701"/>
                </a:cubicBezTo>
                <a:lnTo>
                  <a:pt x="64092" y="2193361"/>
                </a:lnTo>
                <a:lnTo>
                  <a:pt x="0" y="2153533"/>
                </a:lnTo>
                <a:lnTo>
                  <a:pt x="42834" y="2047277"/>
                </a:lnTo>
                <a:cubicBezTo>
                  <a:pt x="241792" y="1615775"/>
                  <a:pt x="541268" y="1241591"/>
                  <a:pt x="923582" y="915600"/>
                </a:cubicBezTo>
                <a:cubicBezTo>
                  <a:pt x="1435331" y="478415"/>
                  <a:pt x="2028081" y="205375"/>
                  <a:pt x="2686989" y="73950"/>
                </a:cubicBezTo>
                <a:cubicBezTo>
                  <a:pt x="2810367" y="49274"/>
                  <a:pt x="2934818" y="32466"/>
                  <a:pt x="3059983" y="20308"/>
                </a:cubicBezTo>
                <a:cubicBezTo>
                  <a:pt x="3185149" y="8148"/>
                  <a:pt x="3308706" y="2963"/>
                  <a:pt x="3454435" y="1176"/>
                </a:cubicBezTo>
                <a:cubicBezTo>
                  <a:pt x="3599805" y="-5977"/>
                  <a:pt x="3761985" y="20665"/>
                  <a:pt x="3923806" y="49990"/>
                </a:cubicBezTo>
                <a:cubicBezTo>
                  <a:pt x="4409449" y="137964"/>
                  <a:pt x="4886867" y="257228"/>
                  <a:pt x="5350874" y="426917"/>
                </a:cubicBezTo>
                <a:cubicBezTo>
                  <a:pt x="5797001" y="589991"/>
                  <a:pt x="6223101" y="792223"/>
                  <a:pt x="6607360" y="1075097"/>
                </a:cubicBezTo>
                <a:cubicBezTo>
                  <a:pt x="6794438" y="1212779"/>
                  <a:pt x="6965102" y="1365689"/>
                  <a:pt x="7110534" y="1541421"/>
                </a:cubicBezTo>
                <a:lnTo>
                  <a:pt x="7179830" y="1630542"/>
                </a:lnTo>
                <a:lnTo>
                  <a:pt x="7136295" y="1700600"/>
                </a:lnTo>
                <a:lnTo>
                  <a:pt x="7131140" y="1693045"/>
                </a:lnTo>
                <a:cubicBezTo>
                  <a:pt x="6977874" y="1483026"/>
                  <a:pt x="6788448" y="1305671"/>
                  <a:pt x="6577499" y="1148230"/>
                </a:cubicBezTo>
                <a:cubicBezTo>
                  <a:pt x="6245452" y="900401"/>
                  <a:pt x="5878538" y="716408"/>
                  <a:pt x="5494816" y="563527"/>
                </a:cubicBezTo>
                <a:cubicBezTo>
                  <a:pt x="5452491" y="546487"/>
                  <a:pt x="5409881" y="530036"/>
                  <a:pt x="5366967" y="514176"/>
                </a:cubicBezTo>
                <a:cubicBezTo>
                  <a:pt x="5326377" y="499156"/>
                  <a:pt x="5285430" y="485210"/>
                  <a:pt x="5244661" y="470725"/>
                </a:cubicBezTo>
                <a:cubicBezTo>
                  <a:pt x="5471517" y="572127"/>
                  <a:pt x="5691970" y="687263"/>
                  <a:pt x="5904822" y="815468"/>
                </a:cubicBezTo>
                <a:cubicBezTo>
                  <a:pt x="6336645" y="1080104"/>
                  <a:pt x="6718758" y="1400351"/>
                  <a:pt x="7015222" y="1815185"/>
                </a:cubicBezTo>
                <a:lnTo>
                  <a:pt x="7040454" y="185483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17B7D1-DA19-B97C-06EB-9F6A376AD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6" y="673770"/>
            <a:ext cx="3644489" cy="2414488"/>
          </a:xfrm>
        </p:spPr>
        <p:txBody>
          <a:bodyPr anchor="t">
            <a:normAutofit/>
          </a:bodyPr>
          <a:lstStyle/>
          <a:p>
            <a:r>
              <a:rPr lang="en-AU" sz="4200">
                <a:solidFill>
                  <a:srgbClr val="FFFFFF"/>
                </a:solidFill>
              </a:rPr>
              <a:t>DDL: Create CBA Transactions</a:t>
            </a:r>
            <a:br>
              <a:rPr lang="en-US" sz="4200">
                <a:solidFill>
                  <a:srgbClr val="FFFFFF"/>
                </a:solidFill>
              </a:rPr>
            </a:br>
            <a:endParaRPr lang="en-AU" sz="42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46F53-1B15-C032-5E8A-19831900F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882315"/>
            <a:ext cx="5254754" cy="5294647"/>
          </a:xfrm>
        </p:spPr>
        <p:txBody>
          <a:bodyPr>
            <a:normAutofit fontScale="92500" lnSpcReduction="10000"/>
          </a:bodyPr>
          <a:lstStyle/>
          <a:p>
            <a:r>
              <a:rPr lang="en-US" sz="2200">
                <a:highlight>
                  <a:srgbClr val="FFFFFF"/>
                </a:highlight>
                <a:latin typeface="Cascadia Mono" panose="020B0609020000020004" pitchFamily="49" charset="0"/>
              </a:rPr>
              <a:t>IF OBJECT_ID('cba_transactions', 'U') IS NOT NULL DROP TABLE cba_transactions;</a:t>
            </a:r>
          </a:p>
          <a:p>
            <a:r>
              <a:rPr lang="en-AU" sz="2200">
                <a:highlight>
                  <a:srgbClr val="FFFFFF"/>
                </a:highlight>
                <a:latin typeface="Cascadia Mono" panose="020B0609020000020004" pitchFamily="49" charset="0"/>
              </a:rPr>
              <a:t>CREATE TABLE cba_transactions (</a:t>
            </a:r>
          </a:p>
          <a:p>
            <a:r>
              <a:rPr lang="en-US" sz="2200">
                <a:highlight>
                  <a:srgbClr val="FFFFFF"/>
                </a:highlight>
                <a:latin typeface="Cascadia Mono" panose="020B0609020000020004" pitchFamily="49" charset="0"/>
              </a:rPr>
              <a:t>    transaction_id INT PRIMARY KEY,</a:t>
            </a:r>
          </a:p>
          <a:p>
            <a:r>
              <a:rPr lang="en-AU" sz="2200">
                <a:highlight>
                  <a:srgbClr val="FFFFFF"/>
                </a:highlight>
                <a:latin typeface="Cascadia Mono" panose="020B0609020000020004" pitchFamily="49" charset="0"/>
              </a:rPr>
              <a:t>    card_number VARCHAR(20),</a:t>
            </a:r>
          </a:p>
          <a:p>
            <a:r>
              <a:rPr lang="en-AU" sz="2200">
                <a:highlight>
                  <a:srgbClr val="FFFFFF"/>
                </a:highlight>
                <a:latin typeface="Cascadia Mono" panose="020B0609020000020004" pitchFamily="49" charset="0"/>
              </a:rPr>
              <a:t>    transaction_date DATE,</a:t>
            </a:r>
          </a:p>
          <a:p>
            <a:r>
              <a:rPr lang="en-AU" sz="2200">
                <a:highlight>
                  <a:srgbClr val="FFFFFF"/>
                </a:highlight>
                <a:latin typeface="Cascadia Mono" panose="020B0609020000020004" pitchFamily="49" charset="0"/>
              </a:rPr>
              <a:t>    merchant_name VARCHAR(100),</a:t>
            </a:r>
          </a:p>
          <a:p>
            <a:r>
              <a:rPr lang="en-AU" sz="2200">
                <a:highlight>
                  <a:srgbClr val="FFFFFF"/>
                </a:highlight>
                <a:latin typeface="Cascadia Mono" panose="020B0609020000020004" pitchFamily="49" charset="0"/>
              </a:rPr>
              <a:t>    merchant_category VARCHAR(50),</a:t>
            </a:r>
          </a:p>
          <a:p>
            <a:r>
              <a:rPr lang="en-AU" sz="2200">
                <a:highlight>
                  <a:srgbClr val="FFFFFF"/>
                </a:highlight>
                <a:latin typeface="Cascadia Mono" panose="020B0609020000020004" pitchFamily="49" charset="0"/>
              </a:rPr>
              <a:t>    amount DECIMAL(10,2),</a:t>
            </a:r>
          </a:p>
          <a:p>
            <a:r>
              <a:rPr lang="en-AU" sz="2200">
                <a:highlight>
                  <a:srgbClr val="FFFFFF"/>
                </a:highlight>
                <a:latin typeface="Cascadia Mono" panose="020B0609020000020004" pitchFamily="49" charset="0"/>
              </a:rPr>
              <a:t>    city VARCHAR(50),</a:t>
            </a:r>
          </a:p>
          <a:p>
            <a:r>
              <a:rPr lang="en-AU" sz="2200">
                <a:highlight>
                  <a:srgbClr val="FFFFFF"/>
                </a:highlight>
                <a:latin typeface="Cascadia Mono" panose="020B0609020000020004" pitchFamily="49" charset="0"/>
              </a:rPr>
              <a:t>    state VARCHAR(3)</a:t>
            </a:r>
          </a:p>
          <a:p>
            <a:r>
              <a:rPr lang="en-AU" sz="2200"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AU" sz="2200"/>
          </a:p>
        </p:txBody>
      </p:sp>
    </p:spTree>
    <p:extLst>
      <p:ext uri="{BB962C8B-B14F-4D97-AF65-F5344CB8AC3E}">
        <p14:creationId xmlns:p14="http://schemas.microsoft.com/office/powerpoint/2010/main" val="2449275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63FF5-1E85-14ED-D913-5128828C4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60DEB-A1FA-F66A-238D-4C181DD05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0" y="126999"/>
            <a:ext cx="8140700" cy="1325563"/>
          </a:xfrm>
        </p:spPr>
        <p:txBody>
          <a:bodyPr>
            <a:normAutofit fontScale="90000"/>
          </a:bodyPr>
          <a:lstStyle/>
          <a:p>
            <a:r>
              <a:rPr lang="en-AU" dirty="0"/>
              <a:t>DML: Create CBA Transactions Premium Part 1</a:t>
            </a:r>
            <a:br>
              <a:rPr lang="en-US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CCACC-9ACB-297C-BFB0-DB7900EFB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5999" y="990600"/>
            <a:ext cx="7099301" cy="5359400"/>
          </a:xfrm>
        </p:spPr>
        <p:txBody>
          <a:bodyPr>
            <a:noAutofit/>
          </a:bodyPr>
          <a:lstStyle/>
          <a:p>
            <a:r>
              <a:rPr lang="en-AU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INTO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cba_transactions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VALUES</a:t>
            </a:r>
            <a:endParaRPr lang="en-AU" sz="7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PLATINUM TIER TRANSACTIONS (High spenders: $150-$3000 per transaction)</a:t>
            </a:r>
            <a:endParaRPr lang="en-AU" sz="7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7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Sarah Mitchell (1001) - Frequent high-value traveler</a:t>
            </a:r>
            <a:endParaRPr lang="en-US" sz="7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'4532-****-1001'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'2024-11-01'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'Qantas'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'Travel'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2899.00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'Sydney'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'NSW'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7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'4532-****-1001'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'2024-11-05'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'Woolworths'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'Supermarket'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187.50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'Sydney'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'NSW'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7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3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'4532-****-1001'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'2024-11-10'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'David Jones'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'Department Store'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1245.00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'Sydney'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'NSW'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7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4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'4532-****-1001'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'2024-11-15'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'Caltex Fuel'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'Fuel'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95.00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'Sydney'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'NSW'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7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5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'4532-****-1001'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'2024-11-20'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'Virgin Australia'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'Travel'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1678.00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'Sydney'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'NSW'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7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6</a:t>
            </a:r>
            <a:r>
              <a:rPr lang="en-US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'4532-****-1001'</a:t>
            </a:r>
            <a:r>
              <a:rPr lang="en-US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'2024-11-25'</a:t>
            </a:r>
            <a:r>
              <a:rPr lang="en-US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'Myer'</a:t>
            </a:r>
            <a:r>
              <a:rPr lang="en-US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'Department Store'</a:t>
            </a:r>
            <a:r>
              <a:rPr lang="en-US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567.00</a:t>
            </a:r>
            <a:r>
              <a:rPr lang="en-US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'Sydney'</a:t>
            </a:r>
            <a:r>
              <a:rPr lang="en-US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'NSW'</a:t>
            </a:r>
            <a:r>
              <a:rPr lang="en-US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sz="7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7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'4532-****-1001'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'2024-11-28'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'Coles'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'Supermarket'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234.50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'Sydney'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'NSW'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7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7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James Chen (1002) - Tech enthusiast &amp; luxury spender</a:t>
            </a:r>
            <a:endParaRPr lang="en-AU" sz="7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8</a:t>
            </a:r>
            <a:r>
              <a:rPr lang="en-US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'4532-****-1002'</a:t>
            </a:r>
            <a:r>
              <a:rPr lang="en-US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'2024-11-02'</a:t>
            </a:r>
            <a:r>
              <a:rPr lang="en-US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'Apple Store'</a:t>
            </a:r>
            <a:r>
              <a:rPr lang="en-US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'Electronics'</a:t>
            </a:r>
            <a:r>
              <a:rPr lang="en-US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2899.00</a:t>
            </a:r>
            <a:r>
              <a:rPr lang="en-US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'Melbourne'</a:t>
            </a:r>
            <a:r>
              <a:rPr lang="en-US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'VIC'</a:t>
            </a:r>
            <a:r>
              <a:rPr lang="en-US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sz="7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9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'4532-****-1002'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'2024-11-07'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'Flight Centre'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'Travel'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3450.00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'Melbourne'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'VIC'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7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'4532-****-1002'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'2024-11-12'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'JB Hi-Fi'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'Electronics'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1567.00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'Melbourne'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'VIC'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7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11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'4532-****-1002'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'2024-11-16'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'Woolworths'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'Supermarket'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156.80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'Melbourne'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'VIC'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7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12</a:t>
            </a:r>
            <a:r>
              <a:rPr lang="en-US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'4532-****-1002'</a:t>
            </a:r>
            <a:r>
              <a:rPr lang="en-US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'2024-11-22'</a:t>
            </a:r>
            <a:r>
              <a:rPr lang="en-US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'Harvey Norman'</a:t>
            </a:r>
            <a:r>
              <a:rPr lang="en-US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'Electronics'</a:t>
            </a:r>
            <a:r>
              <a:rPr lang="en-US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2134.00</a:t>
            </a:r>
            <a:r>
              <a:rPr lang="en-US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'Melbourne'</a:t>
            </a:r>
            <a:r>
              <a:rPr lang="en-US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'VIC'</a:t>
            </a:r>
            <a:r>
              <a:rPr lang="en-US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sz="7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13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'4532-****-1002'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'2024-11-27'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'Dan Murphys'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'Liquor'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345.00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'Melbourne'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'VIC'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7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7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7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Emma Thompson (1003) - Premium shopper</a:t>
            </a:r>
            <a:endParaRPr lang="en-US" sz="7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14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'4532-****-1003'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'2024-11-03'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'Webjet'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'Travel'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2567.00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'Brisbane'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'QLD'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7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15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'4532-****-1003'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'2024-11-08'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'David Jones'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'Department Store'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1890.00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'Brisbane'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'QLD'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7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16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'4532-****-1003'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'2024-11-14'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'Coles'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'Supermarket'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189.40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'Brisbane'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'QLD'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7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17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'4532-****-1003'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'2024-11-19'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'Bunnings'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'Hardware'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678.90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'Brisbane'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'QLD'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7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18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'4532-****-1003'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'2024-11-24'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'Jetstar'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'Travel'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1234.00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'Brisbane'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'QLD'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7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19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'4532-****-1003'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'2024-11-29'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'Myer'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'Department Store'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456.00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'Brisbane'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'QLD'</a:t>
            </a:r>
            <a:r>
              <a:rPr lang="en-AU" sz="7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7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7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800" dirty="0"/>
          </a:p>
        </p:txBody>
      </p:sp>
      <p:pic>
        <p:nvPicPr>
          <p:cNvPr id="6" name="Picture 5" descr="A stack of bank cards">
            <a:extLst>
              <a:ext uri="{FF2B5EF4-FFF2-40B4-BE49-F238E27FC236}">
                <a16:creationId xmlns:a16="http://schemas.microsoft.com/office/drawing/2014/main" id="{02E9D0EB-DF18-B4FA-C781-3C97679EF4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674" r="2826" b="2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197935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896F2-3243-7A8F-B6CE-F7C8DD46F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6700" y="136525"/>
            <a:ext cx="10515600" cy="1325563"/>
          </a:xfrm>
        </p:spPr>
        <p:txBody>
          <a:bodyPr/>
          <a:lstStyle/>
          <a:p>
            <a:r>
              <a:rPr lang="en-AU" dirty="0"/>
              <a:t>DML: Create CBA Transactions </a:t>
            </a:r>
            <a:br>
              <a:rPr lang="en-AU" dirty="0"/>
            </a:br>
            <a:r>
              <a:rPr lang="en-AU" dirty="0"/>
              <a:t>Premium 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5DBC1-A1DF-58DB-21DF-B96CE7597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7345" y="1651000"/>
            <a:ext cx="7433055" cy="5207000"/>
          </a:xfrm>
        </p:spPr>
        <p:txBody>
          <a:bodyPr>
            <a:normAutofit fontScale="32500" lnSpcReduction="20000"/>
          </a:bodyPr>
          <a:lstStyle/>
          <a:p>
            <a:r>
              <a:rPr lang="en-AU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Michael Rodriguez (1004) - Highest spender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'4532-****-1004'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'2024-11-04'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'Qantas'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'Travel'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4567.00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'Sydney'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'NSW'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21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'4532-****-1004'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'2024-11-09'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'Apple Store'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'Electronics'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3899.00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'Sydney'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'NSW'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22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'4532-****-1004'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'2024-11-13'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'David Jones'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'Department Store'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2345.00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'Sydney'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'NSW'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23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'4532-****-1004'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'2024-11-18'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'Woolworths'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'Supermarket'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267.80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'Sydney'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'NSW'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24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'4532-****-1004'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'2024-11-23'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'Flight Centre'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'Travel'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5678.00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'Sydney'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'NSW'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25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'4532-****-1004'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'2024-11-26'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'JB Hi-Fi'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'Electronics'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1789.00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'Sydney'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'NSW'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Olivia Zhang (1005)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26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'4532-****-1005'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'2024-11-01'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'Virgin Australia'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'Travel'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1567.00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'Perth'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'WA'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27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'4532-****-1005'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'2024-11-11'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'Myer'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'Department Store'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1234.00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'Perth'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'WA'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28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'4532-****-1005'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'2024-11-17'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'Woolworths'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'Supermarket'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178.90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'Perth'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'WA'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29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'4532-****-1005'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'2024-11-21'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'Harvey Norman'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'Electronics'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2890.00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'Perth'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'WA'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30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'4532-****-1005'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'2024-11-28'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'Coles'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'Supermarket'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203.40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'Perth'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'WA'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Daniel Kim (1006)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31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'4532-****-1006'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'2024-11-06'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'Webjet'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'Travel'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2234.00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'Adelaide'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'SA'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32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'4532-****-1006'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'2024-11-12'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'David Jones'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'Department Store'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987.00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'Adelaide'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'SA'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33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'4532-****-1006'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'2024-11-19'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'Bunnings'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'Hardware'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567.80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'Adelaide'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'SA'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34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'4532-****-1006'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'2024-11-25'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'Coles'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'Supermarket'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156.70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'Adelaide'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'SA'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dirty="0"/>
          </a:p>
        </p:txBody>
      </p:sp>
      <p:pic>
        <p:nvPicPr>
          <p:cNvPr id="4" name="Picture 3" descr="A stack of bank cards">
            <a:extLst>
              <a:ext uri="{FF2B5EF4-FFF2-40B4-BE49-F238E27FC236}">
                <a16:creationId xmlns:a16="http://schemas.microsoft.com/office/drawing/2014/main" id="{F89371EA-EAFF-EE38-5401-4033B42734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674" r="2826" b="2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767042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E9990-43F6-5066-0548-884B4A5A6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3523" y="365125"/>
            <a:ext cx="7404100" cy="1325563"/>
          </a:xfrm>
        </p:spPr>
        <p:txBody>
          <a:bodyPr/>
          <a:lstStyle/>
          <a:p>
            <a:r>
              <a:rPr lang="en-AU" dirty="0"/>
              <a:t>DML: Create CBA Transactions </a:t>
            </a:r>
            <a:br>
              <a:rPr lang="en-AU" dirty="0"/>
            </a:br>
            <a:r>
              <a:rPr lang="en-AU" dirty="0"/>
              <a:t>Platinum Part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53BC9-B151-83CA-83DB-7113DE0708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7897" y="1952625"/>
            <a:ext cx="7404101" cy="4351338"/>
          </a:xfrm>
        </p:spPr>
        <p:txBody>
          <a:bodyPr>
            <a:normAutofit fontScale="32500" lnSpcReduction="20000"/>
          </a:bodyPr>
          <a:lstStyle/>
          <a:p>
            <a:r>
              <a:rPr lang="en-AU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Sophie Williams (1007)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35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'4532-****-1007'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'2024-11-05'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'Qantas'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'Travel'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1890.00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'Sydney'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'NSW'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36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'4532-****-1007'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'2024-11-15'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'Apple Store'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'Electronics'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2567.00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'Sydney'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'NSW'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37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'4532-****-1007'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'2024-11-20'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'Woolworths'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'Supermarket'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189.50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'Sydney'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'NSW'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38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'4532-****-1007'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'2024-11-27'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'Myer'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'Department Store'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1123.00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'Sydney'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'NSW'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Alexander Brown (1008)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39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'4532-****-1008'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'2024-11-08'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'Virgin Australia'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'Travel'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1456.00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'Melbourne'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'VIC'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40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'4532-****-1008'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'2024-11-14'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'JB Hi-Fi'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'Electronics'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1678.00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'Melbourne'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'VIC'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41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'4532-****-1008'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'2024-11-22'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'Coles'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'Supermarket'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167.90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'Melbourne'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'VIC'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42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'4532-****-1008'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'2024-11-29'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'Dan Murphys'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'Liquor'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234.50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'Melbourne'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'VIC'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Isabella Martinez (1009)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43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'4532-****-1009'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'2024-11-03'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'Flight Centre'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'Travel'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3890.00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'Brisbane'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'QLD'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44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'4532-****-1009'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'2024-11-13'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'David Jones'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'Department Store'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1567.00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'Brisbane'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'QLD'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45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'4532-****-1009'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'2024-11-18'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'Harvey Norman'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'Electronics'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2345.00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'Brisbane'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'QLD'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46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'4532-****-1009'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'2024-11-26'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'Woolworths'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'Supermarket'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198.70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'Brisbane'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'QLD'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dirty="0"/>
          </a:p>
        </p:txBody>
      </p:sp>
      <p:pic>
        <p:nvPicPr>
          <p:cNvPr id="4" name="Picture 3" descr="A stack of bank cards">
            <a:extLst>
              <a:ext uri="{FF2B5EF4-FFF2-40B4-BE49-F238E27FC236}">
                <a16:creationId xmlns:a16="http://schemas.microsoft.com/office/drawing/2014/main" id="{334C6505-3055-0A0C-285D-2B8550EA19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674" r="2826" b="2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98876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D81A2A-6ED4-4EF4-A14C-912D31E14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DF4BCF-983A-FAE9-7473-39B3BA56C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713" y="96569"/>
            <a:ext cx="7378700" cy="1325563"/>
          </a:xfrm>
        </p:spPr>
        <p:txBody>
          <a:bodyPr>
            <a:normAutofit/>
          </a:bodyPr>
          <a:lstStyle/>
          <a:p>
            <a:r>
              <a:rPr lang="en-AU" sz="4100" dirty="0"/>
              <a:t>DML: Create CBA Transactions Gold Part 1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661932C-CA15-4E17-B115-FAE7CBEE4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C376-9E93-26E7-EDD1-B6088EC20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313" y="1248290"/>
            <a:ext cx="6176977" cy="4949310"/>
          </a:xfrm>
        </p:spPr>
        <p:txBody>
          <a:bodyPr>
            <a:normAutofit fontScale="25000" lnSpcReduction="20000"/>
          </a:bodyPr>
          <a:lstStyle/>
          <a:p>
            <a:r>
              <a:rPr lang="en-US" dirty="0">
                <a:solidFill>
                  <a:schemeClr val="accent6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GOLD TIER TRANSACTIONS (Moderate spenders: $50-$1500 per transaction)</a:t>
            </a:r>
          </a:p>
          <a:p>
            <a:r>
              <a:rPr lang="en-AU" dirty="0">
                <a:solidFill>
                  <a:schemeClr val="accent6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Ryan Patel (2001)</a:t>
            </a:r>
          </a:p>
          <a:p>
            <a:r>
              <a:rPr lang="en-AU" dirty="0">
                <a:highlight>
                  <a:srgbClr val="FFFFFF"/>
                </a:highlight>
                <a:latin typeface="Cascadia Mono" panose="020B0609020000020004" pitchFamily="49" charset="0"/>
              </a:rPr>
              <a:t>(47, '4532-****-2001', '2024-11-02', 'Woolworths', 'Supermarket', 134.50, 'Sydney', 'NSW'),</a:t>
            </a:r>
          </a:p>
          <a:p>
            <a:r>
              <a:rPr lang="en-AU" dirty="0">
                <a:highlight>
                  <a:srgbClr val="FFFFFF"/>
                </a:highlight>
                <a:latin typeface="Cascadia Mono" panose="020B0609020000020004" pitchFamily="49" charset="0"/>
              </a:rPr>
              <a:t>(48, '4532-****-2001', '2024-11-09', 'Jetstar', 'Travel', 567.00, 'Sydney', 'NSW'),</a:t>
            </a:r>
          </a:p>
          <a:p>
            <a:r>
              <a:rPr lang="en-AU" dirty="0">
                <a:highlight>
                  <a:srgbClr val="FFFFFF"/>
                </a:highlight>
                <a:latin typeface="Cascadia Mono" panose="020B0609020000020004" pitchFamily="49" charset="0"/>
              </a:rPr>
              <a:t>(49, '4532-****-2001', '2024-11-16', 'JB Hi-Fi', 'Electronics', 789.00, 'Sydney', 'NSW'),</a:t>
            </a:r>
          </a:p>
          <a:p>
            <a:r>
              <a:rPr lang="en-AU" dirty="0">
                <a:highlight>
                  <a:srgbClr val="FFFFFF"/>
                </a:highlight>
                <a:latin typeface="Cascadia Mono" panose="020B0609020000020004" pitchFamily="49" charset="0"/>
              </a:rPr>
              <a:t>(50, '4532-****-2001', '2024-11-23', 'Coles', 'Supermarket', 98.60, 'Sydney', 'NSW'),</a:t>
            </a:r>
          </a:p>
          <a:p>
            <a:r>
              <a:rPr lang="en-AU" dirty="0">
                <a:highlight>
                  <a:srgbClr val="FFFFFF"/>
                </a:highlight>
                <a:latin typeface="Cascadia Mono" panose="020B0609020000020004" pitchFamily="49" charset="0"/>
              </a:rPr>
              <a:t>(51, '4532-****-2001', '2024-11-28', 'Bunnings', 'Hardware', 345.00, 'Sydney', 'NSW'),</a:t>
            </a:r>
          </a:p>
          <a:p>
            <a:endParaRPr lang="en-AU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chemeClr val="accent6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Jessica Lee (2002)</a:t>
            </a:r>
          </a:p>
          <a:p>
            <a:r>
              <a:rPr lang="en-AU" dirty="0">
                <a:highlight>
                  <a:srgbClr val="FFFFFF"/>
                </a:highlight>
                <a:latin typeface="Cascadia Mono" panose="020B0609020000020004" pitchFamily="49" charset="0"/>
              </a:rPr>
              <a:t>(52, '4532-****-2002', '2024-11-04', 'Virgin Australia', 'Travel', 789.00, 'Melbourne', 'VIC'),</a:t>
            </a:r>
          </a:p>
          <a:p>
            <a:r>
              <a:rPr lang="en-US" dirty="0">
                <a:highlight>
                  <a:srgbClr val="FFFFFF"/>
                </a:highlight>
                <a:latin typeface="Cascadia Mono" panose="020B0609020000020004" pitchFamily="49" charset="0"/>
              </a:rPr>
              <a:t>(53, '4532-****-2002', '2024-11-11', 'Myer', 'Department Store', 456.00, 'Melbourne', 'VIC'),</a:t>
            </a:r>
          </a:p>
          <a:p>
            <a:r>
              <a:rPr lang="en-AU" dirty="0">
                <a:highlight>
                  <a:srgbClr val="FFFFFF"/>
                </a:highlight>
                <a:latin typeface="Cascadia Mono" panose="020B0609020000020004" pitchFamily="49" charset="0"/>
              </a:rPr>
              <a:t>(54, '4532-****-2002', '2024-11-17', 'Woolworths', 'Supermarket', 112.30, 'Melbourne', 'VIC'),</a:t>
            </a:r>
          </a:p>
          <a:p>
            <a:r>
              <a:rPr lang="en-US" dirty="0">
                <a:highlight>
                  <a:srgbClr val="FFFFFF"/>
                </a:highlight>
                <a:latin typeface="Cascadia Mono" panose="020B0609020000020004" pitchFamily="49" charset="0"/>
              </a:rPr>
              <a:t>(55, '4532-****-2002', '2024-11-24', 'Kmart', 'Department Store', 234.00, 'Melbourne', 'VIC'),</a:t>
            </a:r>
          </a:p>
          <a:p>
            <a:r>
              <a:rPr lang="en-US" dirty="0">
                <a:highlight>
                  <a:srgbClr val="FFFFFF"/>
                </a:highlight>
                <a:latin typeface="Cascadia Mono" panose="020B0609020000020004" pitchFamily="49" charset="0"/>
              </a:rPr>
              <a:t>(56, '4532-****-2002', '2024-11-30', 'Coles', 'Supermarket', 87.50, 'Melbourne', 'VIC'),</a:t>
            </a:r>
          </a:p>
          <a:p>
            <a:endParaRPr lang="en-AU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chemeClr val="accent6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Thomas Wilson (2003)</a:t>
            </a:r>
          </a:p>
          <a:p>
            <a:r>
              <a:rPr lang="en-AU" dirty="0">
                <a:highlight>
                  <a:srgbClr val="FFFFFF"/>
                </a:highlight>
                <a:latin typeface="Cascadia Mono" panose="020B0609020000020004" pitchFamily="49" charset="0"/>
              </a:rPr>
              <a:t>(57, '4532-****-2003', '2024-11-05', 'Webjet', 'Travel', 1234.00, 'Brisbane', 'QLD'),</a:t>
            </a:r>
          </a:p>
          <a:p>
            <a:r>
              <a:rPr lang="en-AU" dirty="0">
                <a:highlight>
                  <a:srgbClr val="FFFFFF"/>
                </a:highlight>
                <a:latin typeface="Cascadia Mono" panose="020B0609020000020004" pitchFamily="49" charset="0"/>
              </a:rPr>
              <a:t>(58, '4532-****-2003', '2024-11-12', 'Harvey Norman', 'Electronics', 567.00, 'Brisbane', 'QLD'),</a:t>
            </a:r>
          </a:p>
          <a:p>
            <a:r>
              <a:rPr lang="en-AU" dirty="0">
                <a:highlight>
                  <a:srgbClr val="FFFFFF"/>
                </a:highlight>
                <a:latin typeface="Cascadia Mono" panose="020B0609020000020004" pitchFamily="49" charset="0"/>
              </a:rPr>
              <a:t>(59, '4532-****-2003', '2024-11-19', 'Woolworths', 'Supermarket', 145.80, 'Brisbane', 'QLD'),</a:t>
            </a:r>
          </a:p>
          <a:p>
            <a:r>
              <a:rPr lang="en-AU" dirty="0">
                <a:highlight>
                  <a:srgbClr val="FFFFFF"/>
                </a:highlight>
                <a:latin typeface="Cascadia Mono" panose="020B0609020000020004" pitchFamily="49" charset="0"/>
              </a:rPr>
              <a:t>(60, '4532-****-2003', '2024-11-26', 'Bunnings', 'Hardware', 289.00, 'Brisbane', 'QLD'),</a:t>
            </a:r>
          </a:p>
          <a:p>
            <a:endParaRPr lang="en-AU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chemeClr val="accent6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Emily Davis (2004)</a:t>
            </a:r>
          </a:p>
          <a:p>
            <a:r>
              <a:rPr lang="en-US" dirty="0">
                <a:highlight>
                  <a:srgbClr val="FFFFFF"/>
                </a:highlight>
                <a:latin typeface="Cascadia Mono" panose="020B0609020000020004" pitchFamily="49" charset="0"/>
              </a:rPr>
              <a:t>(61, '4532-****-2004', '2024-11-07', 'David Jones', 'Department Store', 678.00, 'Perth', 'WA'),</a:t>
            </a:r>
          </a:p>
          <a:p>
            <a:r>
              <a:rPr lang="en-AU" dirty="0">
                <a:highlight>
                  <a:srgbClr val="FFFFFF"/>
                </a:highlight>
                <a:latin typeface="Cascadia Mono" panose="020B0609020000020004" pitchFamily="49" charset="0"/>
              </a:rPr>
              <a:t>(62, '4532-****-2004', '2024-11-14', 'Coles', 'Supermarket', 123.40, 'Perth', 'WA'),</a:t>
            </a:r>
          </a:p>
          <a:p>
            <a:r>
              <a:rPr lang="en-AU" dirty="0">
                <a:highlight>
                  <a:srgbClr val="FFFFFF"/>
                </a:highlight>
                <a:latin typeface="Cascadia Mono" panose="020B0609020000020004" pitchFamily="49" charset="0"/>
              </a:rPr>
              <a:t>(63, '4532-****-2004', '2024-11-21', 'JB Hi-Fi', 'Electronics', 890.00, 'Perth', 'WA'),</a:t>
            </a:r>
          </a:p>
          <a:p>
            <a:r>
              <a:rPr lang="en-AU" dirty="0">
                <a:highlight>
                  <a:srgbClr val="FFFFFF"/>
                </a:highlight>
                <a:latin typeface="Cascadia Mono" panose="020B0609020000020004" pitchFamily="49" charset="0"/>
              </a:rPr>
              <a:t>(64, '4532-****-2004', '2024-11-27', 'Woolworths', 'Supermarket', 98.70, 'Perth', 'WA'),</a:t>
            </a:r>
          </a:p>
          <a:p>
            <a:endParaRPr lang="en-AU" sz="7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590ADD5-9383-4D3D-9047-3DA2593CC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540822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 descr="Gold bars">
            <a:extLst>
              <a:ext uri="{FF2B5EF4-FFF2-40B4-BE49-F238E27FC236}">
                <a16:creationId xmlns:a16="http://schemas.microsoft.com/office/drawing/2014/main" id="{B9D62F8E-01D0-433A-9EA1-DA91ADF19F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87184" y="1216485"/>
            <a:ext cx="3781051" cy="3781051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ABE3E45-88CF-45D8-8D40-C773324D9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9CD1692-827B-4C8D-B4A1-134FD04CF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91ECDA9-56DC-4270-8F33-01C5637B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6580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5F47824-961D-465D-84F9-EAE11BC61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EC9DA3E-C1D7-472D-B7C0-F71AE41FB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2682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D81A2A-6ED4-4EF4-A14C-912D31E14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3CA4AD-E22D-0391-F039-71B820FDA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</p:spPr>
        <p:txBody>
          <a:bodyPr>
            <a:normAutofit/>
          </a:bodyPr>
          <a:lstStyle/>
          <a:p>
            <a:r>
              <a:rPr lang="en-AU" sz="4100"/>
              <a:t>DML: Create CBA Transactions Gold Part 2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661932C-CA15-4E17-B115-FAE7CBEE4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D25D8-7113-0CCE-461B-616A5B257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58" y="1564334"/>
            <a:ext cx="6284812" cy="5133646"/>
          </a:xfrm>
        </p:spPr>
        <p:txBody>
          <a:bodyPr>
            <a:normAutofit/>
          </a:bodyPr>
          <a:lstStyle/>
          <a:p>
            <a:r>
              <a:rPr lang="en-AU" sz="700" dirty="0">
                <a:solidFill>
                  <a:schemeClr val="accent6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David Anderson (2005)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(65, '4532-****-2005', '2024-11-03', 'Qantas', 'Travel', 934.00, 'Adelaide', 'SA'),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(66, '4532-****-2005', '2024-11-10', 'Target', 'Department Store', 345.00, 'Adelaide', 'SA'),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(67, '4532-****-2005', '2024-11-18', 'Coles', 'Supermarket', 134.60, 'Adelaide', 'SA'),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(68, '4532-****-2005', '2024-11-25', 'Bunnings', 'Hardware', 456.00, 'Adelaide', 'SA'),</a:t>
            </a:r>
          </a:p>
          <a:p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solidFill>
                  <a:schemeClr val="accent6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Rachel Taylor (2006)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(69, '4532-****-2006', '2024-11-06', 'Virgin Australia', 'Travel', 678.00, 'Sydney', 'NSW'),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(70, '4532-****-2006', '2024-11-13', 'Myer', 'Department Store', 567.00, 'Sydney', 'NSW'),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(71, '4532-****-2006', '2024-11-20', 'Woolworths', 'Supermarket', 109.50, 'Sydney', 'NSW'),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(72, '4532-****-2006', '2024-11-28', 'Kmart', 'Department Store', 198.00, 'Sydney', 'NSW'),</a:t>
            </a:r>
          </a:p>
          <a:p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solidFill>
                  <a:schemeClr val="accent6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Kevin Moore (2007)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(73, '4532-****-2007', '2024-11-08', 'Jetstar', 'Travel', 567.00, 'Melbourne', 'VIC'),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(74, '4532-****-2007', '2024-11-15', 'Harvey Norman', 'Electronics', 734.00, 'Melbourne', 'VIC'),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(75, '4532-****-2007', '2024-11-22', 'Coles', 'Supermarket', 87.90, 'Melbourne', 'VIC'),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(76, '4532-****-2007', '2024-11-29', 'Woolworths', 'Supermarket', 112.30, 'Melbourne', 'VIC'),</a:t>
            </a:r>
          </a:p>
          <a:p>
            <a:endParaRPr lang="en-AU" sz="700" dirty="0">
              <a:solidFill>
                <a:schemeClr val="accent6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solidFill>
                  <a:schemeClr val="accent6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Lauren White (2008)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(77, '4532-****-2008', '2024-11-04', 'Webjet', 'Travel', 890.00, 'Brisbane', 'QLD'),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(78, '4532-****-2008', '2024-11-11', 'David Jones', 'Department Store', 456.00, 'Brisbane', 'QLD'),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(79, '4532-****-2008', '2024-11-18', 'Woolworths', 'Supermarket', 123.70, 'Brisbane', 'QLD'),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(80, '4532-****-2008', '2024-11-25', 'JB Hi-Fi', 'Electronics', 567.00, 'Brisbane', 'QLD'),</a:t>
            </a:r>
          </a:p>
          <a:p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590ADD5-9383-4D3D-9047-3DA2593CC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540822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 descr="Gold bars">
            <a:extLst>
              <a:ext uri="{FF2B5EF4-FFF2-40B4-BE49-F238E27FC236}">
                <a16:creationId xmlns:a16="http://schemas.microsoft.com/office/drawing/2014/main" id="{A2C6F95D-4B09-4393-49D0-8EBDA1EEB3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99884" y="1800685"/>
            <a:ext cx="3781051" cy="3781051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ABE3E45-88CF-45D8-8D40-C773324D9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9CD1692-827B-4C8D-B4A1-134FD04CF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91ECDA9-56DC-4270-8F33-01C5637B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6580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5F47824-961D-465D-84F9-EAE11BC61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EC9DA3E-C1D7-472D-B7C0-F71AE41FB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770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175E67-1770-A8F3-789E-87BC00DAE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AU" sz="4000">
                <a:solidFill>
                  <a:srgbClr val="FFFFFF"/>
                </a:solidFill>
              </a:rPr>
              <a:t>DML: Create CBA Transactions Gold Part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41146-6C8C-B437-956A-F649F82F1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165100"/>
            <a:ext cx="3025303" cy="6030427"/>
          </a:xfrm>
        </p:spPr>
        <p:txBody>
          <a:bodyPr anchor="ctr">
            <a:normAutofit lnSpcReduction="10000"/>
          </a:bodyPr>
          <a:lstStyle/>
          <a:p>
            <a:r>
              <a:rPr lang="en-AU" sz="1100" dirty="0">
                <a:solidFill>
                  <a:schemeClr val="accent6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Christopher Harris (2009)</a:t>
            </a: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(81, '4532-****-2009', '2024-11-05', 'Qantas', 'Travel', 1123.00, 'Perth', 'WA'),</a:t>
            </a: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(82, '4532-****-2009', '2024-11-12', 'Bunnings', 'Hardware', 345.00, 'Perth', 'WA'),</a:t>
            </a: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(83, '4532-****-2009', '2024-11-19', 'Coles', 'Supermarket', 98.50, 'Perth', 'WA'),</a:t>
            </a:r>
          </a:p>
          <a:p>
            <a:r>
              <a:rPr lang="en-US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(84, '4532-****-2009', '2024-11-26', 'Myer', 'Department Store', 678.00, 'Perth', 'WA'),</a:t>
            </a:r>
          </a:p>
          <a:p>
            <a:endParaRPr lang="en-AU" sz="11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100" dirty="0">
                <a:solidFill>
                  <a:schemeClr val="accent6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Amanda Clark (2010)</a:t>
            </a: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(85, '4532-****-2010', '2024-11-07', 'Virgin Australia', 'Travel', 734.00, 'Adelaide', 'SA'),</a:t>
            </a:r>
          </a:p>
          <a:p>
            <a:r>
              <a:rPr lang="en-US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(86, '4532-****-2010', '2024-11-14', 'Target', 'Department Store', 289.00, 'Adelaide', 'SA'),</a:t>
            </a: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(87, '4532-****-2010', '2024-11-21', 'Woolworths', 'Supermarket', 145.30, 'Adelaide', 'SA'),</a:t>
            </a:r>
          </a:p>
          <a:p>
            <a:r>
              <a:rPr lang="en-US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(88, '4532-****-2010', '2024-11-28', 'Harvey Norman', 'Electronics', 567.00, 'Adelaide', 'SA'),</a:t>
            </a:r>
            <a:endParaRPr lang="en-AU" sz="1100" dirty="0"/>
          </a:p>
          <a:p>
            <a:endParaRPr lang="en-AU" sz="1100" dirty="0"/>
          </a:p>
        </p:txBody>
      </p:sp>
      <p:pic>
        <p:nvPicPr>
          <p:cNvPr id="4" name="Graphic 3" descr="Gold bars">
            <a:extLst>
              <a:ext uri="{FF2B5EF4-FFF2-40B4-BE49-F238E27FC236}">
                <a16:creationId xmlns:a16="http://schemas.microsoft.com/office/drawing/2014/main" id="{B92F97CD-5048-618D-FC9A-5F45FB5FA2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09502" y="1627051"/>
            <a:ext cx="3615776" cy="361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6173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F6A587-4447-D3A3-BCDC-0D36EE817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AU" sz="4000">
                <a:solidFill>
                  <a:srgbClr val="FFFFFF"/>
                </a:solidFill>
              </a:rPr>
              <a:t>DML: Create CBA Transactions Silver Part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D5885-E448-D181-F964-403752231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7695" y="787400"/>
            <a:ext cx="5222673" cy="5217074"/>
          </a:xfrm>
        </p:spPr>
        <p:txBody>
          <a:bodyPr anchor="ctr">
            <a:noAutofit/>
          </a:bodyPr>
          <a:lstStyle/>
          <a:p>
            <a:r>
              <a:rPr lang="en-AU" sz="700" dirty="0">
                <a:solidFill>
                  <a:schemeClr val="accent6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Brandon Lewis (3001)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(89, '4532-****-3001', '2024-11-02', 'Woolworths', 'Supermarket', 87.50, 'Sydney', 'NSW'),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(90, '4532-****-3001', '2024-11-10', 'Kmart', 'Department Store', 156.00, 'Sydney', 'NSW'),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(91, '4532-****-3001', '2024-11-17', 'Coles', 'Supermarket', 67.80, 'Sydney', 'NSW'),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(92, '4532-****-3001', '2024-11-24', 'Bunnings', 'Hardware', 234.00, 'Sydney', 'NSW'),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(93, '4532-****-3001', '2024-11-29', 'Woolworths', 'Supermarket', 98.40, 'Sydney', 'NSW'),</a:t>
            </a:r>
          </a:p>
          <a:p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solidFill>
                  <a:schemeClr val="accent6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Stephanie Walker (3002)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(94, '4532-****-3002', '2024-11-05', 'Jetstar', 'Travel', 389.00, 'Melbourne', 'VIC'),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(95, '4532-****-3002', '2024-11-13', 'Target', 'Department Store', 178.00, 'Melbourne', 'VIC'),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(96, '4532-****-3002', '2024-11-20', 'Coles', 'Supermarket', 76.50, 'Melbourne', 'VIC'),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(97, '4532-****-3002', '2024-11-27', 'Kmart', 'Department Store', 134.00, 'Melbourne', 'VIC'),</a:t>
            </a:r>
          </a:p>
          <a:p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solidFill>
                  <a:schemeClr val="accent6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Justin Hall (3003)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(98, '4532-****-3003', '2024-11-08', 'Woolworths', 'Supermarket', 102.30, 'Brisbane', 'QLD'),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(99, '4532-****-3003', '2024-11-15', 'Big W', 'Department Store', 189.00, 'Brisbane', 'QLD'),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(100, '4532-****-3003', '2024-11-22', 'Coles', 'Supermarket', 89.40, 'Brisbane', 'QLD'),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(101, '4532-****-3003', '2024-11-28', 'Bunnings', 'Hardware', 267.00, 'Brisbane', 'QLD'),</a:t>
            </a:r>
          </a:p>
          <a:p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solidFill>
                  <a:schemeClr val="accent6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Nicole Young (3004)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(102, '4532-****-3004', '2024-11-06', 'Virgin Australia', 'Travel', 456.00, 'Perth', 'WA'),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(103, '4532-****-3004', '2024-11-14', 'Woolworths', 'Supermarket', 94.60, 'Perth', 'WA'),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(104, '4532-****-3004', '2024-11-21', 'Kmart', 'Department Store', 145.00, 'Perth', 'WA'),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(105, '4532-****-3004', '2024-11-28', 'Coles', 'Supermarket', 78.90, 'Perth', 'WA'),</a:t>
            </a:r>
            <a:endParaRPr lang="en-AU" sz="700" dirty="0"/>
          </a:p>
        </p:txBody>
      </p:sp>
      <p:pic>
        <p:nvPicPr>
          <p:cNvPr id="4" name="Graphic 3" descr="Dollar">
            <a:extLst>
              <a:ext uri="{FF2B5EF4-FFF2-40B4-BE49-F238E27FC236}">
                <a16:creationId xmlns:a16="http://schemas.microsoft.com/office/drawing/2014/main" id="{76B98266-6A0D-16BB-864B-537393C941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39898" y="1726436"/>
            <a:ext cx="3615776" cy="361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5481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AF8EEB-5207-8E02-680B-90C1211EC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AU" sz="4000">
                <a:solidFill>
                  <a:srgbClr val="FFFFFF"/>
                </a:solidFill>
              </a:rPr>
              <a:t>DML: Create CBA Transactions Silver 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E30E8-6923-2410-7775-2CBAA5EF3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0241" y="97810"/>
            <a:ext cx="5473699" cy="6642100"/>
          </a:xfrm>
        </p:spPr>
        <p:txBody>
          <a:bodyPr anchor="ctr">
            <a:noAutofit/>
          </a:bodyPr>
          <a:lstStyle/>
          <a:p>
            <a:r>
              <a:rPr lang="en-AU" sz="700" dirty="0">
                <a:solidFill>
                  <a:schemeClr val="accent6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Andrew Allen (3005)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(106, '4532-****-3005', '2024-11-09', 'Target', 'Department Store', 167.00, 'Adelaide', 'SA'),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(107, '4532-****-3005', '2024-11-16', 'Woolworths', 'Supermarket', 87.30, 'Adelaide', 'SA'),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(108, '4532-****-3005', '2024-11-23', 'Bunnings', 'Hardware', 198.00, 'Adelaide', 'SA'),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(109, '4532-****-3005', '2024-11-29', 'Coles', 'Supermarket', 102.50, 'Adelaide', 'SA'),</a:t>
            </a:r>
          </a:p>
          <a:p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solidFill>
                  <a:schemeClr val="accent6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Megan King (3006)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(110, '4532-****-3006', '2024-11-04', 'Woolworths', 'Supermarket', 123.40, 'Sydney', 'NSW'),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(111, '4532-****-3006', '2024-11-12', 'Big W', 'Department Store', 178.00, 'Sydney', 'NSW'),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(112, '4532-****-3006', '2024-11-19', 'Coles', 'Supermarket', 91.20, 'Sydney', 'NSW'),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(113, '4532-****-3006', '2024-11-26', 'Kmart', 'Department Store', 156.00, 'Sydney', 'NSW'),</a:t>
            </a:r>
          </a:p>
          <a:p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solidFill>
                  <a:schemeClr val="accent6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Tyler Wright (3007)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(114, '4532-****-3007', '2024-11-07', 'Jetstar', 'Travel', 334.00, 'Melbourne', 'VIC'),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(115, '4532-****-3007', '2024-11-15', 'Woolworths', 'Supermarket', 76.80, 'Melbourne', 'VIC'),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(116, '4532-****-3007', '2024-11-22', 'Target', 'Department Store', 134.00, 'Melbourne', 'VIC'),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(117, '4532-****-3007', '2024-11-28', 'Coles', 'Supermarket', 98.60, 'Melbourne', 'VIC'),</a:t>
            </a:r>
          </a:p>
          <a:p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solidFill>
                  <a:schemeClr val="accent6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Kimberly Scott (3008)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(118, '4532-****-3008', '2024-11-03', 'Woolworths', 'Supermarket', 112.50, 'Brisbane', 'QLD'),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(119, '4532-****-3008', '2024-11-11', 'Kmart', 'Department Store', 189.00, 'Brisbane', 'QLD'),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(120, '4532-****-3008', '2024-11-18', 'Coles', 'Supermarket', 84.30, 'Brisbane', 'QLD'),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(121, '4532-****-3008', '2024-11-25', 'Bunnings', 'Hardware', 234.00, 'Brisbane', 'QLD'),</a:t>
            </a:r>
            <a:endParaRPr lang="en-AU" sz="700" dirty="0"/>
          </a:p>
        </p:txBody>
      </p:sp>
      <p:pic>
        <p:nvPicPr>
          <p:cNvPr id="4" name="Graphic 3" descr="Dollar">
            <a:extLst>
              <a:ext uri="{FF2B5EF4-FFF2-40B4-BE49-F238E27FC236}">
                <a16:creationId xmlns:a16="http://schemas.microsoft.com/office/drawing/2014/main" id="{AE2F3B20-9BB2-94CE-AF0B-6C26F04C4C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90602" y="1631250"/>
            <a:ext cx="3615776" cy="361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3004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CE0A68D-28EF-49D9-B84B-5DAB38714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90C64C-1E5A-594D-8CE6-23E8ABAE2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9862" y="4465674"/>
            <a:ext cx="4786138" cy="1663995"/>
          </a:xfrm>
        </p:spPr>
        <p:txBody>
          <a:bodyPr anchor="t">
            <a:normAutofit/>
          </a:bodyPr>
          <a:lstStyle/>
          <a:p>
            <a:pPr algn="ctr"/>
            <a:r>
              <a:rPr lang="en-AU" sz="3200">
                <a:solidFill>
                  <a:schemeClr val="tx1">
                    <a:lumMod val="65000"/>
                    <a:lumOff val="35000"/>
                  </a:schemeClr>
                </a:solidFill>
              </a:rPr>
              <a:t>DML: Create CBA Transactions Bronze Part 1</a:t>
            </a:r>
          </a:p>
        </p:txBody>
      </p:sp>
      <p:pic>
        <p:nvPicPr>
          <p:cNvPr id="5" name="Graphic 4" descr="Dollar">
            <a:extLst>
              <a:ext uri="{FF2B5EF4-FFF2-40B4-BE49-F238E27FC236}">
                <a16:creationId xmlns:a16="http://schemas.microsoft.com/office/drawing/2014/main" id="{FAF95031-66DA-8E42-8BC0-FFAF31797F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44439" y="818707"/>
            <a:ext cx="3327330" cy="332733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1FA0C3DC-24DE-44E3-9D41-CAA5F3B20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16208" y="0"/>
            <a:ext cx="4775791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E5209-FB9C-CC59-A361-B56342BCD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6814" y="818707"/>
            <a:ext cx="3131288" cy="5310963"/>
          </a:xfrm>
        </p:spPr>
        <p:txBody>
          <a:bodyPr anchor="ctr">
            <a:normAutofit fontScale="92500"/>
          </a:bodyPr>
          <a:lstStyle/>
          <a:p>
            <a:r>
              <a:rPr lang="en-AU" sz="80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Eric Green (4001)</a:t>
            </a:r>
          </a:p>
          <a:p>
            <a:r>
              <a:rPr lang="en-AU" sz="80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(122, '4532-****-4001', '2024-11-05', 'Woolworths', 'Supermarket', 67.80, 'Sydney', 'NSW'),</a:t>
            </a:r>
          </a:p>
          <a:p>
            <a:r>
              <a:rPr lang="en-AU" sz="80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(123, '4532-****-4001', '2024-11-12', 'Aldi', 'Supermarket', 45.60, 'Sydney', 'NSW'),</a:t>
            </a:r>
          </a:p>
          <a:p>
            <a:r>
              <a:rPr lang="en-AU" sz="80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(124, '4532-****-4001', '2024-11-19', 'Coles', 'Supermarket', 54.30, 'Sydney', 'NSW'),</a:t>
            </a:r>
          </a:p>
          <a:p>
            <a:r>
              <a:rPr lang="en-AU" sz="80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(125, '4532-****-4001', '2024-11-26', 'Woolworths', 'Supermarket', 72.50, 'Sydney', 'NSW'),</a:t>
            </a:r>
          </a:p>
          <a:p>
            <a:endParaRPr lang="en-AU" sz="800">
              <a:solidFill>
                <a:srgbClr val="595959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80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Ashley Adams (4002)</a:t>
            </a:r>
          </a:p>
          <a:p>
            <a:r>
              <a:rPr lang="en-US" sz="80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(126, '4532-****-4002', '2024-11-08', 'Kmart', 'Department Store', 89.00, 'Melbourne', 'VIC'),</a:t>
            </a:r>
          </a:p>
          <a:p>
            <a:r>
              <a:rPr lang="en-US" sz="80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(127, '4532-****-4002', '2024-11-15', 'Coles', 'Supermarket', 56.40, 'Melbourne', 'VIC'),</a:t>
            </a:r>
          </a:p>
          <a:p>
            <a:r>
              <a:rPr lang="en-AU" sz="80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(128, '4532-****-4002', '2024-11-22', 'Woolworths', 'Supermarket', 78.90, 'Melbourne', 'VIC'),</a:t>
            </a:r>
          </a:p>
          <a:p>
            <a:r>
              <a:rPr lang="en-US" sz="80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(129, '4532-****-4002', '2024-11-28', 'Big W', 'Department Store', 112.00, 'Melbourne', 'VIC'),</a:t>
            </a:r>
          </a:p>
          <a:p>
            <a:endParaRPr lang="en-AU" sz="800">
              <a:solidFill>
                <a:srgbClr val="595959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80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Brian Baker (4003)</a:t>
            </a:r>
          </a:p>
          <a:p>
            <a:r>
              <a:rPr lang="en-AU" sz="80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(130, '4532-****-4003', '2024-11-06', 'Aldi', 'Supermarket', 52.30, 'Brisbane', 'QLD'),</a:t>
            </a:r>
          </a:p>
          <a:p>
            <a:r>
              <a:rPr lang="en-AU" sz="80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(131, '4532-****-4003', '2024-11-13', 'Coles', 'Supermarket', 64.80, 'Brisbane', 'QLD'),</a:t>
            </a:r>
          </a:p>
          <a:p>
            <a:r>
              <a:rPr lang="en-AU" sz="80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(132, '4532-****-4003', '2024-11-20', 'Woolworths', 'Supermarket', 71.20, 'Brisbane', 'QLD'),</a:t>
            </a:r>
          </a:p>
          <a:p>
            <a:r>
              <a:rPr lang="en-AU" sz="80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(133, '4532-****-4003', '2024-11-27', 'Kmart', 'Department Store', 98.00, 'Brisbane', 'QLD'),</a:t>
            </a:r>
          </a:p>
          <a:p>
            <a:endParaRPr lang="en-AU" sz="800">
              <a:solidFill>
                <a:srgbClr val="595959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89732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CE0A68D-28EF-49D9-B84B-5DAB38714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23640F-19D0-346A-F3EF-6181D8620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9862" y="4465674"/>
            <a:ext cx="4786138" cy="1663995"/>
          </a:xfrm>
        </p:spPr>
        <p:txBody>
          <a:bodyPr anchor="t">
            <a:normAutofit/>
          </a:bodyPr>
          <a:lstStyle/>
          <a:p>
            <a:pPr algn="ctr"/>
            <a:r>
              <a:rPr lang="en-AU" sz="3200">
                <a:solidFill>
                  <a:schemeClr val="tx1">
                    <a:lumMod val="65000"/>
                    <a:lumOff val="35000"/>
                  </a:schemeClr>
                </a:solidFill>
              </a:rPr>
              <a:t>DML: Create CBA Transactions Bronze Part 2</a:t>
            </a:r>
          </a:p>
        </p:txBody>
      </p:sp>
      <p:pic>
        <p:nvPicPr>
          <p:cNvPr id="4" name="Graphic 3" descr="Dollar">
            <a:extLst>
              <a:ext uri="{FF2B5EF4-FFF2-40B4-BE49-F238E27FC236}">
                <a16:creationId xmlns:a16="http://schemas.microsoft.com/office/drawing/2014/main" id="{0F5F077F-4D56-D4F1-E4FF-02D209C8DB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44439" y="818707"/>
            <a:ext cx="3327330" cy="332733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FA0C3DC-24DE-44E3-9D41-CAA5F3B20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16208" y="0"/>
            <a:ext cx="4775791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1F560-99F5-A4B3-91DB-0F2EB5C00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6814" y="818707"/>
            <a:ext cx="3131288" cy="5310963"/>
          </a:xfrm>
        </p:spPr>
        <p:txBody>
          <a:bodyPr anchor="ctr">
            <a:normAutofit fontScale="92500"/>
          </a:bodyPr>
          <a:lstStyle/>
          <a:p>
            <a:r>
              <a:rPr lang="en-AU" sz="80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Michelle Nelson (4004)</a:t>
            </a:r>
          </a:p>
          <a:p>
            <a:r>
              <a:rPr lang="en-AU" sz="80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(134, '4532-****-4004', '2024-11-09', 'Woolworths', 'Supermarket', 82.40, 'Perth', 'WA'),</a:t>
            </a:r>
          </a:p>
          <a:p>
            <a:r>
              <a:rPr lang="en-AU" sz="80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(135, '4532-****-4004', '2024-11-16', 'Coles', 'Supermarket', 67.90, 'Perth', 'WA'),</a:t>
            </a:r>
          </a:p>
          <a:p>
            <a:r>
              <a:rPr lang="en-AU" sz="80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(136, '4532-****-4004', '2024-11-23', 'Aldi', 'Supermarket', 49.50, 'Perth', 'WA'),</a:t>
            </a:r>
          </a:p>
          <a:p>
            <a:r>
              <a:rPr lang="en-AU" sz="80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(137, '4532-****-4004', '2024-11-29', 'Woolworths', 'Supermarket', 73.60, 'Perth', 'WA'),</a:t>
            </a:r>
          </a:p>
          <a:p>
            <a:endParaRPr lang="en-AU" sz="800">
              <a:solidFill>
                <a:srgbClr val="595959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80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Joshua Carter (4005)</a:t>
            </a:r>
          </a:p>
          <a:p>
            <a:r>
              <a:rPr lang="en-AU" sz="80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(138, '4532-****-4005', '2024-11-04', 'Coles', 'Supermarket', 58.70, 'Adelaide', 'SA'),</a:t>
            </a:r>
          </a:p>
          <a:p>
            <a:r>
              <a:rPr lang="en-AU" sz="80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(139, '4532-****-4005', '2024-11-11', 'Woolworths', 'Supermarket', 76.30, 'Adelaide', 'SA'),</a:t>
            </a:r>
          </a:p>
          <a:p>
            <a:r>
              <a:rPr lang="en-US" sz="80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(140, '4532-****-4005', '2024-11-18', 'Big W', 'Department Store', 94.00, 'Adelaide', 'SA'),</a:t>
            </a:r>
          </a:p>
          <a:p>
            <a:r>
              <a:rPr lang="en-AU" sz="80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(141, '4532-****-4005', '2024-11-25', 'Coles', 'Supermarket', 61.80, 'Adelaide', 'SA'),</a:t>
            </a:r>
          </a:p>
          <a:p>
            <a:endParaRPr lang="en-AU" sz="800">
              <a:solidFill>
                <a:srgbClr val="595959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80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Rebecca Mitchell (4006)</a:t>
            </a:r>
          </a:p>
          <a:p>
            <a:r>
              <a:rPr lang="en-AU" sz="80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(142, '4532-****-4006', '2024-11-07', 'Woolworths', 'Supermarket', 69.50, 'Sydney', 'NSW'),</a:t>
            </a:r>
          </a:p>
          <a:p>
            <a:r>
              <a:rPr lang="en-AU" sz="80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(143, '4532-****-4006', '2024-11-14', 'Aldi', 'Supermarket', 43.20, 'Sydney', 'NSW'),</a:t>
            </a:r>
          </a:p>
          <a:p>
            <a:r>
              <a:rPr lang="en-AU" sz="80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(144, '4532-****-4006', '2024-11-21', 'Coles', 'Supermarket', 87.60, 'Sydney', 'NSW'),</a:t>
            </a:r>
          </a:p>
          <a:p>
            <a:r>
              <a:rPr lang="en-AU" sz="80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(145, '4532-****-4006', '2024-11-28', 'Kmart', 'Department Store', 105.00, 'Sydney', 'NSW');</a:t>
            </a:r>
            <a:endParaRPr lang="en-AU" sz="800">
              <a:solidFill>
                <a:srgbClr val="595959"/>
              </a:solidFill>
            </a:endParaRPr>
          </a:p>
          <a:p>
            <a:endParaRPr lang="en-AU" sz="80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6524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39A1F5A-E57E-4178-8F57-A18DC747E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6291618" cy="5097980"/>
          </a:xfrm>
          <a:custGeom>
            <a:avLst/>
            <a:gdLst>
              <a:gd name="connsiteX0" fmla="*/ 0 w 6530408"/>
              <a:gd name="connsiteY0" fmla="*/ 0 h 5753325"/>
              <a:gd name="connsiteX1" fmla="*/ 6438980 w 6530408"/>
              <a:gd name="connsiteY1" fmla="*/ 0 h 5753325"/>
              <a:gd name="connsiteX2" fmla="*/ 6439047 w 6530408"/>
              <a:gd name="connsiteY2" fmla="*/ 147 h 5753325"/>
              <a:gd name="connsiteX3" fmla="*/ 6443456 w 6530408"/>
              <a:gd name="connsiteY3" fmla="*/ 130105 h 5753325"/>
              <a:gd name="connsiteX4" fmla="*/ 6447632 w 6530408"/>
              <a:gd name="connsiteY4" fmla="*/ 170016 h 5753325"/>
              <a:gd name="connsiteX5" fmla="*/ 6465936 w 6530408"/>
              <a:gd name="connsiteY5" fmla="*/ 274847 h 5753325"/>
              <a:gd name="connsiteX6" fmla="*/ 6506836 w 6530408"/>
              <a:gd name="connsiteY6" fmla="*/ 331778 h 5753325"/>
              <a:gd name="connsiteX7" fmla="*/ 6530408 w 6530408"/>
              <a:gd name="connsiteY7" fmla="*/ 427517 h 5753325"/>
              <a:gd name="connsiteX8" fmla="*/ 6516105 w 6530408"/>
              <a:gd name="connsiteY8" fmla="*/ 476071 h 5753325"/>
              <a:gd name="connsiteX9" fmla="*/ 6488360 w 6530408"/>
              <a:gd name="connsiteY9" fmla="*/ 535865 h 5753325"/>
              <a:gd name="connsiteX10" fmla="*/ 6492864 w 6530408"/>
              <a:gd name="connsiteY10" fmla="*/ 615799 h 5753325"/>
              <a:gd name="connsiteX11" fmla="*/ 6459988 w 6530408"/>
              <a:gd name="connsiteY11" fmla="*/ 707628 h 5753325"/>
              <a:gd name="connsiteX12" fmla="*/ 6453989 w 6530408"/>
              <a:gd name="connsiteY12" fmla="*/ 711876 h 5753325"/>
              <a:gd name="connsiteX13" fmla="*/ 6453209 w 6530408"/>
              <a:gd name="connsiteY13" fmla="*/ 719127 h 5753325"/>
              <a:gd name="connsiteX14" fmla="*/ 6457662 w 6530408"/>
              <a:gd name="connsiteY14" fmla="*/ 723331 h 5753325"/>
              <a:gd name="connsiteX15" fmla="*/ 6447445 w 6530408"/>
              <a:gd name="connsiteY15" fmla="*/ 780003 h 5753325"/>
              <a:gd name="connsiteX16" fmla="*/ 6426552 w 6530408"/>
              <a:gd name="connsiteY16" fmla="*/ 845805 h 5753325"/>
              <a:gd name="connsiteX17" fmla="*/ 6434072 w 6530408"/>
              <a:gd name="connsiteY17" fmla="*/ 910733 h 5753325"/>
              <a:gd name="connsiteX18" fmla="*/ 6432570 w 6530408"/>
              <a:gd name="connsiteY18" fmla="*/ 983394 h 5753325"/>
              <a:gd name="connsiteX19" fmla="*/ 6431878 w 6530408"/>
              <a:gd name="connsiteY19" fmla="*/ 1026728 h 5753325"/>
              <a:gd name="connsiteX20" fmla="*/ 6414269 w 6530408"/>
              <a:gd name="connsiteY20" fmla="*/ 1151111 h 5753325"/>
              <a:gd name="connsiteX21" fmla="*/ 6371722 w 6530408"/>
              <a:gd name="connsiteY21" fmla="*/ 1318080 h 5753325"/>
              <a:gd name="connsiteX22" fmla="*/ 6356023 w 6530408"/>
              <a:gd name="connsiteY22" fmla="*/ 1356227 h 5753325"/>
              <a:gd name="connsiteX23" fmla="*/ 6356157 w 6530408"/>
              <a:gd name="connsiteY23" fmla="*/ 1361967 h 5753325"/>
              <a:gd name="connsiteX24" fmla="*/ 6350613 w 6530408"/>
              <a:gd name="connsiteY24" fmla="*/ 1393569 h 5753325"/>
              <a:gd name="connsiteX25" fmla="*/ 6357062 w 6530408"/>
              <a:gd name="connsiteY25" fmla="*/ 1444071 h 5753325"/>
              <a:gd name="connsiteX26" fmla="*/ 6364832 w 6530408"/>
              <a:gd name="connsiteY26" fmla="*/ 1478763 h 5753325"/>
              <a:gd name="connsiteX27" fmla="*/ 6369745 w 6530408"/>
              <a:gd name="connsiteY27" fmla="*/ 1495680 h 5753325"/>
              <a:gd name="connsiteX28" fmla="*/ 6370898 w 6530408"/>
              <a:gd name="connsiteY28" fmla="*/ 1513331 h 5753325"/>
              <a:gd name="connsiteX29" fmla="*/ 6368801 w 6530408"/>
              <a:gd name="connsiteY29" fmla="*/ 1527414 h 5753325"/>
              <a:gd name="connsiteX30" fmla="*/ 6359177 w 6530408"/>
              <a:gd name="connsiteY30" fmla="*/ 1639513 h 5753325"/>
              <a:gd name="connsiteX31" fmla="*/ 6299489 w 6530408"/>
              <a:gd name="connsiteY31" fmla="*/ 1784860 h 5753325"/>
              <a:gd name="connsiteX32" fmla="*/ 6267878 w 6530408"/>
              <a:gd name="connsiteY32" fmla="*/ 1858572 h 5753325"/>
              <a:gd name="connsiteX33" fmla="*/ 6251146 w 6530408"/>
              <a:gd name="connsiteY33" fmla="*/ 1926167 h 5753325"/>
              <a:gd name="connsiteX34" fmla="*/ 6210686 w 6530408"/>
              <a:gd name="connsiteY34" fmla="*/ 2014834 h 5753325"/>
              <a:gd name="connsiteX35" fmla="*/ 6106652 w 6530408"/>
              <a:gd name="connsiteY35" fmla="*/ 2150572 h 5753325"/>
              <a:gd name="connsiteX36" fmla="*/ 6097813 w 6530408"/>
              <a:gd name="connsiteY36" fmla="*/ 2172208 h 5753325"/>
              <a:gd name="connsiteX37" fmla="*/ 6095990 w 6530408"/>
              <a:gd name="connsiteY37" fmla="*/ 2181185 h 5753325"/>
              <a:gd name="connsiteX38" fmla="*/ 6090126 w 6530408"/>
              <a:gd name="connsiteY38" fmla="*/ 2192533 h 5753325"/>
              <a:gd name="connsiteX39" fmla="*/ 6089503 w 6530408"/>
              <a:gd name="connsiteY39" fmla="*/ 2192543 h 5753325"/>
              <a:gd name="connsiteX40" fmla="*/ 6084946 w 6530408"/>
              <a:gd name="connsiteY40" fmla="*/ 2203694 h 5753325"/>
              <a:gd name="connsiteX41" fmla="*/ 5987861 w 6530408"/>
              <a:gd name="connsiteY41" fmla="*/ 2304868 h 5753325"/>
              <a:gd name="connsiteX42" fmla="*/ 5973439 w 6530408"/>
              <a:gd name="connsiteY42" fmla="*/ 2385635 h 5753325"/>
              <a:gd name="connsiteX43" fmla="*/ 5916727 w 6530408"/>
              <a:gd name="connsiteY43" fmla="*/ 2458777 h 5753325"/>
              <a:gd name="connsiteX44" fmla="*/ 5856524 w 6530408"/>
              <a:gd name="connsiteY44" fmla="*/ 2583281 h 5753325"/>
              <a:gd name="connsiteX45" fmla="*/ 5838091 w 6530408"/>
              <a:gd name="connsiteY45" fmla="*/ 2753474 h 5753325"/>
              <a:gd name="connsiteX46" fmla="*/ 5777471 w 6530408"/>
              <a:gd name="connsiteY46" fmla="*/ 2901570 h 5753325"/>
              <a:gd name="connsiteX47" fmla="*/ 5723992 w 6530408"/>
              <a:gd name="connsiteY47" fmla="*/ 2998752 h 5753325"/>
              <a:gd name="connsiteX48" fmla="*/ 5557886 w 6530408"/>
              <a:gd name="connsiteY48" fmla="*/ 3329735 h 5753325"/>
              <a:gd name="connsiteX49" fmla="*/ 5471501 w 6530408"/>
              <a:gd name="connsiteY49" fmla="*/ 3462221 h 5753325"/>
              <a:gd name="connsiteX50" fmla="*/ 5465154 w 6530408"/>
              <a:gd name="connsiteY50" fmla="*/ 3541065 h 5753325"/>
              <a:gd name="connsiteX51" fmla="*/ 5437889 w 6530408"/>
              <a:gd name="connsiteY51" fmla="*/ 3559927 h 5753325"/>
              <a:gd name="connsiteX52" fmla="*/ 5432770 w 6530408"/>
              <a:gd name="connsiteY52" fmla="*/ 3562948 h 5753325"/>
              <a:gd name="connsiteX53" fmla="*/ 5406795 w 6530408"/>
              <a:gd name="connsiteY53" fmla="*/ 3578594 h 5753325"/>
              <a:gd name="connsiteX54" fmla="*/ 5381495 w 6530408"/>
              <a:gd name="connsiteY54" fmla="*/ 3599883 h 5753325"/>
              <a:gd name="connsiteX55" fmla="*/ 5363689 w 6530408"/>
              <a:gd name="connsiteY55" fmla="*/ 3633299 h 5753325"/>
              <a:gd name="connsiteX56" fmla="*/ 5291870 w 6530408"/>
              <a:gd name="connsiteY56" fmla="*/ 3799039 h 5753325"/>
              <a:gd name="connsiteX57" fmla="*/ 5241600 w 6530408"/>
              <a:gd name="connsiteY57" fmla="*/ 3894238 h 5753325"/>
              <a:gd name="connsiteX58" fmla="*/ 5211041 w 6530408"/>
              <a:gd name="connsiteY58" fmla="*/ 3924184 h 5753325"/>
              <a:gd name="connsiteX59" fmla="*/ 5176073 w 6530408"/>
              <a:gd name="connsiteY59" fmla="*/ 3970179 h 5753325"/>
              <a:gd name="connsiteX60" fmla="*/ 5172826 w 6530408"/>
              <a:gd name="connsiteY60" fmla="*/ 3991773 h 5753325"/>
              <a:gd name="connsiteX61" fmla="*/ 5157053 w 6530408"/>
              <a:gd name="connsiteY61" fmla="*/ 3997708 h 5753325"/>
              <a:gd name="connsiteX62" fmla="*/ 5127922 w 6530408"/>
              <a:gd name="connsiteY62" fmla="*/ 4022660 h 5753325"/>
              <a:gd name="connsiteX63" fmla="*/ 5020872 w 6530408"/>
              <a:gd name="connsiteY63" fmla="*/ 4075951 h 5753325"/>
              <a:gd name="connsiteX64" fmla="*/ 4991410 w 6530408"/>
              <a:gd name="connsiteY64" fmla="*/ 4087598 h 5753325"/>
              <a:gd name="connsiteX65" fmla="*/ 4930112 w 6530408"/>
              <a:gd name="connsiteY65" fmla="*/ 4138459 h 5753325"/>
              <a:gd name="connsiteX66" fmla="*/ 4834224 w 6530408"/>
              <a:gd name="connsiteY66" fmla="*/ 4231643 h 5753325"/>
              <a:gd name="connsiteX67" fmla="*/ 4812599 w 6530408"/>
              <a:gd name="connsiteY67" fmla="*/ 4249449 h 5753325"/>
              <a:gd name="connsiteX68" fmla="*/ 4789188 w 6530408"/>
              <a:gd name="connsiteY68" fmla="*/ 4256678 h 5753325"/>
              <a:gd name="connsiteX69" fmla="*/ 4779554 w 6530408"/>
              <a:gd name="connsiteY69" fmla="*/ 4251313 h 5753325"/>
              <a:gd name="connsiteX70" fmla="*/ 4766885 w 6530408"/>
              <a:gd name="connsiteY70" fmla="*/ 4259812 h 5753325"/>
              <a:gd name="connsiteX71" fmla="*/ 4762510 w 6530408"/>
              <a:gd name="connsiteY71" fmla="*/ 4260383 h 5753325"/>
              <a:gd name="connsiteX72" fmla="*/ 4738416 w 6530408"/>
              <a:gd name="connsiteY72" fmla="*/ 4265355 h 5753325"/>
              <a:gd name="connsiteX73" fmla="*/ 4712007 w 6530408"/>
              <a:gd name="connsiteY73" fmla="*/ 4317892 h 5753325"/>
              <a:gd name="connsiteX74" fmla="*/ 4658930 w 6530408"/>
              <a:gd name="connsiteY74" fmla="*/ 4348041 h 5753325"/>
              <a:gd name="connsiteX75" fmla="*/ 4443526 w 6530408"/>
              <a:gd name="connsiteY75" fmla="*/ 4507851 h 5753325"/>
              <a:gd name="connsiteX76" fmla="*/ 4289766 w 6530408"/>
              <a:gd name="connsiteY76" fmla="*/ 4711450 h 5753325"/>
              <a:gd name="connsiteX77" fmla="*/ 4150870 w 6530408"/>
              <a:gd name="connsiteY77" fmla="*/ 4818480 h 5753325"/>
              <a:gd name="connsiteX78" fmla="*/ 4006639 w 6530408"/>
              <a:gd name="connsiteY78" fmla="*/ 4933815 h 5753325"/>
              <a:gd name="connsiteX79" fmla="*/ 3298210 w 6530408"/>
              <a:gd name="connsiteY79" fmla="*/ 5070790 h 5753325"/>
              <a:gd name="connsiteX80" fmla="*/ 2947678 w 6530408"/>
              <a:gd name="connsiteY80" fmla="*/ 5117869 h 5753325"/>
              <a:gd name="connsiteX81" fmla="*/ 2822169 w 6530408"/>
              <a:gd name="connsiteY81" fmla="*/ 5129396 h 5753325"/>
              <a:gd name="connsiteX82" fmla="*/ 2538773 w 6530408"/>
              <a:gd name="connsiteY82" fmla="*/ 5313397 h 5753325"/>
              <a:gd name="connsiteX83" fmla="*/ 2014500 w 6530408"/>
              <a:gd name="connsiteY83" fmla="*/ 5519744 h 5753325"/>
              <a:gd name="connsiteX84" fmla="*/ 1934391 w 6530408"/>
              <a:gd name="connsiteY84" fmla="*/ 5591335 h 5753325"/>
              <a:gd name="connsiteX85" fmla="*/ 1892550 w 6530408"/>
              <a:gd name="connsiteY85" fmla="*/ 5649708 h 5753325"/>
              <a:gd name="connsiteX86" fmla="*/ 1854769 w 6530408"/>
              <a:gd name="connsiteY86" fmla="*/ 5647691 h 5753325"/>
              <a:gd name="connsiteX87" fmla="*/ 1809461 w 6530408"/>
              <a:gd name="connsiteY87" fmla="*/ 5648628 h 5753325"/>
              <a:gd name="connsiteX88" fmla="*/ 1745150 w 6530408"/>
              <a:gd name="connsiteY88" fmla="*/ 5693879 h 5753325"/>
              <a:gd name="connsiteX89" fmla="*/ 1713375 w 6530408"/>
              <a:gd name="connsiteY89" fmla="*/ 5684672 h 5753325"/>
              <a:gd name="connsiteX90" fmla="*/ 1707808 w 6530408"/>
              <a:gd name="connsiteY90" fmla="*/ 5682611 h 5753325"/>
              <a:gd name="connsiteX91" fmla="*/ 1679313 w 6530408"/>
              <a:gd name="connsiteY91" fmla="*/ 5672360 h 5753325"/>
              <a:gd name="connsiteX92" fmla="*/ 1646933 w 6530408"/>
              <a:gd name="connsiteY92" fmla="*/ 5666227 h 5753325"/>
              <a:gd name="connsiteX93" fmla="*/ 1610055 w 6530408"/>
              <a:gd name="connsiteY93" fmla="*/ 5673643 h 5753325"/>
              <a:gd name="connsiteX94" fmla="*/ 1437641 w 6530408"/>
              <a:gd name="connsiteY94" fmla="*/ 5723266 h 5753325"/>
              <a:gd name="connsiteX95" fmla="*/ 1332869 w 6530408"/>
              <a:gd name="connsiteY95" fmla="*/ 5744752 h 5753325"/>
              <a:gd name="connsiteX96" fmla="*/ 1290525 w 6530408"/>
              <a:gd name="connsiteY96" fmla="*/ 5740036 h 5753325"/>
              <a:gd name="connsiteX97" fmla="*/ 1233107 w 6530408"/>
              <a:gd name="connsiteY97" fmla="*/ 5742106 h 5753325"/>
              <a:gd name="connsiteX98" fmla="*/ 1214532 w 6530408"/>
              <a:gd name="connsiteY98" fmla="*/ 5753325 h 5753325"/>
              <a:gd name="connsiteX99" fmla="*/ 1199955 w 6530408"/>
              <a:gd name="connsiteY99" fmla="*/ 5744831 h 5753325"/>
              <a:gd name="connsiteX100" fmla="*/ 1162337 w 6530408"/>
              <a:gd name="connsiteY100" fmla="*/ 5738048 h 5753325"/>
              <a:gd name="connsiteX101" fmla="*/ 1053457 w 6530408"/>
              <a:gd name="connsiteY101" fmla="*/ 5688676 h 5753325"/>
              <a:gd name="connsiteX102" fmla="*/ 1025798 w 6530408"/>
              <a:gd name="connsiteY102" fmla="*/ 5673166 h 5753325"/>
              <a:gd name="connsiteX103" fmla="*/ 947900 w 6530408"/>
              <a:gd name="connsiteY103" fmla="*/ 5657848 h 5753325"/>
              <a:gd name="connsiteX104" fmla="*/ 815627 w 6530408"/>
              <a:gd name="connsiteY104" fmla="*/ 5642557 h 5753325"/>
              <a:gd name="connsiteX105" fmla="*/ 788251 w 6530408"/>
              <a:gd name="connsiteY105" fmla="*/ 5637065 h 5753325"/>
              <a:gd name="connsiteX106" fmla="*/ 767822 w 6530408"/>
              <a:gd name="connsiteY106" fmla="*/ 5623450 h 5753325"/>
              <a:gd name="connsiteX107" fmla="*/ 765791 w 6530408"/>
              <a:gd name="connsiteY107" fmla="*/ 5612539 h 5753325"/>
              <a:gd name="connsiteX108" fmla="*/ 751230 w 6530408"/>
              <a:gd name="connsiteY108" fmla="*/ 5608092 h 5753325"/>
              <a:gd name="connsiteX109" fmla="*/ 748008 w 6530408"/>
              <a:gd name="connsiteY109" fmla="*/ 5605052 h 5753325"/>
              <a:gd name="connsiteX110" fmla="*/ 728871 w 6530408"/>
              <a:gd name="connsiteY110" fmla="*/ 5589469 h 5753325"/>
              <a:gd name="connsiteX111" fmla="*/ 671898 w 6530408"/>
              <a:gd name="connsiteY111" fmla="*/ 5602363 h 5753325"/>
              <a:gd name="connsiteX112" fmla="*/ 615065 w 6530408"/>
              <a:gd name="connsiteY112" fmla="*/ 5580257 h 5753325"/>
              <a:gd name="connsiteX113" fmla="*/ 355785 w 6530408"/>
              <a:gd name="connsiteY113" fmla="*/ 5514383 h 5753325"/>
              <a:gd name="connsiteX114" fmla="*/ 102269 w 6530408"/>
              <a:gd name="connsiteY114" fmla="*/ 5524347 h 5753325"/>
              <a:gd name="connsiteX115" fmla="*/ 13160 w 6530408"/>
              <a:gd name="connsiteY115" fmla="*/ 5514159 h 5753325"/>
              <a:gd name="connsiteX116" fmla="*/ 0 w 6530408"/>
              <a:gd name="connsiteY116" fmla="*/ 5511735 h 5753325"/>
              <a:gd name="connsiteX0" fmla="*/ 0 w 6530408"/>
              <a:gd name="connsiteY0" fmla="*/ 0 h 5753325"/>
              <a:gd name="connsiteX1" fmla="*/ 6438980 w 6530408"/>
              <a:gd name="connsiteY1" fmla="*/ 0 h 5753325"/>
              <a:gd name="connsiteX2" fmla="*/ 6439047 w 6530408"/>
              <a:gd name="connsiteY2" fmla="*/ 147 h 5753325"/>
              <a:gd name="connsiteX3" fmla="*/ 6443456 w 6530408"/>
              <a:gd name="connsiteY3" fmla="*/ 130105 h 5753325"/>
              <a:gd name="connsiteX4" fmla="*/ 6447632 w 6530408"/>
              <a:gd name="connsiteY4" fmla="*/ 170016 h 5753325"/>
              <a:gd name="connsiteX5" fmla="*/ 6465936 w 6530408"/>
              <a:gd name="connsiteY5" fmla="*/ 274847 h 5753325"/>
              <a:gd name="connsiteX6" fmla="*/ 6506836 w 6530408"/>
              <a:gd name="connsiteY6" fmla="*/ 331778 h 5753325"/>
              <a:gd name="connsiteX7" fmla="*/ 6530408 w 6530408"/>
              <a:gd name="connsiteY7" fmla="*/ 427517 h 5753325"/>
              <a:gd name="connsiteX8" fmla="*/ 6488360 w 6530408"/>
              <a:gd name="connsiteY8" fmla="*/ 535865 h 5753325"/>
              <a:gd name="connsiteX9" fmla="*/ 6492864 w 6530408"/>
              <a:gd name="connsiteY9" fmla="*/ 615799 h 5753325"/>
              <a:gd name="connsiteX10" fmla="*/ 6459988 w 6530408"/>
              <a:gd name="connsiteY10" fmla="*/ 707628 h 5753325"/>
              <a:gd name="connsiteX11" fmla="*/ 6453989 w 6530408"/>
              <a:gd name="connsiteY11" fmla="*/ 711876 h 5753325"/>
              <a:gd name="connsiteX12" fmla="*/ 6453209 w 6530408"/>
              <a:gd name="connsiteY12" fmla="*/ 719127 h 5753325"/>
              <a:gd name="connsiteX13" fmla="*/ 6457662 w 6530408"/>
              <a:gd name="connsiteY13" fmla="*/ 723331 h 5753325"/>
              <a:gd name="connsiteX14" fmla="*/ 6447445 w 6530408"/>
              <a:gd name="connsiteY14" fmla="*/ 780003 h 5753325"/>
              <a:gd name="connsiteX15" fmla="*/ 6426552 w 6530408"/>
              <a:gd name="connsiteY15" fmla="*/ 845805 h 5753325"/>
              <a:gd name="connsiteX16" fmla="*/ 6434072 w 6530408"/>
              <a:gd name="connsiteY16" fmla="*/ 910733 h 5753325"/>
              <a:gd name="connsiteX17" fmla="*/ 6432570 w 6530408"/>
              <a:gd name="connsiteY17" fmla="*/ 983394 h 5753325"/>
              <a:gd name="connsiteX18" fmla="*/ 6431878 w 6530408"/>
              <a:gd name="connsiteY18" fmla="*/ 1026728 h 5753325"/>
              <a:gd name="connsiteX19" fmla="*/ 6414269 w 6530408"/>
              <a:gd name="connsiteY19" fmla="*/ 1151111 h 5753325"/>
              <a:gd name="connsiteX20" fmla="*/ 6371722 w 6530408"/>
              <a:gd name="connsiteY20" fmla="*/ 1318080 h 5753325"/>
              <a:gd name="connsiteX21" fmla="*/ 6356023 w 6530408"/>
              <a:gd name="connsiteY21" fmla="*/ 1356227 h 5753325"/>
              <a:gd name="connsiteX22" fmla="*/ 6356157 w 6530408"/>
              <a:gd name="connsiteY22" fmla="*/ 1361967 h 5753325"/>
              <a:gd name="connsiteX23" fmla="*/ 6350613 w 6530408"/>
              <a:gd name="connsiteY23" fmla="*/ 1393569 h 5753325"/>
              <a:gd name="connsiteX24" fmla="*/ 6357062 w 6530408"/>
              <a:gd name="connsiteY24" fmla="*/ 1444071 h 5753325"/>
              <a:gd name="connsiteX25" fmla="*/ 6364832 w 6530408"/>
              <a:gd name="connsiteY25" fmla="*/ 1478763 h 5753325"/>
              <a:gd name="connsiteX26" fmla="*/ 6369745 w 6530408"/>
              <a:gd name="connsiteY26" fmla="*/ 1495680 h 5753325"/>
              <a:gd name="connsiteX27" fmla="*/ 6370898 w 6530408"/>
              <a:gd name="connsiteY27" fmla="*/ 1513331 h 5753325"/>
              <a:gd name="connsiteX28" fmla="*/ 6368801 w 6530408"/>
              <a:gd name="connsiteY28" fmla="*/ 1527414 h 5753325"/>
              <a:gd name="connsiteX29" fmla="*/ 6359177 w 6530408"/>
              <a:gd name="connsiteY29" fmla="*/ 1639513 h 5753325"/>
              <a:gd name="connsiteX30" fmla="*/ 6299489 w 6530408"/>
              <a:gd name="connsiteY30" fmla="*/ 1784860 h 5753325"/>
              <a:gd name="connsiteX31" fmla="*/ 6267878 w 6530408"/>
              <a:gd name="connsiteY31" fmla="*/ 1858572 h 5753325"/>
              <a:gd name="connsiteX32" fmla="*/ 6251146 w 6530408"/>
              <a:gd name="connsiteY32" fmla="*/ 1926167 h 5753325"/>
              <a:gd name="connsiteX33" fmla="*/ 6210686 w 6530408"/>
              <a:gd name="connsiteY33" fmla="*/ 2014834 h 5753325"/>
              <a:gd name="connsiteX34" fmla="*/ 6106652 w 6530408"/>
              <a:gd name="connsiteY34" fmla="*/ 2150572 h 5753325"/>
              <a:gd name="connsiteX35" fmla="*/ 6097813 w 6530408"/>
              <a:gd name="connsiteY35" fmla="*/ 2172208 h 5753325"/>
              <a:gd name="connsiteX36" fmla="*/ 6095990 w 6530408"/>
              <a:gd name="connsiteY36" fmla="*/ 2181185 h 5753325"/>
              <a:gd name="connsiteX37" fmla="*/ 6090126 w 6530408"/>
              <a:gd name="connsiteY37" fmla="*/ 2192533 h 5753325"/>
              <a:gd name="connsiteX38" fmla="*/ 6089503 w 6530408"/>
              <a:gd name="connsiteY38" fmla="*/ 2192543 h 5753325"/>
              <a:gd name="connsiteX39" fmla="*/ 6084946 w 6530408"/>
              <a:gd name="connsiteY39" fmla="*/ 2203694 h 5753325"/>
              <a:gd name="connsiteX40" fmla="*/ 5987861 w 6530408"/>
              <a:gd name="connsiteY40" fmla="*/ 2304868 h 5753325"/>
              <a:gd name="connsiteX41" fmla="*/ 5973439 w 6530408"/>
              <a:gd name="connsiteY41" fmla="*/ 2385635 h 5753325"/>
              <a:gd name="connsiteX42" fmla="*/ 5916727 w 6530408"/>
              <a:gd name="connsiteY42" fmla="*/ 2458777 h 5753325"/>
              <a:gd name="connsiteX43" fmla="*/ 5856524 w 6530408"/>
              <a:gd name="connsiteY43" fmla="*/ 2583281 h 5753325"/>
              <a:gd name="connsiteX44" fmla="*/ 5838091 w 6530408"/>
              <a:gd name="connsiteY44" fmla="*/ 2753474 h 5753325"/>
              <a:gd name="connsiteX45" fmla="*/ 5777471 w 6530408"/>
              <a:gd name="connsiteY45" fmla="*/ 2901570 h 5753325"/>
              <a:gd name="connsiteX46" fmla="*/ 5723992 w 6530408"/>
              <a:gd name="connsiteY46" fmla="*/ 2998752 h 5753325"/>
              <a:gd name="connsiteX47" fmla="*/ 5557886 w 6530408"/>
              <a:gd name="connsiteY47" fmla="*/ 3329735 h 5753325"/>
              <a:gd name="connsiteX48" fmla="*/ 5471501 w 6530408"/>
              <a:gd name="connsiteY48" fmla="*/ 3462221 h 5753325"/>
              <a:gd name="connsiteX49" fmla="*/ 5465154 w 6530408"/>
              <a:gd name="connsiteY49" fmla="*/ 3541065 h 5753325"/>
              <a:gd name="connsiteX50" fmla="*/ 5437889 w 6530408"/>
              <a:gd name="connsiteY50" fmla="*/ 3559927 h 5753325"/>
              <a:gd name="connsiteX51" fmla="*/ 5432770 w 6530408"/>
              <a:gd name="connsiteY51" fmla="*/ 3562948 h 5753325"/>
              <a:gd name="connsiteX52" fmla="*/ 5406795 w 6530408"/>
              <a:gd name="connsiteY52" fmla="*/ 3578594 h 5753325"/>
              <a:gd name="connsiteX53" fmla="*/ 5381495 w 6530408"/>
              <a:gd name="connsiteY53" fmla="*/ 3599883 h 5753325"/>
              <a:gd name="connsiteX54" fmla="*/ 5363689 w 6530408"/>
              <a:gd name="connsiteY54" fmla="*/ 3633299 h 5753325"/>
              <a:gd name="connsiteX55" fmla="*/ 5291870 w 6530408"/>
              <a:gd name="connsiteY55" fmla="*/ 3799039 h 5753325"/>
              <a:gd name="connsiteX56" fmla="*/ 5241600 w 6530408"/>
              <a:gd name="connsiteY56" fmla="*/ 3894238 h 5753325"/>
              <a:gd name="connsiteX57" fmla="*/ 5211041 w 6530408"/>
              <a:gd name="connsiteY57" fmla="*/ 3924184 h 5753325"/>
              <a:gd name="connsiteX58" fmla="*/ 5176073 w 6530408"/>
              <a:gd name="connsiteY58" fmla="*/ 3970179 h 5753325"/>
              <a:gd name="connsiteX59" fmla="*/ 5172826 w 6530408"/>
              <a:gd name="connsiteY59" fmla="*/ 3991773 h 5753325"/>
              <a:gd name="connsiteX60" fmla="*/ 5157053 w 6530408"/>
              <a:gd name="connsiteY60" fmla="*/ 3997708 h 5753325"/>
              <a:gd name="connsiteX61" fmla="*/ 5127922 w 6530408"/>
              <a:gd name="connsiteY61" fmla="*/ 4022660 h 5753325"/>
              <a:gd name="connsiteX62" fmla="*/ 5020872 w 6530408"/>
              <a:gd name="connsiteY62" fmla="*/ 4075951 h 5753325"/>
              <a:gd name="connsiteX63" fmla="*/ 4991410 w 6530408"/>
              <a:gd name="connsiteY63" fmla="*/ 4087598 h 5753325"/>
              <a:gd name="connsiteX64" fmla="*/ 4930112 w 6530408"/>
              <a:gd name="connsiteY64" fmla="*/ 4138459 h 5753325"/>
              <a:gd name="connsiteX65" fmla="*/ 4834224 w 6530408"/>
              <a:gd name="connsiteY65" fmla="*/ 4231643 h 5753325"/>
              <a:gd name="connsiteX66" fmla="*/ 4812599 w 6530408"/>
              <a:gd name="connsiteY66" fmla="*/ 4249449 h 5753325"/>
              <a:gd name="connsiteX67" fmla="*/ 4789188 w 6530408"/>
              <a:gd name="connsiteY67" fmla="*/ 4256678 h 5753325"/>
              <a:gd name="connsiteX68" fmla="*/ 4779554 w 6530408"/>
              <a:gd name="connsiteY68" fmla="*/ 4251313 h 5753325"/>
              <a:gd name="connsiteX69" fmla="*/ 4766885 w 6530408"/>
              <a:gd name="connsiteY69" fmla="*/ 4259812 h 5753325"/>
              <a:gd name="connsiteX70" fmla="*/ 4762510 w 6530408"/>
              <a:gd name="connsiteY70" fmla="*/ 4260383 h 5753325"/>
              <a:gd name="connsiteX71" fmla="*/ 4738416 w 6530408"/>
              <a:gd name="connsiteY71" fmla="*/ 4265355 h 5753325"/>
              <a:gd name="connsiteX72" fmla="*/ 4712007 w 6530408"/>
              <a:gd name="connsiteY72" fmla="*/ 4317892 h 5753325"/>
              <a:gd name="connsiteX73" fmla="*/ 4658930 w 6530408"/>
              <a:gd name="connsiteY73" fmla="*/ 4348041 h 5753325"/>
              <a:gd name="connsiteX74" fmla="*/ 4443526 w 6530408"/>
              <a:gd name="connsiteY74" fmla="*/ 4507851 h 5753325"/>
              <a:gd name="connsiteX75" fmla="*/ 4289766 w 6530408"/>
              <a:gd name="connsiteY75" fmla="*/ 4711450 h 5753325"/>
              <a:gd name="connsiteX76" fmla="*/ 4150870 w 6530408"/>
              <a:gd name="connsiteY76" fmla="*/ 4818480 h 5753325"/>
              <a:gd name="connsiteX77" fmla="*/ 4006639 w 6530408"/>
              <a:gd name="connsiteY77" fmla="*/ 4933815 h 5753325"/>
              <a:gd name="connsiteX78" fmla="*/ 3298210 w 6530408"/>
              <a:gd name="connsiteY78" fmla="*/ 5070790 h 5753325"/>
              <a:gd name="connsiteX79" fmla="*/ 2947678 w 6530408"/>
              <a:gd name="connsiteY79" fmla="*/ 5117869 h 5753325"/>
              <a:gd name="connsiteX80" fmla="*/ 2822169 w 6530408"/>
              <a:gd name="connsiteY80" fmla="*/ 5129396 h 5753325"/>
              <a:gd name="connsiteX81" fmla="*/ 2538773 w 6530408"/>
              <a:gd name="connsiteY81" fmla="*/ 5313397 h 5753325"/>
              <a:gd name="connsiteX82" fmla="*/ 2014500 w 6530408"/>
              <a:gd name="connsiteY82" fmla="*/ 5519744 h 5753325"/>
              <a:gd name="connsiteX83" fmla="*/ 1934391 w 6530408"/>
              <a:gd name="connsiteY83" fmla="*/ 5591335 h 5753325"/>
              <a:gd name="connsiteX84" fmla="*/ 1892550 w 6530408"/>
              <a:gd name="connsiteY84" fmla="*/ 5649708 h 5753325"/>
              <a:gd name="connsiteX85" fmla="*/ 1854769 w 6530408"/>
              <a:gd name="connsiteY85" fmla="*/ 5647691 h 5753325"/>
              <a:gd name="connsiteX86" fmla="*/ 1809461 w 6530408"/>
              <a:gd name="connsiteY86" fmla="*/ 5648628 h 5753325"/>
              <a:gd name="connsiteX87" fmla="*/ 1745150 w 6530408"/>
              <a:gd name="connsiteY87" fmla="*/ 5693879 h 5753325"/>
              <a:gd name="connsiteX88" fmla="*/ 1713375 w 6530408"/>
              <a:gd name="connsiteY88" fmla="*/ 5684672 h 5753325"/>
              <a:gd name="connsiteX89" fmla="*/ 1707808 w 6530408"/>
              <a:gd name="connsiteY89" fmla="*/ 5682611 h 5753325"/>
              <a:gd name="connsiteX90" fmla="*/ 1679313 w 6530408"/>
              <a:gd name="connsiteY90" fmla="*/ 5672360 h 5753325"/>
              <a:gd name="connsiteX91" fmla="*/ 1646933 w 6530408"/>
              <a:gd name="connsiteY91" fmla="*/ 5666227 h 5753325"/>
              <a:gd name="connsiteX92" fmla="*/ 1610055 w 6530408"/>
              <a:gd name="connsiteY92" fmla="*/ 5673643 h 5753325"/>
              <a:gd name="connsiteX93" fmla="*/ 1437641 w 6530408"/>
              <a:gd name="connsiteY93" fmla="*/ 5723266 h 5753325"/>
              <a:gd name="connsiteX94" fmla="*/ 1332869 w 6530408"/>
              <a:gd name="connsiteY94" fmla="*/ 5744752 h 5753325"/>
              <a:gd name="connsiteX95" fmla="*/ 1290525 w 6530408"/>
              <a:gd name="connsiteY95" fmla="*/ 5740036 h 5753325"/>
              <a:gd name="connsiteX96" fmla="*/ 1233107 w 6530408"/>
              <a:gd name="connsiteY96" fmla="*/ 5742106 h 5753325"/>
              <a:gd name="connsiteX97" fmla="*/ 1214532 w 6530408"/>
              <a:gd name="connsiteY97" fmla="*/ 5753325 h 5753325"/>
              <a:gd name="connsiteX98" fmla="*/ 1199955 w 6530408"/>
              <a:gd name="connsiteY98" fmla="*/ 5744831 h 5753325"/>
              <a:gd name="connsiteX99" fmla="*/ 1162337 w 6530408"/>
              <a:gd name="connsiteY99" fmla="*/ 5738048 h 5753325"/>
              <a:gd name="connsiteX100" fmla="*/ 1053457 w 6530408"/>
              <a:gd name="connsiteY100" fmla="*/ 5688676 h 5753325"/>
              <a:gd name="connsiteX101" fmla="*/ 1025798 w 6530408"/>
              <a:gd name="connsiteY101" fmla="*/ 5673166 h 5753325"/>
              <a:gd name="connsiteX102" fmla="*/ 947900 w 6530408"/>
              <a:gd name="connsiteY102" fmla="*/ 5657848 h 5753325"/>
              <a:gd name="connsiteX103" fmla="*/ 815627 w 6530408"/>
              <a:gd name="connsiteY103" fmla="*/ 5642557 h 5753325"/>
              <a:gd name="connsiteX104" fmla="*/ 788251 w 6530408"/>
              <a:gd name="connsiteY104" fmla="*/ 5637065 h 5753325"/>
              <a:gd name="connsiteX105" fmla="*/ 767822 w 6530408"/>
              <a:gd name="connsiteY105" fmla="*/ 5623450 h 5753325"/>
              <a:gd name="connsiteX106" fmla="*/ 765791 w 6530408"/>
              <a:gd name="connsiteY106" fmla="*/ 5612539 h 5753325"/>
              <a:gd name="connsiteX107" fmla="*/ 751230 w 6530408"/>
              <a:gd name="connsiteY107" fmla="*/ 5608092 h 5753325"/>
              <a:gd name="connsiteX108" fmla="*/ 748008 w 6530408"/>
              <a:gd name="connsiteY108" fmla="*/ 5605052 h 5753325"/>
              <a:gd name="connsiteX109" fmla="*/ 728871 w 6530408"/>
              <a:gd name="connsiteY109" fmla="*/ 5589469 h 5753325"/>
              <a:gd name="connsiteX110" fmla="*/ 671898 w 6530408"/>
              <a:gd name="connsiteY110" fmla="*/ 5602363 h 5753325"/>
              <a:gd name="connsiteX111" fmla="*/ 615065 w 6530408"/>
              <a:gd name="connsiteY111" fmla="*/ 5580257 h 5753325"/>
              <a:gd name="connsiteX112" fmla="*/ 355785 w 6530408"/>
              <a:gd name="connsiteY112" fmla="*/ 5514383 h 5753325"/>
              <a:gd name="connsiteX113" fmla="*/ 102269 w 6530408"/>
              <a:gd name="connsiteY113" fmla="*/ 5524347 h 5753325"/>
              <a:gd name="connsiteX114" fmla="*/ 13160 w 6530408"/>
              <a:gd name="connsiteY114" fmla="*/ 5514159 h 5753325"/>
              <a:gd name="connsiteX115" fmla="*/ 0 w 6530408"/>
              <a:gd name="connsiteY115" fmla="*/ 5511735 h 5753325"/>
              <a:gd name="connsiteX116" fmla="*/ 0 w 6530408"/>
              <a:gd name="connsiteY116" fmla="*/ 0 h 5753325"/>
              <a:gd name="connsiteX0" fmla="*/ 0 w 6506836"/>
              <a:gd name="connsiteY0" fmla="*/ 0 h 5753325"/>
              <a:gd name="connsiteX1" fmla="*/ 6438980 w 6506836"/>
              <a:gd name="connsiteY1" fmla="*/ 0 h 5753325"/>
              <a:gd name="connsiteX2" fmla="*/ 6439047 w 6506836"/>
              <a:gd name="connsiteY2" fmla="*/ 147 h 5753325"/>
              <a:gd name="connsiteX3" fmla="*/ 6443456 w 6506836"/>
              <a:gd name="connsiteY3" fmla="*/ 130105 h 5753325"/>
              <a:gd name="connsiteX4" fmla="*/ 6447632 w 6506836"/>
              <a:gd name="connsiteY4" fmla="*/ 170016 h 5753325"/>
              <a:gd name="connsiteX5" fmla="*/ 6465936 w 6506836"/>
              <a:gd name="connsiteY5" fmla="*/ 274847 h 5753325"/>
              <a:gd name="connsiteX6" fmla="*/ 6506836 w 6506836"/>
              <a:gd name="connsiteY6" fmla="*/ 331778 h 5753325"/>
              <a:gd name="connsiteX7" fmla="*/ 6488360 w 6506836"/>
              <a:gd name="connsiteY7" fmla="*/ 535865 h 5753325"/>
              <a:gd name="connsiteX8" fmla="*/ 6492864 w 6506836"/>
              <a:gd name="connsiteY8" fmla="*/ 615799 h 5753325"/>
              <a:gd name="connsiteX9" fmla="*/ 6459988 w 6506836"/>
              <a:gd name="connsiteY9" fmla="*/ 707628 h 5753325"/>
              <a:gd name="connsiteX10" fmla="*/ 6453989 w 6506836"/>
              <a:gd name="connsiteY10" fmla="*/ 711876 h 5753325"/>
              <a:gd name="connsiteX11" fmla="*/ 6453209 w 6506836"/>
              <a:gd name="connsiteY11" fmla="*/ 719127 h 5753325"/>
              <a:gd name="connsiteX12" fmla="*/ 6457662 w 6506836"/>
              <a:gd name="connsiteY12" fmla="*/ 723331 h 5753325"/>
              <a:gd name="connsiteX13" fmla="*/ 6447445 w 6506836"/>
              <a:gd name="connsiteY13" fmla="*/ 780003 h 5753325"/>
              <a:gd name="connsiteX14" fmla="*/ 6426552 w 6506836"/>
              <a:gd name="connsiteY14" fmla="*/ 845805 h 5753325"/>
              <a:gd name="connsiteX15" fmla="*/ 6434072 w 6506836"/>
              <a:gd name="connsiteY15" fmla="*/ 910733 h 5753325"/>
              <a:gd name="connsiteX16" fmla="*/ 6432570 w 6506836"/>
              <a:gd name="connsiteY16" fmla="*/ 983394 h 5753325"/>
              <a:gd name="connsiteX17" fmla="*/ 6431878 w 6506836"/>
              <a:gd name="connsiteY17" fmla="*/ 1026728 h 5753325"/>
              <a:gd name="connsiteX18" fmla="*/ 6414269 w 6506836"/>
              <a:gd name="connsiteY18" fmla="*/ 1151111 h 5753325"/>
              <a:gd name="connsiteX19" fmla="*/ 6371722 w 6506836"/>
              <a:gd name="connsiteY19" fmla="*/ 1318080 h 5753325"/>
              <a:gd name="connsiteX20" fmla="*/ 6356023 w 6506836"/>
              <a:gd name="connsiteY20" fmla="*/ 1356227 h 5753325"/>
              <a:gd name="connsiteX21" fmla="*/ 6356157 w 6506836"/>
              <a:gd name="connsiteY21" fmla="*/ 1361967 h 5753325"/>
              <a:gd name="connsiteX22" fmla="*/ 6350613 w 6506836"/>
              <a:gd name="connsiteY22" fmla="*/ 1393569 h 5753325"/>
              <a:gd name="connsiteX23" fmla="*/ 6357062 w 6506836"/>
              <a:gd name="connsiteY23" fmla="*/ 1444071 h 5753325"/>
              <a:gd name="connsiteX24" fmla="*/ 6364832 w 6506836"/>
              <a:gd name="connsiteY24" fmla="*/ 1478763 h 5753325"/>
              <a:gd name="connsiteX25" fmla="*/ 6369745 w 6506836"/>
              <a:gd name="connsiteY25" fmla="*/ 1495680 h 5753325"/>
              <a:gd name="connsiteX26" fmla="*/ 6370898 w 6506836"/>
              <a:gd name="connsiteY26" fmla="*/ 1513331 h 5753325"/>
              <a:gd name="connsiteX27" fmla="*/ 6368801 w 6506836"/>
              <a:gd name="connsiteY27" fmla="*/ 1527414 h 5753325"/>
              <a:gd name="connsiteX28" fmla="*/ 6359177 w 6506836"/>
              <a:gd name="connsiteY28" fmla="*/ 1639513 h 5753325"/>
              <a:gd name="connsiteX29" fmla="*/ 6299489 w 6506836"/>
              <a:gd name="connsiteY29" fmla="*/ 1784860 h 5753325"/>
              <a:gd name="connsiteX30" fmla="*/ 6267878 w 6506836"/>
              <a:gd name="connsiteY30" fmla="*/ 1858572 h 5753325"/>
              <a:gd name="connsiteX31" fmla="*/ 6251146 w 6506836"/>
              <a:gd name="connsiteY31" fmla="*/ 1926167 h 5753325"/>
              <a:gd name="connsiteX32" fmla="*/ 6210686 w 6506836"/>
              <a:gd name="connsiteY32" fmla="*/ 2014834 h 5753325"/>
              <a:gd name="connsiteX33" fmla="*/ 6106652 w 6506836"/>
              <a:gd name="connsiteY33" fmla="*/ 2150572 h 5753325"/>
              <a:gd name="connsiteX34" fmla="*/ 6097813 w 6506836"/>
              <a:gd name="connsiteY34" fmla="*/ 2172208 h 5753325"/>
              <a:gd name="connsiteX35" fmla="*/ 6095990 w 6506836"/>
              <a:gd name="connsiteY35" fmla="*/ 2181185 h 5753325"/>
              <a:gd name="connsiteX36" fmla="*/ 6090126 w 6506836"/>
              <a:gd name="connsiteY36" fmla="*/ 2192533 h 5753325"/>
              <a:gd name="connsiteX37" fmla="*/ 6089503 w 6506836"/>
              <a:gd name="connsiteY37" fmla="*/ 2192543 h 5753325"/>
              <a:gd name="connsiteX38" fmla="*/ 6084946 w 6506836"/>
              <a:gd name="connsiteY38" fmla="*/ 2203694 h 5753325"/>
              <a:gd name="connsiteX39" fmla="*/ 5987861 w 6506836"/>
              <a:gd name="connsiteY39" fmla="*/ 2304868 h 5753325"/>
              <a:gd name="connsiteX40" fmla="*/ 5973439 w 6506836"/>
              <a:gd name="connsiteY40" fmla="*/ 2385635 h 5753325"/>
              <a:gd name="connsiteX41" fmla="*/ 5916727 w 6506836"/>
              <a:gd name="connsiteY41" fmla="*/ 2458777 h 5753325"/>
              <a:gd name="connsiteX42" fmla="*/ 5856524 w 6506836"/>
              <a:gd name="connsiteY42" fmla="*/ 2583281 h 5753325"/>
              <a:gd name="connsiteX43" fmla="*/ 5838091 w 6506836"/>
              <a:gd name="connsiteY43" fmla="*/ 2753474 h 5753325"/>
              <a:gd name="connsiteX44" fmla="*/ 5777471 w 6506836"/>
              <a:gd name="connsiteY44" fmla="*/ 2901570 h 5753325"/>
              <a:gd name="connsiteX45" fmla="*/ 5723992 w 6506836"/>
              <a:gd name="connsiteY45" fmla="*/ 2998752 h 5753325"/>
              <a:gd name="connsiteX46" fmla="*/ 5557886 w 6506836"/>
              <a:gd name="connsiteY46" fmla="*/ 3329735 h 5753325"/>
              <a:gd name="connsiteX47" fmla="*/ 5471501 w 6506836"/>
              <a:gd name="connsiteY47" fmla="*/ 3462221 h 5753325"/>
              <a:gd name="connsiteX48" fmla="*/ 5465154 w 6506836"/>
              <a:gd name="connsiteY48" fmla="*/ 3541065 h 5753325"/>
              <a:gd name="connsiteX49" fmla="*/ 5437889 w 6506836"/>
              <a:gd name="connsiteY49" fmla="*/ 3559927 h 5753325"/>
              <a:gd name="connsiteX50" fmla="*/ 5432770 w 6506836"/>
              <a:gd name="connsiteY50" fmla="*/ 3562948 h 5753325"/>
              <a:gd name="connsiteX51" fmla="*/ 5406795 w 6506836"/>
              <a:gd name="connsiteY51" fmla="*/ 3578594 h 5753325"/>
              <a:gd name="connsiteX52" fmla="*/ 5381495 w 6506836"/>
              <a:gd name="connsiteY52" fmla="*/ 3599883 h 5753325"/>
              <a:gd name="connsiteX53" fmla="*/ 5363689 w 6506836"/>
              <a:gd name="connsiteY53" fmla="*/ 3633299 h 5753325"/>
              <a:gd name="connsiteX54" fmla="*/ 5291870 w 6506836"/>
              <a:gd name="connsiteY54" fmla="*/ 3799039 h 5753325"/>
              <a:gd name="connsiteX55" fmla="*/ 5241600 w 6506836"/>
              <a:gd name="connsiteY55" fmla="*/ 3894238 h 5753325"/>
              <a:gd name="connsiteX56" fmla="*/ 5211041 w 6506836"/>
              <a:gd name="connsiteY56" fmla="*/ 3924184 h 5753325"/>
              <a:gd name="connsiteX57" fmla="*/ 5176073 w 6506836"/>
              <a:gd name="connsiteY57" fmla="*/ 3970179 h 5753325"/>
              <a:gd name="connsiteX58" fmla="*/ 5172826 w 6506836"/>
              <a:gd name="connsiteY58" fmla="*/ 3991773 h 5753325"/>
              <a:gd name="connsiteX59" fmla="*/ 5157053 w 6506836"/>
              <a:gd name="connsiteY59" fmla="*/ 3997708 h 5753325"/>
              <a:gd name="connsiteX60" fmla="*/ 5127922 w 6506836"/>
              <a:gd name="connsiteY60" fmla="*/ 4022660 h 5753325"/>
              <a:gd name="connsiteX61" fmla="*/ 5020872 w 6506836"/>
              <a:gd name="connsiteY61" fmla="*/ 4075951 h 5753325"/>
              <a:gd name="connsiteX62" fmla="*/ 4991410 w 6506836"/>
              <a:gd name="connsiteY62" fmla="*/ 4087598 h 5753325"/>
              <a:gd name="connsiteX63" fmla="*/ 4930112 w 6506836"/>
              <a:gd name="connsiteY63" fmla="*/ 4138459 h 5753325"/>
              <a:gd name="connsiteX64" fmla="*/ 4834224 w 6506836"/>
              <a:gd name="connsiteY64" fmla="*/ 4231643 h 5753325"/>
              <a:gd name="connsiteX65" fmla="*/ 4812599 w 6506836"/>
              <a:gd name="connsiteY65" fmla="*/ 4249449 h 5753325"/>
              <a:gd name="connsiteX66" fmla="*/ 4789188 w 6506836"/>
              <a:gd name="connsiteY66" fmla="*/ 4256678 h 5753325"/>
              <a:gd name="connsiteX67" fmla="*/ 4779554 w 6506836"/>
              <a:gd name="connsiteY67" fmla="*/ 4251313 h 5753325"/>
              <a:gd name="connsiteX68" fmla="*/ 4766885 w 6506836"/>
              <a:gd name="connsiteY68" fmla="*/ 4259812 h 5753325"/>
              <a:gd name="connsiteX69" fmla="*/ 4762510 w 6506836"/>
              <a:gd name="connsiteY69" fmla="*/ 4260383 h 5753325"/>
              <a:gd name="connsiteX70" fmla="*/ 4738416 w 6506836"/>
              <a:gd name="connsiteY70" fmla="*/ 4265355 h 5753325"/>
              <a:gd name="connsiteX71" fmla="*/ 4712007 w 6506836"/>
              <a:gd name="connsiteY71" fmla="*/ 4317892 h 5753325"/>
              <a:gd name="connsiteX72" fmla="*/ 4658930 w 6506836"/>
              <a:gd name="connsiteY72" fmla="*/ 4348041 h 5753325"/>
              <a:gd name="connsiteX73" fmla="*/ 4443526 w 6506836"/>
              <a:gd name="connsiteY73" fmla="*/ 4507851 h 5753325"/>
              <a:gd name="connsiteX74" fmla="*/ 4289766 w 6506836"/>
              <a:gd name="connsiteY74" fmla="*/ 4711450 h 5753325"/>
              <a:gd name="connsiteX75" fmla="*/ 4150870 w 6506836"/>
              <a:gd name="connsiteY75" fmla="*/ 4818480 h 5753325"/>
              <a:gd name="connsiteX76" fmla="*/ 4006639 w 6506836"/>
              <a:gd name="connsiteY76" fmla="*/ 4933815 h 5753325"/>
              <a:gd name="connsiteX77" fmla="*/ 3298210 w 6506836"/>
              <a:gd name="connsiteY77" fmla="*/ 5070790 h 5753325"/>
              <a:gd name="connsiteX78" fmla="*/ 2947678 w 6506836"/>
              <a:gd name="connsiteY78" fmla="*/ 5117869 h 5753325"/>
              <a:gd name="connsiteX79" fmla="*/ 2822169 w 6506836"/>
              <a:gd name="connsiteY79" fmla="*/ 5129396 h 5753325"/>
              <a:gd name="connsiteX80" fmla="*/ 2538773 w 6506836"/>
              <a:gd name="connsiteY80" fmla="*/ 5313397 h 5753325"/>
              <a:gd name="connsiteX81" fmla="*/ 2014500 w 6506836"/>
              <a:gd name="connsiteY81" fmla="*/ 5519744 h 5753325"/>
              <a:gd name="connsiteX82" fmla="*/ 1934391 w 6506836"/>
              <a:gd name="connsiteY82" fmla="*/ 5591335 h 5753325"/>
              <a:gd name="connsiteX83" fmla="*/ 1892550 w 6506836"/>
              <a:gd name="connsiteY83" fmla="*/ 5649708 h 5753325"/>
              <a:gd name="connsiteX84" fmla="*/ 1854769 w 6506836"/>
              <a:gd name="connsiteY84" fmla="*/ 5647691 h 5753325"/>
              <a:gd name="connsiteX85" fmla="*/ 1809461 w 6506836"/>
              <a:gd name="connsiteY85" fmla="*/ 5648628 h 5753325"/>
              <a:gd name="connsiteX86" fmla="*/ 1745150 w 6506836"/>
              <a:gd name="connsiteY86" fmla="*/ 5693879 h 5753325"/>
              <a:gd name="connsiteX87" fmla="*/ 1713375 w 6506836"/>
              <a:gd name="connsiteY87" fmla="*/ 5684672 h 5753325"/>
              <a:gd name="connsiteX88" fmla="*/ 1707808 w 6506836"/>
              <a:gd name="connsiteY88" fmla="*/ 5682611 h 5753325"/>
              <a:gd name="connsiteX89" fmla="*/ 1679313 w 6506836"/>
              <a:gd name="connsiteY89" fmla="*/ 5672360 h 5753325"/>
              <a:gd name="connsiteX90" fmla="*/ 1646933 w 6506836"/>
              <a:gd name="connsiteY90" fmla="*/ 5666227 h 5753325"/>
              <a:gd name="connsiteX91" fmla="*/ 1610055 w 6506836"/>
              <a:gd name="connsiteY91" fmla="*/ 5673643 h 5753325"/>
              <a:gd name="connsiteX92" fmla="*/ 1437641 w 6506836"/>
              <a:gd name="connsiteY92" fmla="*/ 5723266 h 5753325"/>
              <a:gd name="connsiteX93" fmla="*/ 1332869 w 6506836"/>
              <a:gd name="connsiteY93" fmla="*/ 5744752 h 5753325"/>
              <a:gd name="connsiteX94" fmla="*/ 1290525 w 6506836"/>
              <a:gd name="connsiteY94" fmla="*/ 5740036 h 5753325"/>
              <a:gd name="connsiteX95" fmla="*/ 1233107 w 6506836"/>
              <a:gd name="connsiteY95" fmla="*/ 5742106 h 5753325"/>
              <a:gd name="connsiteX96" fmla="*/ 1214532 w 6506836"/>
              <a:gd name="connsiteY96" fmla="*/ 5753325 h 5753325"/>
              <a:gd name="connsiteX97" fmla="*/ 1199955 w 6506836"/>
              <a:gd name="connsiteY97" fmla="*/ 5744831 h 5753325"/>
              <a:gd name="connsiteX98" fmla="*/ 1162337 w 6506836"/>
              <a:gd name="connsiteY98" fmla="*/ 5738048 h 5753325"/>
              <a:gd name="connsiteX99" fmla="*/ 1053457 w 6506836"/>
              <a:gd name="connsiteY99" fmla="*/ 5688676 h 5753325"/>
              <a:gd name="connsiteX100" fmla="*/ 1025798 w 6506836"/>
              <a:gd name="connsiteY100" fmla="*/ 5673166 h 5753325"/>
              <a:gd name="connsiteX101" fmla="*/ 947900 w 6506836"/>
              <a:gd name="connsiteY101" fmla="*/ 5657848 h 5753325"/>
              <a:gd name="connsiteX102" fmla="*/ 815627 w 6506836"/>
              <a:gd name="connsiteY102" fmla="*/ 5642557 h 5753325"/>
              <a:gd name="connsiteX103" fmla="*/ 788251 w 6506836"/>
              <a:gd name="connsiteY103" fmla="*/ 5637065 h 5753325"/>
              <a:gd name="connsiteX104" fmla="*/ 767822 w 6506836"/>
              <a:gd name="connsiteY104" fmla="*/ 5623450 h 5753325"/>
              <a:gd name="connsiteX105" fmla="*/ 765791 w 6506836"/>
              <a:gd name="connsiteY105" fmla="*/ 5612539 h 5753325"/>
              <a:gd name="connsiteX106" fmla="*/ 751230 w 6506836"/>
              <a:gd name="connsiteY106" fmla="*/ 5608092 h 5753325"/>
              <a:gd name="connsiteX107" fmla="*/ 748008 w 6506836"/>
              <a:gd name="connsiteY107" fmla="*/ 5605052 h 5753325"/>
              <a:gd name="connsiteX108" fmla="*/ 728871 w 6506836"/>
              <a:gd name="connsiteY108" fmla="*/ 5589469 h 5753325"/>
              <a:gd name="connsiteX109" fmla="*/ 671898 w 6506836"/>
              <a:gd name="connsiteY109" fmla="*/ 5602363 h 5753325"/>
              <a:gd name="connsiteX110" fmla="*/ 615065 w 6506836"/>
              <a:gd name="connsiteY110" fmla="*/ 5580257 h 5753325"/>
              <a:gd name="connsiteX111" fmla="*/ 355785 w 6506836"/>
              <a:gd name="connsiteY111" fmla="*/ 5514383 h 5753325"/>
              <a:gd name="connsiteX112" fmla="*/ 102269 w 6506836"/>
              <a:gd name="connsiteY112" fmla="*/ 5524347 h 5753325"/>
              <a:gd name="connsiteX113" fmla="*/ 13160 w 6506836"/>
              <a:gd name="connsiteY113" fmla="*/ 5514159 h 5753325"/>
              <a:gd name="connsiteX114" fmla="*/ 0 w 6506836"/>
              <a:gd name="connsiteY114" fmla="*/ 5511735 h 5753325"/>
              <a:gd name="connsiteX115" fmla="*/ 0 w 6506836"/>
              <a:gd name="connsiteY115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465936 w 6492864"/>
              <a:gd name="connsiteY5" fmla="*/ 274847 h 5753325"/>
              <a:gd name="connsiteX6" fmla="*/ 6488360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396598 w 6492864"/>
              <a:gd name="connsiteY5" fmla="*/ 274847 h 5753325"/>
              <a:gd name="connsiteX6" fmla="*/ 6488360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396598 w 6492864"/>
              <a:gd name="connsiteY5" fmla="*/ 274847 h 5753325"/>
              <a:gd name="connsiteX6" fmla="*/ 6375685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62955"/>
              <a:gd name="connsiteY0" fmla="*/ 0 h 5753325"/>
              <a:gd name="connsiteX1" fmla="*/ 6438980 w 6462955"/>
              <a:gd name="connsiteY1" fmla="*/ 0 h 5753325"/>
              <a:gd name="connsiteX2" fmla="*/ 6439047 w 6462955"/>
              <a:gd name="connsiteY2" fmla="*/ 147 h 5753325"/>
              <a:gd name="connsiteX3" fmla="*/ 6443456 w 6462955"/>
              <a:gd name="connsiteY3" fmla="*/ 130105 h 5753325"/>
              <a:gd name="connsiteX4" fmla="*/ 6447632 w 6462955"/>
              <a:gd name="connsiteY4" fmla="*/ 170016 h 5753325"/>
              <a:gd name="connsiteX5" fmla="*/ 6396598 w 6462955"/>
              <a:gd name="connsiteY5" fmla="*/ 274847 h 5753325"/>
              <a:gd name="connsiteX6" fmla="*/ 6375685 w 6462955"/>
              <a:gd name="connsiteY6" fmla="*/ 535865 h 5753325"/>
              <a:gd name="connsiteX7" fmla="*/ 6354187 w 6462955"/>
              <a:gd name="connsiteY7" fmla="*/ 615799 h 5753325"/>
              <a:gd name="connsiteX8" fmla="*/ 6459988 w 6462955"/>
              <a:gd name="connsiteY8" fmla="*/ 707628 h 5753325"/>
              <a:gd name="connsiteX9" fmla="*/ 6453989 w 6462955"/>
              <a:gd name="connsiteY9" fmla="*/ 711876 h 5753325"/>
              <a:gd name="connsiteX10" fmla="*/ 6453209 w 6462955"/>
              <a:gd name="connsiteY10" fmla="*/ 719127 h 5753325"/>
              <a:gd name="connsiteX11" fmla="*/ 6457662 w 6462955"/>
              <a:gd name="connsiteY11" fmla="*/ 723331 h 5753325"/>
              <a:gd name="connsiteX12" fmla="*/ 6447445 w 6462955"/>
              <a:gd name="connsiteY12" fmla="*/ 780003 h 5753325"/>
              <a:gd name="connsiteX13" fmla="*/ 6426552 w 6462955"/>
              <a:gd name="connsiteY13" fmla="*/ 845805 h 5753325"/>
              <a:gd name="connsiteX14" fmla="*/ 6434072 w 6462955"/>
              <a:gd name="connsiteY14" fmla="*/ 910733 h 5753325"/>
              <a:gd name="connsiteX15" fmla="*/ 6432570 w 6462955"/>
              <a:gd name="connsiteY15" fmla="*/ 983394 h 5753325"/>
              <a:gd name="connsiteX16" fmla="*/ 6431878 w 6462955"/>
              <a:gd name="connsiteY16" fmla="*/ 1026728 h 5753325"/>
              <a:gd name="connsiteX17" fmla="*/ 6414269 w 6462955"/>
              <a:gd name="connsiteY17" fmla="*/ 1151111 h 5753325"/>
              <a:gd name="connsiteX18" fmla="*/ 6371722 w 6462955"/>
              <a:gd name="connsiteY18" fmla="*/ 1318080 h 5753325"/>
              <a:gd name="connsiteX19" fmla="*/ 6356023 w 6462955"/>
              <a:gd name="connsiteY19" fmla="*/ 1356227 h 5753325"/>
              <a:gd name="connsiteX20" fmla="*/ 6356157 w 6462955"/>
              <a:gd name="connsiteY20" fmla="*/ 1361967 h 5753325"/>
              <a:gd name="connsiteX21" fmla="*/ 6350613 w 6462955"/>
              <a:gd name="connsiteY21" fmla="*/ 1393569 h 5753325"/>
              <a:gd name="connsiteX22" fmla="*/ 6357062 w 6462955"/>
              <a:gd name="connsiteY22" fmla="*/ 1444071 h 5753325"/>
              <a:gd name="connsiteX23" fmla="*/ 6364832 w 6462955"/>
              <a:gd name="connsiteY23" fmla="*/ 1478763 h 5753325"/>
              <a:gd name="connsiteX24" fmla="*/ 6369745 w 6462955"/>
              <a:gd name="connsiteY24" fmla="*/ 1495680 h 5753325"/>
              <a:gd name="connsiteX25" fmla="*/ 6370898 w 6462955"/>
              <a:gd name="connsiteY25" fmla="*/ 1513331 h 5753325"/>
              <a:gd name="connsiteX26" fmla="*/ 6368801 w 6462955"/>
              <a:gd name="connsiteY26" fmla="*/ 1527414 h 5753325"/>
              <a:gd name="connsiteX27" fmla="*/ 6359177 w 6462955"/>
              <a:gd name="connsiteY27" fmla="*/ 1639513 h 5753325"/>
              <a:gd name="connsiteX28" fmla="*/ 6299489 w 6462955"/>
              <a:gd name="connsiteY28" fmla="*/ 1784860 h 5753325"/>
              <a:gd name="connsiteX29" fmla="*/ 6267878 w 6462955"/>
              <a:gd name="connsiteY29" fmla="*/ 1858572 h 5753325"/>
              <a:gd name="connsiteX30" fmla="*/ 6251146 w 6462955"/>
              <a:gd name="connsiteY30" fmla="*/ 1926167 h 5753325"/>
              <a:gd name="connsiteX31" fmla="*/ 6210686 w 6462955"/>
              <a:gd name="connsiteY31" fmla="*/ 2014834 h 5753325"/>
              <a:gd name="connsiteX32" fmla="*/ 6106652 w 6462955"/>
              <a:gd name="connsiteY32" fmla="*/ 2150572 h 5753325"/>
              <a:gd name="connsiteX33" fmla="*/ 6097813 w 6462955"/>
              <a:gd name="connsiteY33" fmla="*/ 2172208 h 5753325"/>
              <a:gd name="connsiteX34" fmla="*/ 6095990 w 6462955"/>
              <a:gd name="connsiteY34" fmla="*/ 2181185 h 5753325"/>
              <a:gd name="connsiteX35" fmla="*/ 6090126 w 6462955"/>
              <a:gd name="connsiteY35" fmla="*/ 2192533 h 5753325"/>
              <a:gd name="connsiteX36" fmla="*/ 6089503 w 6462955"/>
              <a:gd name="connsiteY36" fmla="*/ 2192543 h 5753325"/>
              <a:gd name="connsiteX37" fmla="*/ 6084946 w 6462955"/>
              <a:gd name="connsiteY37" fmla="*/ 2203694 h 5753325"/>
              <a:gd name="connsiteX38" fmla="*/ 5987861 w 6462955"/>
              <a:gd name="connsiteY38" fmla="*/ 2304868 h 5753325"/>
              <a:gd name="connsiteX39" fmla="*/ 5973439 w 6462955"/>
              <a:gd name="connsiteY39" fmla="*/ 2385635 h 5753325"/>
              <a:gd name="connsiteX40" fmla="*/ 5916727 w 6462955"/>
              <a:gd name="connsiteY40" fmla="*/ 2458777 h 5753325"/>
              <a:gd name="connsiteX41" fmla="*/ 5856524 w 6462955"/>
              <a:gd name="connsiteY41" fmla="*/ 2583281 h 5753325"/>
              <a:gd name="connsiteX42" fmla="*/ 5838091 w 6462955"/>
              <a:gd name="connsiteY42" fmla="*/ 2753474 h 5753325"/>
              <a:gd name="connsiteX43" fmla="*/ 5777471 w 6462955"/>
              <a:gd name="connsiteY43" fmla="*/ 2901570 h 5753325"/>
              <a:gd name="connsiteX44" fmla="*/ 5723992 w 6462955"/>
              <a:gd name="connsiteY44" fmla="*/ 2998752 h 5753325"/>
              <a:gd name="connsiteX45" fmla="*/ 5557886 w 6462955"/>
              <a:gd name="connsiteY45" fmla="*/ 3329735 h 5753325"/>
              <a:gd name="connsiteX46" fmla="*/ 5471501 w 6462955"/>
              <a:gd name="connsiteY46" fmla="*/ 3462221 h 5753325"/>
              <a:gd name="connsiteX47" fmla="*/ 5465154 w 6462955"/>
              <a:gd name="connsiteY47" fmla="*/ 3541065 h 5753325"/>
              <a:gd name="connsiteX48" fmla="*/ 5437889 w 6462955"/>
              <a:gd name="connsiteY48" fmla="*/ 3559927 h 5753325"/>
              <a:gd name="connsiteX49" fmla="*/ 5432770 w 6462955"/>
              <a:gd name="connsiteY49" fmla="*/ 3562948 h 5753325"/>
              <a:gd name="connsiteX50" fmla="*/ 5406795 w 6462955"/>
              <a:gd name="connsiteY50" fmla="*/ 3578594 h 5753325"/>
              <a:gd name="connsiteX51" fmla="*/ 5381495 w 6462955"/>
              <a:gd name="connsiteY51" fmla="*/ 3599883 h 5753325"/>
              <a:gd name="connsiteX52" fmla="*/ 5363689 w 6462955"/>
              <a:gd name="connsiteY52" fmla="*/ 3633299 h 5753325"/>
              <a:gd name="connsiteX53" fmla="*/ 5291870 w 6462955"/>
              <a:gd name="connsiteY53" fmla="*/ 3799039 h 5753325"/>
              <a:gd name="connsiteX54" fmla="*/ 5241600 w 6462955"/>
              <a:gd name="connsiteY54" fmla="*/ 3894238 h 5753325"/>
              <a:gd name="connsiteX55" fmla="*/ 5211041 w 6462955"/>
              <a:gd name="connsiteY55" fmla="*/ 3924184 h 5753325"/>
              <a:gd name="connsiteX56" fmla="*/ 5176073 w 6462955"/>
              <a:gd name="connsiteY56" fmla="*/ 3970179 h 5753325"/>
              <a:gd name="connsiteX57" fmla="*/ 5172826 w 6462955"/>
              <a:gd name="connsiteY57" fmla="*/ 3991773 h 5753325"/>
              <a:gd name="connsiteX58" fmla="*/ 5157053 w 6462955"/>
              <a:gd name="connsiteY58" fmla="*/ 3997708 h 5753325"/>
              <a:gd name="connsiteX59" fmla="*/ 5127922 w 6462955"/>
              <a:gd name="connsiteY59" fmla="*/ 4022660 h 5753325"/>
              <a:gd name="connsiteX60" fmla="*/ 5020872 w 6462955"/>
              <a:gd name="connsiteY60" fmla="*/ 4075951 h 5753325"/>
              <a:gd name="connsiteX61" fmla="*/ 4991410 w 6462955"/>
              <a:gd name="connsiteY61" fmla="*/ 4087598 h 5753325"/>
              <a:gd name="connsiteX62" fmla="*/ 4930112 w 6462955"/>
              <a:gd name="connsiteY62" fmla="*/ 4138459 h 5753325"/>
              <a:gd name="connsiteX63" fmla="*/ 4834224 w 6462955"/>
              <a:gd name="connsiteY63" fmla="*/ 4231643 h 5753325"/>
              <a:gd name="connsiteX64" fmla="*/ 4812599 w 6462955"/>
              <a:gd name="connsiteY64" fmla="*/ 4249449 h 5753325"/>
              <a:gd name="connsiteX65" fmla="*/ 4789188 w 6462955"/>
              <a:gd name="connsiteY65" fmla="*/ 4256678 h 5753325"/>
              <a:gd name="connsiteX66" fmla="*/ 4779554 w 6462955"/>
              <a:gd name="connsiteY66" fmla="*/ 4251313 h 5753325"/>
              <a:gd name="connsiteX67" fmla="*/ 4766885 w 6462955"/>
              <a:gd name="connsiteY67" fmla="*/ 4259812 h 5753325"/>
              <a:gd name="connsiteX68" fmla="*/ 4762510 w 6462955"/>
              <a:gd name="connsiteY68" fmla="*/ 4260383 h 5753325"/>
              <a:gd name="connsiteX69" fmla="*/ 4738416 w 6462955"/>
              <a:gd name="connsiteY69" fmla="*/ 4265355 h 5753325"/>
              <a:gd name="connsiteX70" fmla="*/ 4712007 w 6462955"/>
              <a:gd name="connsiteY70" fmla="*/ 4317892 h 5753325"/>
              <a:gd name="connsiteX71" fmla="*/ 4658930 w 6462955"/>
              <a:gd name="connsiteY71" fmla="*/ 4348041 h 5753325"/>
              <a:gd name="connsiteX72" fmla="*/ 4443526 w 6462955"/>
              <a:gd name="connsiteY72" fmla="*/ 4507851 h 5753325"/>
              <a:gd name="connsiteX73" fmla="*/ 4289766 w 6462955"/>
              <a:gd name="connsiteY73" fmla="*/ 4711450 h 5753325"/>
              <a:gd name="connsiteX74" fmla="*/ 4150870 w 6462955"/>
              <a:gd name="connsiteY74" fmla="*/ 4818480 h 5753325"/>
              <a:gd name="connsiteX75" fmla="*/ 4006639 w 6462955"/>
              <a:gd name="connsiteY75" fmla="*/ 4933815 h 5753325"/>
              <a:gd name="connsiteX76" fmla="*/ 3298210 w 6462955"/>
              <a:gd name="connsiteY76" fmla="*/ 5070790 h 5753325"/>
              <a:gd name="connsiteX77" fmla="*/ 2947678 w 6462955"/>
              <a:gd name="connsiteY77" fmla="*/ 5117869 h 5753325"/>
              <a:gd name="connsiteX78" fmla="*/ 2822169 w 6462955"/>
              <a:gd name="connsiteY78" fmla="*/ 5129396 h 5753325"/>
              <a:gd name="connsiteX79" fmla="*/ 2538773 w 6462955"/>
              <a:gd name="connsiteY79" fmla="*/ 5313397 h 5753325"/>
              <a:gd name="connsiteX80" fmla="*/ 2014500 w 6462955"/>
              <a:gd name="connsiteY80" fmla="*/ 5519744 h 5753325"/>
              <a:gd name="connsiteX81" fmla="*/ 1934391 w 6462955"/>
              <a:gd name="connsiteY81" fmla="*/ 5591335 h 5753325"/>
              <a:gd name="connsiteX82" fmla="*/ 1892550 w 6462955"/>
              <a:gd name="connsiteY82" fmla="*/ 5649708 h 5753325"/>
              <a:gd name="connsiteX83" fmla="*/ 1854769 w 6462955"/>
              <a:gd name="connsiteY83" fmla="*/ 5647691 h 5753325"/>
              <a:gd name="connsiteX84" fmla="*/ 1809461 w 6462955"/>
              <a:gd name="connsiteY84" fmla="*/ 5648628 h 5753325"/>
              <a:gd name="connsiteX85" fmla="*/ 1745150 w 6462955"/>
              <a:gd name="connsiteY85" fmla="*/ 5693879 h 5753325"/>
              <a:gd name="connsiteX86" fmla="*/ 1713375 w 6462955"/>
              <a:gd name="connsiteY86" fmla="*/ 5684672 h 5753325"/>
              <a:gd name="connsiteX87" fmla="*/ 1707808 w 6462955"/>
              <a:gd name="connsiteY87" fmla="*/ 5682611 h 5753325"/>
              <a:gd name="connsiteX88" fmla="*/ 1679313 w 6462955"/>
              <a:gd name="connsiteY88" fmla="*/ 5672360 h 5753325"/>
              <a:gd name="connsiteX89" fmla="*/ 1646933 w 6462955"/>
              <a:gd name="connsiteY89" fmla="*/ 5666227 h 5753325"/>
              <a:gd name="connsiteX90" fmla="*/ 1610055 w 6462955"/>
              <a:gd name="connsiteY90" fmla="*/ 5673643 h 5753325"/>
              <a:gd name="connsiteX91" fmla="*/ 1437641 w 6462955"/>
              <a:gd name="connsiteY91" fmla="*/ 5723266 h 5753325"/>
              <a:gd name="connsiteX92" fmla="*/ 1332869 w 6462955"/>
              <a:gd name="connsiteY92" fmla="*/ 5744752 h 5753325"/>
              <a:gd name="connsiteX93" fmla="*/ 1290525 w 6462955"/>
              <a:gd name="connsiteY93" fmla="*/ 5740036 h 5753325"/>
              <a:gd name="connsiteX94" fmla="*/ 1233107 w 6462955"/>
              <a:gd name="connsiteY94" fmla="*/ 5742106 h 5753325"/>
              <a:gd name="connsiteX95" fmla="*/ 1214532 w 6462955"/>
              <a:gd name="connsiteY95" fmla="*/ 5753325 h 5753325"/>
              <a:gd name="connsiteX96" fmla="*/ 1199955 w 6462955"/>
              <a:gd name="connsiteY96" fmla="*/ 5744831 h 5753325"/>
              <a:gd name="connsiteX97" fmla="*/ 1162337 w 6462955"/>
              <a:gd name="connsiteY97" fmla="*/ 5738048 h 5753325"/>
              <a:gd name="connsiteX98" fmla="*/ 1053457 w 6462955"/>
              <a:gd name="connsiteY98" fmla="*/ 5688676 h 5753325"/>
              <a:gd name="connsiteX99" fmla="*/ 1025798 w 6462955"/>
              <a:gd name="connsiteY99" fmla="*/ 5673166 h 5753325"/>
              <a:gd name="connsiteX100" fmla="*/ 947900 w 6462955"/>
              <a:gd name="connsiteY100" fmla="*/ 5657848 h 5753325"/>
              <a:gd name="connsiteX101" fmla="*/ 815627 w 6462955"/>
              <a:gd name="connsiteY101" fmla="*/ 5642557 h 5753325"/>
              <a:gd name="connsiteX102" fmla="*/ 788251 w 6462955"/>
              <a:gd name="connsiteY102" fmla="*/ 5637065 h 5753325"/>
              <a:gd name="connsiteX103" fmla="*/ 767822 w 6462955"/>
              <a:gd name="connsiteY103" fmla="*/ 5623450 h 5753325"/>
              <a:gd name="connsiteX104" fmla="*/ 765791 w 6462955"/>
              <a:gd name="connsiteY104" fmla="*/ 5612539 h 5753325"/>
              <a:gd name="connsiteX105" fmla="*/ 751230 w 6462955"/>
              <a:gd name="connsiteY105" fmla="*/ 5608092 h 5753325"/>
              <a:gd name="connsiteX106" fmla="*/ 748008 w 6462955"/>
              <a:gd name="connsiteY106" fmla="*/ 5605052 h 5753325"/>
              <a:gd name="connsiteX107" fmla="*/ 728871 w 6462955"/>
              <a:gd name="connsiteY107" fmla="*/ 5589469 h 5753325"/>
              <a:gd name="connsiteX108" fmla="*/ 671898 w 6462955"/>
              <a:gd name="connsiteY108" fmla="*/ 5602363 h 5753325"/>
              <a:gd name="connsiteX109" fmla="*/ 615065 w 6462955"/>
              <a:gd name="connsiteY109" fmla="*/ 5580257 h 5753325"/>
              <a:gd name="connsiteX110" fmla="*/ 355785 w 6462955"/>
              <a:gd name="connsiteY110" fmla="*/ 5514383 h 5753325"/>
              <a:gd name="connsiteX111" fmla="*/ 102269 w 6462955"/>
              <a:gd name="connsiteY111" fmla="*/ 5524347 h 5753325"/>
              <a:gd name="connsiteX112" fmla="*/ 13160 w 6462955"/>
              <a:gd name="connsiteY112" fmla="*/ 5514159 h 5753325"/>
              <a:gd name="connsiteX113" fmla="*/ 0 w 6462955"/>
              <a:gd name="connsiteY113" fmla="*/ 5511735 h 5753325"/>
              <a:gd name="connsiteX114" fmla="*/ 0 w 6462955"/>
              <a:gd name="connsiteY114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453989 w 6459988"/>
              <a:gd name="connsiteY9" fmla="*/ 711876 h 5753325"/>
              <a:gd name="connsiteX10" fmla="*/ 6453209 w 6459988"/>
              <a:gd name="connsiteY10" fmla="*/ 719127 h 5753325"/>
              <a:gd name="connsiteX11" fmla="*/ 6344988 w 6459988"/>
              <a:gd name="connsiteY11" fmla="*/ 697330 h 5753325"/>
              <a:gd name="connsiteX12" fmla="*/ 6447445 w 6459988"/>
              <a:gd name="connsiteY12" fmla="*/ 780003 h 5753325"/>
              <a:gd name="connsiteX13" fmla="*/ 6426552 w 6459988"/>
              <a:gd name="connsiteY13" fmla="*/ 845805 h 5753325"/>
              <a:gd name="connsiteX14" fmla="*/ 6434072 w 6459988"/>
              <a:gd name="connsiteY14" fmla="*/ 910733 h 5753325"/>
              <a:gd name="connsiteX15" fmla="*/ 6432570 w 6459988"/>
              <a:gd name="connsiteY15" fmla="*/ 983394 h 5753325"/>
              <a:gd name="connsiteX16" fmla="*/ 6431878 w 6459988"/>
              <a:gd name="connsiteY16" fmla="*/ 1026728 h 5753325"/>
              <a:gd name="connsiteX17" fmla="*/ 6414269 w 6459988"/>
              <a:gd name="connsiteY17" fmla="*/ 1151111 h 5753325"/>
              <a:gd name="connsiteX18" fmla="*/ 6371722 w 6459988"/>
              <a:gd name="connsiteY18" fmla="*/ 1318080 h 5753325"/>
              <a:gd name="connsiteX19" fmla="*/ 6356023 w 6459988"/>
              <a:gd name="connsiteY19" fmla="*/ 1356227 h 5753325"/>
              <a:gd name="connsiteX20" fmla="*/ 6356157 w 6459988"/>
              <a:gd name="connsiteY20" fmla="*/ 1361967 h 5753325"/>
              <a:gd name="connsiteX21" fmla="*/ 6350613 w 6459988"/>
              <a:gd name="connsiteY21" fmla="*/ 1393569 h 5753325"/>
              <a:gd name="connsiteX22" fmla="*/ 6357062 w 6459988"/>
              <a:gd name="connsiteY22" fmla="*/ 1444071 h 5753325"/>
              <a:gd name="connsiteX23" fmla="*/ 6364832 w 6459988"/>
              <a:gd name="connsiteY23" fmla="*/ 1478763 h 5753325"/>
              <a:gd name="connsiteX24" fmla="*/ 6369745 w 6459988"/>
              <a:gd name="connsiteY24" fmla="*/ 1495680 h 5753325"/>
              <a:gd name="connsiteX25" fmla="*/ 6370898 w 6459988"/>
              <a:gd name="connsiteY25" fmla="*/ 1513331 h 5753325"/>
              <a:gd name="connsiteX26" fmla="*/ 6368801 w 6459988"/>
              <a:gd name="connsiteY26" fmla="*/ 1527414 h 5753325"/>
              <a:gd name="connsiteX27" fmla="*/ 6359177 w 6459988"/>
              <a:gd name="connsiteY27" fmla="*/ 1639513 h 5753325"/>
              <a:gd name="connsiteX28" fmla="*/ 6299489 w 6459988"/>
              <a:gd name="connsiteY28" fmla="*/ 1784860 h 5753325"/>
              <a:gd name="connsiteX29" fmla="*/ 6267878 w 6459988"/>
              <a:gd name="connsiteY29" fmla="*/ 1858572 h 5753325"/>
              <a:gd name="connsiteX30" fmla="*/ 6251146 w 6459988"/>
              <a:gd name="connsiteY30" fmla="*/ 1926167 h 5753325"/>
              <a:gd name="connsiteX31" fmla="*/ 6210686 w 6459988"/>
              <a:gd name="connsiteY31" fmla="*/ 2014834 h 5753325"/>
              <a:gd name="connsiteX32" fmla="*/ 6106652 w 6459988"/>
              <a:gd name="connsiteY32" fmla="*/ 2150572 h 5753325"/>
              <a:gd name="connsiteX33" fmla="*/ 6097813 w 6459988"/>
              <a:gd name="connsiteY33" fmla="*/ 2172208 h 5753325"/>
              <a:gd name="connsiteX34" fmla="*/ 6095990 w 6459988"/>
              <a:gd name="connsiteY34" fmla="*/ 2181185 h 5753325"/>
              <a:gd name="connsiteX35" fmla="*/ 6090126 w 6459988"/>
              <a:gd name="connsiteY35" fmla="*/ 2192533 h 5753325"/>
              <a:gd name="connsiteX36" fmla="*/ 6089503 w 6459988"/>
              <a:gd name="connsiteY36" fmla="*/ 2192543 h 5753325"/>
              <a:gd name="connsiteX37" fmla="*/ 6084946 w 6459988"/>
              <a:gd name="connsiteY37" fmla="*/ 2203694 h 5753325"/>
              <a:gd name="connsiteX38" fmla="*/ 5987861 w 6459988"/>
              <a:gd name="connsiteY38" fmla="*/ 2304868 h 5753325"/>
              <a:gd name="connsiteX39" fmla="*/ 5973439 w 6459988"/>
              <a:gd name="connsiteY39" fmla="*/ 2385635 h 5753325"/>
              <a:gd name="connsiteX40" fmla="*/ 5916727 w 6459988"/>
              <a:gd name="connsiteY40" fmla="*/ 2458777 h 5753325"/>
              <a:gd name="connsiteX41" fmla="*/ 5856524 w 6459988"/>
              <a:gd name="connsiteY41" fmla="*/ 2583281 h 5753325"/>
              <a:gd name="connsiteX42" fmla="*/ 5838091 w 6459988"/>
              <a:gd name="connsiteY42" fmla="*/ 2753474 h 5753325"/>
              <a:gd name="connsiteX43" fmla="*/ 5777471 w 6459988"/>
              <a:gd name="connsiteY43" fmla="*/ 2901570 h 5753325"/>
              <a:gd name="connsiteX44" fmla="*/ 5723992 w 6459988"/>
              <a:gd name="connsiteY44" fmla="*/ 2998752 h 5753325"/>
              <a:gd name="connsiteX45" fmla="*/ 5557886 w 6459988"/>
              <a:gd name="connsiteY45" fmla="*/ 3329735 h 5753325"/>
              <a:gd name="connsiteX46" fmla="*/ 5471501 w 6459988"/>
              <a:gd name="connsiteY46" fmla="*/ 3462221 h 5753325"/>
              <a:gd name="connsiteX47" fmla="*/ 5465154 w 6459988"/>
              <a:gd name="connsiteY47" fmla="*/ 3541065 h 5753325"/>
              <a:gd name="connsiteX48" fmla="*/ 5437889 w 6459988"/>
              <a:gd name="connsiteY48" fmla="*/ 3559927 h 5753325"/>
              <a:gd name="connsiteX49" fmla="*/ 5432770 w 6459988"/>
              <a:gd name="connsiteY49" fmla="*/ 3562948 h 5753325"/>
              <a:gd name="connsiteX50" fmla="*/ 5406795 w 6459988"/>
              <a:gd name="connsiteY50" fmla="*/ 3578594 h 5753325"/>
              <a:gd name="connsiteX51" fmla="*/ 5381495 w 6459988"/>
              <a:gd name="connsiteY51" fmla="*/ 3599883 h 5753325"/>
              <a:gd name="connsiteX52" fmla="*/ 5363689 w 6459988"/>
              <a:gd name="connsiteY52" fmla="*/ 3633299 h 5753325"/>
              <a:gd name="connsiteX53" fmla="*/ 5291870 w 6459988"/>
              <a:gd name="connsiteY53" fmla="*/ 3799039 h 5753325"/>
              <a:gd name="connsiteX54" fmla="*/ 5241600 w 6459988"/>
              <a:gd name="connsiteY54" fmla="*/ 3894238 h 5753325"/>
              <a:gd name="connsiteX55" fmla="*/ 5211041 w 6459988"/>
              <a:gd name="connsiteY55" fmla="*/ 3924184 h 5753325"/>
              <a:gd name="connsiteX56" fmla="*/ 5176073 w 6459988"/>
              <a:gd name="connsiteY56" fmla="*/ 3970179 h 5753325"/>
              <a:gd name="connsiteX57" fmla="*/ 5172826 w 6459988"/>
              <a:gd name="connsiteY57" fmla="*/ 3991773 h 5753325"/>
              <a:gd name="connsiteX58" fmla="*/ 5157053 w 6459988"/>
              <a:gd name="connsiteY58" fmla="*/ 3997708 h 5753325"/>
              <a:gd name="connsiteX59" fmla="*/ 5127922 w 6459988"/>
              <a:gd name="connsiteY59" fmla="*/ 4022660 h 5753325"/>
              <a:gd name="connsiteX60" fmla="*/ 5020872 w 6459988"/>
              <a:gd name="connsiteY60" fmla="*/ 4075951 h 5753325"/>
              <a:gd name="connsiteX61" fmla="*/ 4991410 w 6459988"/>
              <a:gd name="connsiteY61" fmla="*/ 4087598 h 5753325"/>
              <a:gd name="connsiteX62" fmla="*/ 4930112 w 6459988"/>
              <a:gd name="connsiteY62" fmla="*/ 4138459 h 5753325"/>
              <a:gd name="connsiteX63" fmla="*/ 4834224 w 6459988"/>
              <a:gd name="connsiteY63" fmla="*/ 4231643 h 5753325"/>
              <a:gd name="connsiteX64" fmla="*/ 4812599 w 6459988"/>
              <a:gd name="connsiteY64" fmla="*/ 4249449 h 5753325"/>
              <a:gd name="connsiteX65" fmla="*/ 4789188 w 6459988"/>
              <a:gd name="connsiteY65" fmla="*/ 4256678 h 5753325"/>
              <a:gd name="connsiteX66" fmla="*/ 4779554 w 6459988"/>
              <a:gd name="connsiteY66" fmla="*/ 4251313 h 5753325"/>
              <a:gd name="connsiteX67" fmla="*/ 4766885 w 6459988"/>
              <a:gd name="connsiteY67" fmla="*/ 4259812 h 5753325"/>
              <a:gd name="connsiteX68" fmla="*/ 4762510 w 6459988"/>
              <a:gd name="connsiteY68" fmla="*/ 4260383 h 5753325"/>
              <a:gd name="connsiteX69" fmla="*/ 4738416 w 6459988"/>
              <a:gd name="connsiteY69" fmla="*/ 4265355 h 5753325"/>
              <a:gd name="connsiteX70" fmla="*/ 4712007 w 6459988"/>
              <a:gd name="connsiteY70" fmla="*/ 4317892 h 5753325"/>
              <a:gd name="connsiteX71" fmla="*/ 4658930 w 6459988"/>
              <a:gd name="connsiteY71" fmla="*/ 4348041 h 5753325"/>
              <a:gd name="connsiteX72" fmla="*/ 4443526 w 6459988"/>
              <a:gd name="connsiteY72" fmla="*/ 4507851 h 5753325"/>
              <a:gd name="connsiteX73" fmla="*/ 4289766 w 6459988"/>
              <a:gd name="connsiteY73" fmla="*/ 4711450 h 5753325"/>
              <a:gd name="connsiteX74" fmla="*/ 4150870 w 6459988"/>
              <a:gd name="connsiteY74" fmla="*/ 4818480 h 5753325"/>
              <a:gd name="connsiteX75" fmla="*/ 4006639 w 6459988"/>
              <a:gd name="connsiteY75" fmla="*/ 4933815 h 5753325"/>
              <a:gd name="connsiteX76" fmla="*/ 3298210 w 6459988"/>
              <a:gd name="connsiteY76" fmla="*/ 5070790 h 5753325"/>
              <a:gd name="connsiteX77" fmla="*/ 2947678 w 6459988"/>
              <a:gd name="connsiteY77" fmla="*/ 5117869 h 5753325"/>
              <a:gd name="connsiteX78" fmla="*/ 2822169 w 6459988"/>
              <a:gd name="connsiteY78" fmla="*/ 5129396 h 5753325"/>
              <a:gd name="connsiteX79" fmla="*/ 2538773 w 6459988"/>
              <a:gd name="connsiteY79" fmla="*/ 5313397 h 5753325"/>
              <a:gd name="connsiteX80" fmla="*/ 2014500 w 6459988"/>
              <a:gd name="connsiteY80" fmla="*/ 5519744 h 5753325"/>
              <a:gd name="connsiteX81" fmla="*/ 1934391 w 6459988"/>
              <a:gd name="connsiteY81" fmla="*/ 5591335 h 5753325"/>
              <a:gd name="connsiteX82" fmla="*/ 1892550 w 6459988"/>
              <a:gd name="connsiteY82" fmla="*/ 5649708 h 5753325"/>
              <a:gd name="connsiteX83" fmla="*/ 1854769 w 6459988"/>
              <a:gd name="connsiteY83" fmla="*/ 5647691 h 5753325"/>
              <a:gd name="connsiteX84" fmla="*/ 1809461 w 6459988"/>
              <a:gd name="connsiteY84" fmla="*/ 5648628 h 5753325"/>
              <a:gd name="connsiteX85" fmla="*/ 1745150 w 6459988"/>
              <a:gd name="connsiteY85" fmla="*/ 5693879 h 5753325"/>
              <a:gd name="connsiteX86" fmla="*/ 1713375 w 6459988"/>
              <a:gd name="connsiteY86" fmla="*/ 5684672 h 5753325"/>
              <a:gd name="connsiteX87" fmla="*/ 1707808 w 6459988"/>
              <a:gd name="connsiteY87" fmla="*/ 5682611 h 5753325"/>
              <a:gd name="connsiteX88" fmla="*/ 1679313 w 6459988"/>
              <a:gd name="connsiteY88" fmla="*/ 5672360 h 5753325"/>
              <a:gd name="connsiteX89" fmla="*/ 1646933 w 6459988"/>
              <a:gd name="connsiteY89" fmla="*/ 5666227 h 5753325"/>
              <a:gd name="connsiteX90" fmla="*/ 1610055 w 6459988"/>
              <a:gd name="connsiteY90" fmla="*/ 5673643 h 5753325"/>
              <a:gd name="connsiteX91" fmla="*/ 1437641 w 6459988"/>
              <a:gd name="connsiteY91" fmla="*/ 5723266 h 5753325"/>
              <a:gd name="connsiteX92" fmla="*/ 1332869 w 6459988"/>
              <a:gd name="connsiteY92" fmla="*/ 5744752 h 5753325"/>
              <a:gd name="connsiteX93" fmla="*/ 1290525 w 6459988"/>
              <a:gd name="connsiteY93" fmla="*/ 5740036 h 5753325"/>
              <a:gd name="connsiteX94" fmla="*/ 1233107 w 6459988"/>
              <a:gd name="connsiteY94" fmla="*/ 5742106 h 5753325"/>
              <a:gd name="connsiteX95" fmla="*/ 1214532 w 6459988"/>
              <a:gd name="connsiteY95" fmla="*/ 5753325 h 5753325"/>
              <a:gd name="connsiteX96" fmla="*/ 1199955 w 6459988"/>
              <a:gd name="connsiteY96" fmla="*/ 5744831 h 5753325"/>
              <a:gd name="connsiteX97" fmla="*/ 1162337 w 6459988"/>
              <a:gd name="connsiteY97" fmla="*/ 5738048 h 5753325"/>
              <a:gd name="connsiteX98" fmla="*/ 1053457 w 6459988"/>
              <a:gd name="connsiteY98" fmla="*/ 5688676 h 5753325"/>
              <a:gd name="connsiteX99" fmla="*/ 1025798 w 6459988"/>
              <a:gd name="connsiteY99" fmla="*/ 5673166 h 5753325"/>
              <a:gd name="connsiteX100" fmla="*/ 947900 w 6459988"/>
              <a:gd name="connsiteY100" fmla="*/ 5657848 h 5753325"/>
              <a:gd name="connsiteX101" fmla="*/ 815627 w 6459988"/>
              <a:gd name="connsiteY101" fmla="*/ 5642557 h 5753325"/>
              <a:gd name="connsiteX102" fmla="*/ 788251 w 6459988"/>
              <a:gd name="connsiteY102" fmla="*/ 5637065 h 5753325"/>
              <a:gd name="connsiteX103" fmla="*/ 767822 w 6459988"/>
              <a:gd name="connsiteY103" fmla="*/ 5623450 h 5753325"/>
              <a:gd name="connsiteX104" fmla="*/ 765791 w 6459988"/>
              <a:gd name="connsiteY104" fmla="*/ 5612539 h 5753325"/>
              <a:gd name="connsiteX105" fmla="*/ 751230 w 6459988"/>
              <a:gd name="connsiteY105" fmla="*/ 5608092 h 5753325"/>
              <a:gd name="connsiteX106" fmla="*/ 748008 w 6459988"/>
              <a:gd name="connsiteY106" fmla="*/ 5605052 h 5753325"/>
              <a:gd name="connsiteX107" fmla="*/ 728871 w 6459988"/>
              <a:gd name="connsiteY107" fmla="*/ 5589469 h 5753325"/>
              <a:gd name="connsiteX108" fmla="*/ 671898 w 6459988"/>
              <a:gd name="connsiteY108" fmla="*/ 5602363 h 5753325"/>
              <a:gd name="connsiteX109" fmla="*/ 615065 w 6459988"/>
              <a:gd name="connsiteY109" fmla="*/ 5580257 h 5753325"/>
              <a:gd name="connsiteX110" fmla="*/ 355785 w 6459988"/>
              <a:gd name="connsiteY110" fmla="*/ 5514383 h 5753325"/>
              <a:gd name="connsiteX111" fmla="*/ 102269 w 6459988"/>
              <a:gd name="connsiteY111" fmla="*/ 5524347 h 5753325"/>
              <a:gd name="connsiteX112" fmla="*/ 13160 w 6459988"/>
              <a:gd name="connsiteY112" fmla="*/ 5514159 h 5753325"/>
              <a:gd name="connsiteX113" fmla="*/ 0 w 6459988"/>
              <a:gd name="connsiteY113" fmla="*/ 5511735 h 5753325"/>
              <a:gd name="connsiteX114" fmla="*/ 0 w 6459988"/>
              <a:gd name="connsiteY114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453989 w 6459988"/>
              <a:gd name="connsiteY9" fmla="*/ 711876 h 5753325"/>
              <a:gd name="connsiteX10" fmla="*/ 6344988 w 6459988"/>
              <a:gd name="connsiteY10" fmla="*/ 697330 h 5753325"/>
              <a:gd name="connsiteX11" fmla="*/ 6447445 w 6459988"/>
              <a:gd name="connsiteY11" fmla="*/ 780003 h 5753325"/>
              <a:gd name="connsiteX12" fmla="*/ 6426552 w 6459988"/>
              <a:gd name="connsiteY12" fmla="*/ 845805 h 5753325"/>
              <a:gd name="connsiteX13" fmla="*/ 6434072 w 6459988"/>
              <a:gd name="connsiteY13" fmla="*/ 910733 h 5753325"/>
              <a:gd name="connsiteX14" fmla="*/ 6432570 w 6459988"/>
              <a:gd name="connsiteY14" fmla="*/ 983394 h 5753325"/>
              <a:gd name="connsiteX15" fmla="*/ 6431878 w 6459988"/>
              <a:gd name="connsiteY15" fmla="*/ 1026728 h 5753325"/>
              <a:gd name="connsiteX16" fmla="*/ 6414269 w 6459988"/>
              <a:gd name="connsiteY16" fmla="*/ 1151111 h 5753325"/>
              <a:gd name="connsiteX17" fmla="*/ 6371722 w 6459988"/>
              <a:gd name="connsiteY17" fmla="*/ 1318080 h 5753325"/>
              <a:gd name="connsiteX18" fmla="*/ 6356023 w 6459988"/>
              <a:gd name="connsiteY18" fmla="*/ 1356227 h 5753325"/>
              <a:gd name="connsiteX19" fmla="*/ 6356157 w 6459988"/>
              <a:gd name="connsiteY19" fmla="*/ 1361967 h 5753325"/>
              <a:gd name="connsiteX20" fmla="*/ 6350613 w 6459988"/>
              <a:gd name="connsiteY20" fmla="*/ 1393569 h 5753325"/>
              <a:gd name="connsiteX21" fmla="*/ 6357062 w 6459988"/>
              <a:gd name="connsiteY21" fmla="*/ 1444071 h 5753325"/>
              <a:gd name="connsiteX22" fmla="*/ 6364832 w 6459988"/>
              <a:gd name="connsiteY22" fmla="*/ 1478763 h 5753325"/>
              <a:gd name="connsiteX23" fmla="*/ 6369745 w 6459988"/>
              <a:gd name="connsiteY23" fmla="*/ 1495680 h 5753325"/>
              <a:gd name="connsiteX24" fmla="*/ 6370898 w 6459988"/>
              <a:gd name="connsiteY24" fmla="*/ 1513331 h 5753325"/>
              <a:gd name="connsiteX25" fmla="*/ 6368801 w 6459988"/>
              <a:gd name="connsiteY25" fmla="*/ 1527414 h 5753325"/>
              <a:gd name="connsiteX26" fmla="*/ 6359177 w 6459988"/>
              <a:gd name="connsiteY26" fmla="*/ 1639513 h 5753325"/>
              <a:gd name="connsiteX27" fmla="*/ 6299489 w 6459988"/>
              <a:gd name="connsiteY27" fmla="*/ 1784860 h 5753325"/>
              <a:gd name="connsiteX28" fmla="*/ 6267878 w 6459988"/>
              <a:gd name="connsiteY28" fmla="*/ 1858572 h 5753325"/>
              <a:gd name="connsiteX29" fmla="*/ 6251146 w 6459988"/>
              <a:gd name="connsiteY29" fmla="*/ 1926167 h 5753325"/>
              <a:gd name="connsiteX30" fmla="*/ 6210686 w 6459988"/>
              <a:gd name="connsiteY30" fmla="*/ 2014834 h 5753325"/>
              <a:gd name="connsiteX31" fmla="*/ 6106652 w 6459988"/>
              <a:gd name="connsiteY31" fmla="*/ 2150572 h 5753325"/>
              <a:gd name="connsiteX32" fmla="*/ 6097813 w 6459988"/>
              <a:gd name="connsiteY32" fmla="*/ 2172208 h 5753325"/>
              <a:gd name="connsiteX33" fmla="*/ 6095990 w 6459988"/>
              <a:gd name="connsiteY33" fmla="*/ 2181185 h 5753325"/>
              <a:gd name="connsiteX34" fmla="*/ 6090126 w 6459988"/>
              <a:gd name="connsiteY34" fmla="*/ 2192533 h 5753325"/>
              <a:gd name="connsiteX35" fmla="*/ 6089503 w 6459988"/>
              <a:gd name="connsiteY35" fmla="*/ 2192543 h 5753325"/>
              <a:gd name="connsiteX36" fmla="*/ 6084946 w 6459988"/>
              <a:gd name="connsiteY36" fmla="*/ 2203694 h 5753325"/>
              <a:gd name="connsiteX37" fmla="*/ 5987861 w 6459988"/>
              <a:gd name="connsiteY37" fmla="*/ 2304868 h 5753325"/>
              <a:gd name="connsiteX38" fmla="*/ 5973439 w 6459988"/>
              <a:gd name="connsiteY38" fmla="*/ 2385635 h 5753325"/>
              <a:gd name="connsiteX39" fmla="*/ 5916727 w 6459988"/>
              <a:gd name="connsiteY39" fmla="*/ 2458777 h 5753325"/>
              <a:gd name="connsiteX40" fmla="*/ 5856524 w 6459988"/>
              <a:gd name="connsiteY40" fmla="*/ 2583281 h 5753325"/>
              <a:gd name="connsiteX41" fmla="*/ 5838091 w 6459988"/>
              <a:gd name="connsiteY41" fmla="*/ 2753474 h 5753325"/>
              <a:gd name="connsiteX42" fmla="*/ 5777471 w 6459988"/>
              <a:gd name="connsiteY42" fmla="*/ 2901570 h 5753325"/>
              <a:gd name="connsiteX43" fmla="*/ 5723992 w 6459988"/>
              <a:gd name="connsiteY43" fmla="*/ 2998752 h 5753325"/>
              <a:gd name="connsiteX44" fmla="*/ 5557886 w 6459988"/>
              <a:gd name="connsiteY44" fmla="*/ 3329735 h 5753325"/>
              <a:gd name="connsiteX45" fmla="*/ 5471501 w 6459988"/>
              <a:gd name="connsiteY45" fmla="*/ 3462221 h 5753325"/>
              <a:gd name="connsiteX46" fmla="*/ 5465154 w 6459988"/>
              <a:gd name="connsiteY46" fmla="*/ 3541065 h 5753325"/>
              <a:gd name="connsiteX47" fmla="*/ 5437889 w 6459988"/>
              <a:gd name="connsiteY47" fmla="*/ 3559927 h 5753325"/>
              <a:gd name="connsiteX48" fmla="*/ 5432770 w 6459988"/>
              <a:gd name="connsiteY48" fmla="*/ 3562948 h 5753325"/>
              <a:gd name="connsiteX49" fmla="*/ 5406795 w 6459988"/>
              <a:gd name="connsiteY49" fmla="*/ 3578594 h 5753325"/>
              <a:gd name="connsiteX50" fmla="*/ 5381495 w 6459988"/>
              <a:gd name="connsiteY50" fmla="*/ 3599883 h 5753325"/>
              <a:gd name="connsiteX51" fmla="*/ 5363689 w 6459988"/>
              <a:gd name="connsiteY51" fmla="*/ 3633299 h 5753325"/>
              <a:gd name="connsiteX52" fmla="*/ 5291870 w 6459988"/>
              <a:gd name="connsiteY52" fmla="*/ 3799039 h 5753325"/>
              <a:gd name="connsiteX53" fmla="*/ 5241600 w 6459988"/>
              <a:gd name="connsiteY53" fmla="*/ 3894238 h 5753325"/>
              <a:gd name="connsiteX54" fmla="*/ 5211041 w 6459988"/>
              <a:gd name="connsiteY54" fmla="*/ 3924184 h 5753325"/>
              <a:gd name="connsiteX55" fmla="*/ 5176073 w 6459988"/>
              <a:gd name="connsiteY55" fmla="*/ 3970179 h 5753325"/>
              <a:gd name="connsiteX56" fmla="*/ 5172826 w 6459988"/>
              <a:gd name="connsiteY56" fmla="*/ 3991773 h 5753325"/>
              <a:gd name="connsiteX57" fmla="*/ 5157053 w 6459988"/>
              <a:gd name="connsiteY57" fmla="*/ 3997708 h 5753325"/>
              <a:gd name="connsiteX58" fmla="*/ 5127922 w 6459988"/>
              <a:gd name="connsiteY58" fmla="*/ 4022660 h 5753325"/>
              <a:gd name="connsiteX59" fmla="*/ 5020872 w 6459988"/>
              <a:gd name="connsiteY59" fmla="*/ 4075951 h 5753325"/>
              <a:gd name="connsiteX60" fmla="*/ 4991410 w 6459988"/>
              <a:gd name="connsiteY60" fmla="*/ 4087598 h 5753325"/>
              <a:gd name="connsiteX61" fmla="*/ 4930112 w 6459988"/>
              <a:gd name="connsiteY61" fmla="*/ 4138459 h 5753325"/>
              <a:gd name="connsiteX62" fmla="*/ 4834224 w 6459988"/>
              <a:gd name="connsiteY62" fmla="*/ 4231643 h 5753325"/>
              <a:gd name="connsiteX63" fmla="*/ 4812599 w 6459988"/>
              <a:gd name="connsiteY63" fmla="*/ 4249449 h 5753325"/>
              <a:gd name="connsiteX64" fmla="*/ 4789188 w 6459988"/>
              <a:gd name="connsiteY64" fmla="*/ 4256678 h 5753325"/>
              <a:gd name="connsiteX65" fmla="*/ 4779554 w 6459988"/>
              <a:gd name="connsiteY65" fmla="*/ 4251313 h 5753325"/>
              <a:gd name="connsiteX66" fmla="*/ 4766885 w 6459988"/>
              <a:gd name="connsiteY66" fmla="*/ 4259812 h 5753325"/>
              <a:gd name="connsiteX67" fmla="*/ 4762510 w 6459988"/>
              <a:gd name="connsiteY67" fmla="*/ 4260383 h 5753325"/>
              <a:gd name="connsiteX68" fmla="*/ 4738416 w 6459988"/>
              <a:gd name="connsiteY68" fmla="*/ 4265355 h 5753325"/>
              <a:gd name="connsiteX69" fmla="*/ 4712007 w 6459988"/>
              <a:gd name="connsiteY69" fmla="*/ 4317892 h 5753325"/>
              <a:gd name="connsiteX70" fmla="*/ 4658930 w 6459988"/>
              <a:gd name="connsiteY70" fmla="*/ 4348041 h 5753325"/>
              <a:gd name="connsiteX71" fmla="*/ 4443526 w 6459988"/>
              <a:gd name="connsiteY71" fmla="*/ 4507851 h 5753325"/>
              <a:gd name="connsiteX72" fmla="*/ 4289766 w 6459988"/>
              <a:gd name="connsiteY72" fmla="*/ 4711450 h 5753325"/>
              <a:gd name="connsiteX73" fmla="*/ 4150870 w 6459988"/>
              <a:gd name="connsiteY73" fmla="*/ 4818480 h 5753325"/>
              <a:gd name="connsiteX74" fmla="*/ 4006639 w 6459988"/>
              <a:gd name="connsiteY74" fmla="*/ 4933815 h 5753325"/>
              <a:gd name="connsiteX75" fmla="*/ 3298210 w 6459988"/>
              <a:gd name="connsiteY75" fmla="*/ 5070790 h 5753325"/>
              <a:gd name="connsiteX76" fmla="*/ 2947678 w 6459988"/>
              <a:gd name="connsiteY76" fmla="*/ 5117869 h 5753325"/>
              <a:gd name="connsiteX77" fmla="*/ 2822169 w 6459988"/>
              <a:gd name="connsiteY77" fmla="*/ 5129396 h 5753325"/>
              <a:gd name="connsiteX78" fmla="*/ 2538773 w 6459988"/>
              <a:gd name="connsiteY78" fmla="*/ 5313397 h 5753325"/>
              <a:gd name="connsiteX79" fmla="*/ 2014500 w 6459988"/>
              <a:gd name="connsiteY79" fmla="*/ 5519744 h 5753325"/>
              <a:gd name="connsiteX80" fmla="*/ 1934391 w 6459988"/>
              <a:gd name="connsiteY80" fmla="*/ 5591335 h 5753325"/>
              <a:gd name="connsiteX81" fmla="*/ 1892550 w 6459988"/>
              <a:gd name="connsiteY81" fmla="*/ 5649708 h 5753325"/>
              <a:gd name="connsiteX82" fmla="*/ 1854769 w 6459988"/>
              <a:gd name="connsiteY82" fmla="*/ 5647691 h 5753325"/>
              <a:gd name="connsiteX83" fmla="*/ 1809461 w 6459988"/>
              <a:gd name="connsiteY83" fmla="*/ 5648628 h 5753325"/>
              <a:gd name="connsiteX84" fmla="*/ 1745150 w 6459988"/>
              <a:gd name="connsiteY84" fmla="*/ 5693879 h 5753325"/>
              <a:gd name="connsiteX85" fmla="*/ 1713375 w 6459988"/>
              <a:gd name="connsiteY85" fmla="*/ 5684672 h 5753325"/>
              <a:gd name="connsiteX86" fmla="*/ 1707808 w 6459988"/>
              <a:gd name="connsiteY86" fmla="*/ 5682611 h 5753325"/>
              <a:gd name="connsiteX87" fmla="*/ 1679313 w 6459988"/>
              <a:gd name="connsiteY87" fmla="*/ 5672360 h 5753325"/>
              <a:gd name="connsiteX88" fmla="*/ 1646933 w 6459988"/>
              <a:gd name="connsiteY88" fmla="*/ 5666227 h 5753325"/>
              <a:gd name="connsiteX89" fmla="*/ 1610055 w 6459988"/>
              <a:gd name="connsiteY89" fmla="*/ 5673643 h 5753325"/>
              <a:gd name="connsiteX90" fmla="*/ 1437641 w 6459988"/>
              <a:gd name="connsiteY90" fmla="*/ 5723266 h 5753325"/>
              <a:gd name="connsiteX91" fmla="*/ 1332869 w 6459988"/>
              <a:gd name="connsiteY91" fmla="*/ 5744752 h 5753325"/>
              <a:gd name="connsiteX92" fmla="*/ 1290525 w 6459988"/>
              <a:gd name="connsiteY92" fmla="*/ 5740036 h 5753325"/>
              <a:gd name="connsiteX93" fmla="*/ 1233107 w 6459988"/>
              <a:gd name="connsiteY93" fmla="*/ 5742106 h 5753325"/>
              <a:gd name="connsiteX94" fmla="*/ 1214532 w 6459988"/>
              <a:gd name="connsiteY94" fmla="*/ 5753325 h 5753325"/>
              <a:gd name="connsiteX95" fmla="*/ 1199955 w 6459988"/>
              <a:gd name="connsiteY95" fmla="*/ 5744831 h 5753325"/>
              <a:gd name="connsiteX96" fmla="*/ 1162337 w 6459988"/>
              <a:gd name="connsiteY96" fmla="*/ 5738048 h 5753325"/>
              <a:gd name="connsiteX97" fmla="*/ 1053457 w 6459988"/>
              <a:gd name="connsiteY97" fmla="*/ 5688676 h 5753325"/>
              <a:gd name="connsiteX98" fmla="*/ 1025798 w 6459988"/>
              <a:gd name="connsiteY98" fmla="*/ 5673166 h 5753325"/>
              <a:gd name="connsiteX99" fmla="*/ 947900 w 6459988"/>
              <a:gd name="connsiteY99" fmla="*/ 5657848 h 5753325"/>
              <a:gd name="connsiteX100" fmla="*/ 815627 w 6459988"/>
              <a:gd name="connsiteY100" fmla="*/ 5642557 h 5753325"/>
              <a:gd name="connsiteX101" fmla="*/ 788251 w 6459988"/>
              <a:gd name="connsiteY101" fmla="*/ 5637065 h 5753325"/>
              <a:gd name="connsiteX102" fmla="*/ 767822 w 6459988"/>
              <a:gd name="connsiteY102" fmla="*/ 5623450 h 5753325"/>
              <a:gd name="connsiteX103" fmla="*/ 765791 w 6459988"/>
              <a:gd name="connsiteY103" fmla="*/ 5612539 h 5753325"/>
              <a:gd name="connsiteX104" fmla="*/ 751230 w 6459988"/>
              <a:gd name="connsiteY104" fmla="*/ 5608092 h 5753325"/>
              <a:gd name="connsiteX105" fmla="*/ 748008 w 6459988"/>
              <a:gd name="connsiteY105" fmla="*/ 5605052 h 5753325"/>
              <a:gd name="connsiteX106" fmla="*/ 728871 w 6459988"/>
              <a:gd name="connsiteY106" fmla="*/ 5589469 h 5753325"/>
              <a:gd name="connsiteX107" fmla="*/ 671898 w 6459988"/>
              <a:gd name="connsiteY107" fmla="*/ 5602363 h 5753325"/>
              <a:gd name="connsiteX108" fmla="*/ 615065 w 6459988"/>
              <a:gd name="connsiteY108" fmla="*/ 5580257 h 5753325"/>
              <a:gd name="connsiteX109" fmla="*/ 355785 w 6459988"/>
              <a:gd name="connsiteY109" fmla="*/ 5514383 h 5753325"/>
              <a:gd name="connsiteX110" fmla="*/ 102269 w 6459988"/>
              <a:gd name="connsiteY110" fmla="*/ 5524347 h 5753325"/>
              <a:gd name="connsiteX111" fmla="*/ 13160 w 6459988"/>
              <a:gd name="connsiteY111" fmla="*/ 5514159 h 5753325"/>
              <a:gd name="connsiteX112" fmla="*/ 0 w 6459988"/>
              <a:gd name="connsiteY112" fmla="*/ 5511735 h 5753325"/>
              <a:gd name="connsiteX113" fmla="*/ 0 w 6459988"/>
              <a:gd name="connsiteY113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344988 w 6459988"/>
              <a:gd name="connsiteY9" fmla="*/ 697330 h 5753325"/>
              <a:gd name="connsiteX10" fmla="*/ 6447445 w 6459988"/>
              <a:gd name="connsiteY10" fmla="*/ 780003 h 5753325"/>
              <a:gd name="connsiteX11" fmla="*/ 6426552 w 6459988"/>
              <a:gd name="connsiteY11" fmla="*/ 845805 h 5753325"/>
              <a:gd name="connsiteX12" fmla="*/ 6434072 w 6459988"/>
              <a:gd name="connsiteY12" fmla="*/ 910733 h 5753325"/>
              <a:gd name="connsiteX13" fmla="*/ 6432570 w 6459988"/>
              <a:gd name="connsiteY13" fmla="*/ 983394 h 5753325"/>
              <a:gd name="connsiteX14" fmla="*/ 6431878 w 6459988"/>
              <a:gd name="connsiteY14" fmla="*/ 1026728 h 5753325"/>
              <a:gd name="connsiteX15" fmla="*/ 6414269 w 6459988"/>
              <a:gd name="connsiteY15" fmla="*/ 1151111 h 5753325"/>
              <a:gd name="connsiteX16" fmla="*/ 6371722 w 6459988"/>
              <a:gd name="connsiteY16" fmla="*/ 1318080 h 5753325"/>
              <a:gd name="connsiteX17" fmla="*/ 6356023 w 6459988"/>
              <a:gd name="connsiteY17" fmla="*/ 1356227 h 5753325"/>
              <a:gd name="connsiteX18" fmla="*/ 6356157 w 6459988"/>
              <a:gd name="connsiteY18" fmla="*/ 1361967 h 5753325"/>
              <a:gd name="connsiteX19" fmla="*/ 6350613 w 6459988"/>
              <a:gd name="connsiteY19" fmla="*/ 1393569 h 5753325"/>
              <a:gd name="connsiteX20" fmla="*/ 6357062 w 6459988"/>
              <a:gd name="connsiteY20" fmla="*/ 1444071 h 5753325"/>
              <a:gd name="connsiteX21" fmla="*/ 6364832 w 6459988"/>
              <a:gd name="connsiteY21" fmla="*/ 1478763 h 5753325"/>
              <a:gd name="connsiteX22" fmla="*/ 6369745 w 6459988"/>
              <a:gd name="connsiteY22" fmla="*/ 1495680 h 5753325"/>
              <a:gd name="connsiteX23" fmla="*/ 6370898 w 6459988"/>
              <a:gd name="connsiteY23" fmla="*/ 1513331 h 5753325"/>
              <a:gd name="connsiteX24" fmla="*/ 6368801 w 6459988"/>
              <a:gd name="connsiteY24" fmla="*/ 1527414 h 5753325"/>
              <a:gd name="connsiteX25" fmla="*/ 6359177 w 6459988"/>
              <a:gd name="connsiteY25" fmla="*/ 1639513 h 5753325"/>
              <a:gd name="connsiteX26" fmla="*/ 6299489 w 6459988"/>
              <a:gd name="connsiteY26" fmla="*/ 1784860 h 5753325"/>
              <a:gd name="connsiteX27" fmla="*/ 6267878 w 6459988"/>
              <a:gd name="connsiteY27" fmla="*/ 1858572 h 5753325"/>
              <a:gd name="connsiteX28" fmla="*/ 6251146 w 6459988"/>
              <a:gd name="connsiteY28" fmla="*/ 1926167 h 5753325"/>
              <a:gd name="connsiteX29" fmla="*/ 6210686 w 6459988"/>
              <a:gd name="connsiteY29" fmla="*/ 2014834 h 5753325"/>
              <a:gd name="connsiteX30" fmla="*/ 6106652 w 6459988"/>
              <a:gd name="connsiteY30" fmla="*/ 2150572 h 5753325"/>
              <a:gd name="connsiteX31" fmla="*/ 6097813 w 6459988"/>
              <a:gd name="connsiteY31" fmla="*/ 2172208 h 5753325"/>
              <a:gd name="connsiteX32" fmla="*/ 6095990 w 6459988"/>
              <a:gd name="connsiteY32" fmla="*/ 2181185 h 5753325"/>
              <a:gd name="connsiteX33" fmla="*/ 6090126 w 6459988"/>
              <a:gd name="connsiteY33" fmla="*/ 2192533 h 5753325"/>
              <a:gd name="connsiteX34" fmla="*/ 6089503 w 6459988"/>
              <a:gd name="connsiteY34" fmla="*/ 2192543 h 5753325"/>
              <a:gd name="connsiteX35" fmla="*/ 6084946 w 6459988"/>
              <a:gd name="connsiteY35" fmla="*/ 2203694 h 5753325"/>
              <a:gd name="connsiteX36" fmla="*/ 5987861 w 6459988"/>
              <a:gd name="connsiteY36" fmla="*/ 2304868 h 5753325"/>
              <a:gd name="connsiteX37" fmla="*/ 5973439 w 6459988"/>
              <a:gd name="connsiteY37" fmla="*/ 2385635 h 5753325"/>
              <a:gd name="connsiteX38" fmla="*/ 5916727 w 6459988"/>
              <a:gd name="connsiteY38" fmla="*/ 2458777 h 5753325"/>
              <a:gd name="connsiteX39" fmla="*/ 5856524 w 6459988"/>
              <a:gd name="connsiteY39" fmla="*/ 2583281 h 5753325"/>
              <a:gd name="connsiteX40" fmla="*/ 5838091 w 6459988"/>
              <a:gd name="connsiteY40" fmla="*/ 2753474 h 5753325"/>
              <a:gd name="connsiteX41" fmla="*/ 5777471 w 6459988"/>
              <a:gd name="connsiteY41" fmla="*/ 2901570 h 5753325"/>
              <a:gd name="connsiteX42" fmla="*/ 5723992 w 6459988"/>
              <a:gd name="connsiteY42" fmla="*/ 2998752 h 5753325"/>
              <a:gd name="connsiteX43" fmla="*/ 5557886 w 6459988"/>
              <a:gd name="connsiteY43" fmla="*/ 3329735 h 5753325"/>
              <a:gd name="connsiteX44" fmla="*/ 5471501 w 6459988"/>
              <a:gd name="connsiteY44" fmla="*/ 3462221 h 5753325"/>
              <a:gd name="connsiteX45" fmla="*/ 5465154 w 6459988"/>
              <a:gd name="connsiteY45" fmla="*/ 3541065 h 5753325"/>
              <a:gd name="connsiteX46" fmla="*/ 5437889 w 6459988"/>
              <a:gd name="connsiteY46" fmla="*/ 3559927 h 5753325"/>
              <a:gd name="connsiteX47" fmla="*/ 5432770 w 6459988"/>
              <a:gd name="connsiteY47" fmla="*/ 3562948 h 5753325"/>
              <a:gd name="connsiteX48" fmla="*/ 5406795 w 6459988"/>
              <a:gd name="connsiteY48" fmla="*/ 3578594 h 5753325"/>
              <a:gd name="connsiteX49" fmla="*/ 5381495 w 6459988"/>
              <a:gd name="connsiteY49" fmla="*/ 3599883 h 5753325"/>
              <a:gd name="connsiteX50" fmla="*/ 5363689 w 6459988"/>
              <a:gd name="connsiteY50" fmla="*/ 3633299 h 5753325"/>
              <a:gd name="connsiteX51" fmla="*/ 5291870 w 6459988"/>
              <a:gd name="connsiteY51" fmla="*/ 3799039 h 5753325"/>
              <a:gd name="connsiteX52" fmla="*/ 5241600 w 6459988"/>
              <a:gd name="connsiteY52" fmla="*/ 3894238 h 5753325"/>
              <a:gd name="connsiteX53" fmla="*/ 5211041 w 6459988"/>
              <a:gd name="connsiteY53" fmla="*/ 3924184 h 5753325"/>
              <a:gd name="connsiteX54" fmla="*/ 5176073 w 6459988"/>
              <a:gd name="connsiteY54" fmla="*/ 3970179 h 5753325"/>
              <a:gd name="connsiteX55" fmla="*/ 5172826 w 6459988"/>
              <a:gd name="connsiteY55" fmla="*/ 3991773 h 5753325"/>
              <a:gd name="connsiteX56" fmla="*/ 5157053 w 6459988"/>
              <a:gd name="connsiteY56" fmla="*/ 3997708 h 5753325"/>
              <a:gd name="connsiteX57" fmla="*/ 5127922 w 6459988"/>
              <a:gd name="connsiteY57" fmla="*/ 4022660 h 5753325"/>
              <a:gd name="connsiteX58" fmla="*/ 5020872 w 6459988"/>
              <a:gd name="connsiteY58" fmla="*/ 4075951 h 5753325"/>
              <a:gd name="connsiteX59" fmla="*/ 4991410 w 6459988"/>
              <a:gd name="connsiteY59" fmla="*/ 4087598 h 5753325"/>
              <a:gd name="connsiteX60" fmla="*/ 4930112 w 6459988"/>
              <a:gd name="connsiteY60" fmla="*/ 4138459 h 5753325"/>
              <a:gd name="connsiteX61" fmla="*/ 4834224 w 6459988"/>
              <a:gd name="connsiteY61" fmla="*/ 4231643 h 5753325"/>
              <a:gd name="connsiteX62" fmla="*/ 4812599 w 6459988"/>
              <a:gd name="connsiteY62" fmla="*/ 4249449 h 5753325"/>
              <a:gd name="connsiteX63" fmla="*/ 4789188 w 6459988"/>
              <a:gd name="connsiteY63" fmla="*/ 4256678 h 5753325"/>
              <a:gd name="connsiteX64" fmla="*/ 4779554 w 6459988"/>
              <a:gd name="connsiteY64" fmla="*/ 4251313 h 5753325"/>
              <a:gd name="connsiteX65" fmla="*/ 4766885 w 6459988"/>
              <a:gd name="connsiteY65" fmla="*/ 4259812 h 5753325"/>
              <a:gd name="connsiteX66" fmla="*/ 4762510 w 6459988"/>
              <a:gd name="connsiteY66" fmla="*/ 4260383 h 5753325"/>
              <a:gd name="connsiteX67" fmla="*/ 4738416 w 6459988"/>
              <a:gd name="connsiteY67" fmla="*/ 4265355 h 5753325"/>
              <a:gd name="connsiteX68" fmla="*/ 4712007 w 6459988"/>
              <a:gd name="connsiteY68" fmla="*/ 4317892 h 5753325"/>
              <a:gd name="connsiteX69" fmla="*/ 4658930 w 6459988"/>
              <a:gd name="connsiteY69" fmla="*/ 4348041 h 5753325"/>
              <a:gd name="connsiteX70" fmla="*/ 4443526 w 6459988"/>
              <a:gd name="connsiteY70" fmla="*/ 4507851 h 5753325"/>
              <a:gd name="connsiteX71" fmla="*/ 4289766 w 6459988"/>
              <a:gd name="connsiteY71" fmla="*/ 4711450 h 5753325"/>
              <a:gd name="connsiteX72" fmla="*/ 4150870 w 6459988"/>
              <a:gd name="connsiteY72" fmla="*/ 4818480 h 5753325"/>
              <a:gd name="connsiteX73" fmla="*/ 4006639 w 6459988"/>
              <a:gd name="connsiteY73" fmla="*/ 4933815 h 5753325"/>
              <a:gd name="connsiteX74" fmla="*/ 3298210 w 6459988"/>
              <a:gd name="connsiteY74" fmla="*/ 5070790 h 5753325"/>
              <a:gd name="connsiteX75" fmla="*/ 2947678 w 6459988"/>
              <a:gd name="connsiteY75" fmla="*/ 5117869 h 5753325"/>
              <a:gd name="connsiteX76" fmla="*/ 2822169 w 6459988"/>
              <a:gd name="connsiteY76" fmla="*/ 5129396 h 5753325"/>
              <a:gd name="connsiteX77" fmla="*/ 2538773 w 6459988"/>
              <a:gd name="connsiteY77" fmla="*/ 5313397 h 5753325"/>
              <a:gd name="connsiteX78" fmla="*/ 2014500 w 6459988"/>
              <a:gd name="connsiteY78" fmla="*/ 5519744 h 5753325"/>
              <a:gd name="connsiteX79" fmla="*/ 1934391 w 6459988"/>
              <a:gd name="connsiteY79" fmla="*/ 5591335 h 5753325"/>
              <a:gd name="connsiteX80" fmla="*/ 1892550 w 6459988"/>
              <a:gd name="connsiteY80" fmla="*/ 5649708 h 5753325"/>
              <a:gd name="connsiteX81" fmla="*/ 1854769 w 6459988"/>
              <a:gd name="connsiteY81" fmla="*/ 5647691 h 5753325"/>
              <a:gd name="connsiteX82" fmla="*/ 1809461 w 6459988"/>
              <a:gd name="connsiteY82" fmla="*/ 5648628 h 5753325"/>
              <a:gd name="connsiteX83" fmla="*/ 1745150 w 6459988"/>
              <a:gd name="connsiteY83" fmla="*/ 5693879 h 5753325"/>
              <a:gd name="connsiteX84" fmla="*/ 1713375 w 6459988"/>
              <a:gd name="connsiteY84" fmla="*/ 5684672 h 5753325"/>
              <a:gd name="connsiteX85" fmla="*/ 1707808 w 6459988"/>
              <a:gd name="connsiteY85" fmla="*/ 5682611 h 5753325"/>
              <a:gd name="connsiteX86" fmla="*/ 1679313 w 6459988"/>
              <a:gd name="connsiteY86" fmla="*/ 5672360 h 5753325"/>
              <a:gd name="connsiteX87" fmla="*/ 1646933 w 6459988"/>
              <a:gd name="connsiteY87" fmla="*/ 5666227 h 5753325"/>
              <a:gd name="connsiteX88" fmla="*/ 1610055 w 6459988"/>
              <a:gd name="connsiteY88" fmla="*/ 5673643 h 5753325"/>
              <a:gd name="connsiteX89" fmla="*/ 1437641 w 6459988"/>
              <a:gd name="connsiteY89" fmla="*/ 5723266 h 5753325"/>
              <a:gd name="connsiteX90" fmla="*/ 1332869 w 6459988"/>
              <a:gd name="connsiteY90" fmla="*/ 5744752 h 5753325"/>
              <a:gd name="connsiteX91" fmla="*/ 1290525 w 6459988"/>
              <a:gd name="connsiteY91" fmla="*/ 5740036 h 5753325"/>
              <a:gd name="connsiteX92" fmla="*/ 1233107 w 6459988"/>
              <a:gd name="connsiteY92" fmla="*/ 5742106 h 5753325"/>
              <a:gd name="connsiteX93" fmla="*/ 1214532 w 6459988"/>
              <a:gd name="connsiteY93" fmla="*/ 5753325 h 5753325"/>
              <a:gd name="connsiteX94" fmla="*/ 1199955 w 6459988"/>
              <a:gd name="connsiteY94" fmla="*/ 5744831 h 5753325"/>
              <a:gd name="connsiteX95" fmla="*/ 1162337 w 6459988"/>
              <a:gd name="connsiteY95" fmla="*/ 5738048 h 5753325"/>
              <a:gd name="connsiteX96" fmla="*/ 1053457 w 6459988"/>
              <a:gd name="connsiteY96" fmla="*/ 5688676 h 5753325"/>
              <a:gd name="connsiteX97" fmla="*/ 1025798 w 6459988"/>
              <a:gd name="connsiteY97" fmla="*/ 5673166 h 5753325"/>
              <a:gd name="connsiteX98" fmla="*/ 947900 w 6459988"/>
              <a:gd name="connsiteY98" fmla="*/ 5657848 h 5753325"/>
              <a:gd name="connsiteX99" fmla="*/ 815627 w 6459988"/>
              <a:gd name="connsiteY99" fmla="*/ 5642557 h 5753325"/>
              <a:gd name="connsiteX100" fmla="*/ 788251 w 6459988"/>
              <a:gd name="connsiteY100" fmla="*/ 5637065 h 5753325"/>
              <a:gd name="connsiteX101" fmla="*/ 767822 w 6459988"/>
              <a:gd name="connsiteY101" fmla="*/ 5623450 h 5753325"/>
              <a:gd name="connsiteX102" fmla="*/ 765791 w 6459988"/>
              <a:gd name="connsiteY102" fmla="*/ 5612539 h 5753325"/>
              <a:gd name="connsiteX103" fmla="*/ 751230 w 6459988"/>
              <a:gd name="connsiteY103" fmla="*/ 5608092 h 5753325"/>
              <a:gd name="connsiteX104" fmla="*/ 748008 w 6459988"/>
              <a:gd name="connsiteY104" fmla="*/ 5605052 h 5753325"/>
              <a:gd name="connsiteX105" fmla="*/ 728871 w 6459988"/>
              <a:gd name="connsiteY105" fmla="*/ 5589469 h 5753325"/>
              <a:gd name="connsiteX106" fmla="*/ 671898 w 6459988"/>
              <a:gd name="connsiteY106" fmla="*/ 5602363 h 5753325"/>
              <a:gd name="connsiteX107" fmla="*/ 615065 w 6459988"/>
              <a:gd name="connsiteY107" fmla="*/ 5580257 h 5753325"/>
              <a:gd name="connsiteX108" fmla="*/ 355785 w 6459988"/>
              <a:gd name="connsiteY108" fmla="*/ 5514383 h 5753325"/>
              <a:gd name="connsiteX109" fmla="*/ 102269 w 6459988"/>
              <a:gd name="connsiteY109" fmla="*/ 5524347 h 5753325"/>
              <a:gd name="connsiteX110" fmla="*/ 13160 w 6459988"/>
              <a:gd name="connsiteY110" fmla="*/ 5514159 h 5753325"/>
              <a:gd name="connsiteX111" fmla="*/ 0 w 6459988"/>
              <a:gd name="connsiteY111" fmla="*/ 5511735 h 5753325"/>
              <a:gd name="connsiteX112" fmla="*/ 0 w 6459988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75685 w 6447632"/>
              <a:gd name="connsiteY6" fmla="*/ 535865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447445 w 6447632"/>
              <a:gd name="connsiteY10" fmla="*/ 780003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75685 w 6447632"/>
              <a:gd name="connsiteY6" fmla="*/ 535865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362266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05877 w 6447632"/>
              <a:gd name="connsiteY14" fmla="*/ 1026728 h 5753325"/>
              <a:gd name="connsiteX15" fmla="*/ 6362266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05877 w 6447632"/>
              <a:gd name="connsiteY13" fmla="*/ 1026728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405877 w 6447632"/>
              <a:gd name="connsiteY13" fmla="*/ 1026728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20797 w 6447632"/>
              <a:gd name="connsiteY14" fmla="*/ 1146964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09888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20797 w 6447632"/>
              <a:gd name="connsiteY14" fmla="*/ 1146964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3456"/>
              <a:gd name="connsiteY0" fmla="*/ 0 h 5753325"/>
              <a:gd name="connsiteX1" fmla="*/ 6438980 w 6443456"/>
              <a:gd name="connsiteY1" fmla="*/ 0 h 5753325"/>
              <a:gd name="connsiteX2" fmla="*/ 6439047 w 6443456"/>
              <a:gd name="connsiteY2" fmla="*/ 147 h 5753325"/>
              <a:gd name="connsiteX3" fmla="*/ 6443456 w 6443456"/>
              <a:gd name="connsiteY3" fmla="*/ 130105 h 5753325"/>
              <a:gd name="connsiteX4" fmla="*/ 6422751 w 6443456"/>
              <a:gd name="connsiteY4" fmla="*/ 174163 h 5753325"/>
              <a:gd name="connsiteX5" fmla="*/ 6396598 w 6443456"/>
              <a:gd name="connsiteY5" fmla="*/ 274847 h 5753325"/>
              <a:gd name="connsiteX6" fmla="*/ 6337615 w 6443456"/>
              <a:gd name="connsiteY6" fmla="*/ 471794 h 5753325"/>
              <a:gd name="connsiteX7" fmla="*/ 6304423 w 6443456"/>
              <a:gd name="connsiteY7" fmla="*/ 582623 h 5753325"/>
              <a:gd name="connsiteX8" fmla="*/ 6303977 w 6443456"/>
              <a:gd name="connsiteY8" fmla="*/ 664291 h 5753325"/>
              <a:gd name="connsiteX9" fmla="*/ 6299372 w 6443456"/>
              <a:gd name="connsiteY9" fmla="*/ 697330 h 5753325"/>
              <a:gd name="connsiteX10" fmla="*/ 6309888 w 6443456"/>
              <a:gd name="connsiteY10" fmla="*/ 754001 h 5753325"/>
              <a:gd name="connsiteX11" fmla="*/ 6339879 w 6443456"/>
              <a:gd name="connsiteY11" fmla="*/ 811136 h 5753325"/>
              <a:gd name="connsiteX12" fmla="*/ 6330065 w 6443456"/>
              <a:gd name="connsiteY12" fmla="*/ 893399 h 5753325"/>
              <a:gd name="connsiteX13" fmla="*/ 6328618 w 6443456"/>
              <a:gd name="connsiteY13" fmla="*/ 1009766 h 5753325"/>
              <a:gd name="connsiteX14" fmla="*/ 6320797 w 6443456"/>
              <a:gd name="connsiteY14" fmla="*/ 1146964 h 5753325"/>
              <a:gd name="connsiteX15" fmla="*/ 6334400 w 6443456"/>
              <a:gd name="connsiteY15" fmla="*/ 1280757 h 5753325"/>
              <a:gd name="connsiteX16" fmla="*/ 6356023 w 6443456"/>
              <a:gd name="connsiteY16" fmla="*/ 1356227 h 5753325"/>
              <a:gd name="connsiteX17" fmla="*/ 6356157 w 6443456"/>
              <a:gd name="connsiteY17" fmla="*/ 1361967 h 5753325"/>
              <a:gd name="connsiteX18" fmla="*/ 6350613 w 6443456"/>
              <a:gd name="connsiteY18" fmla="*/ 1393569 h 5753325"/>
              <a:gd name="connsiteX19" fmla="*/ 6357062 w 6443456"/>
              <a:gd name="connsiteY19" fmla="*/ 1444071 h 5753325"/>
              <a:gd name="connsiteX20" fmla="*/ 6364832 w 6443456"/>
              <a:gd name="connsiteY20" fmla="*/ 1478763 h 5753325"/>
              <a:gd name="connsiteX21" fmla="*/ 6369745 w 6443456"/>
              <a:gd name="connsiteY21" fmla="*/ 1495680 h 5753325"/>
              <a:gd name="connsiteX22" fmla="*/ 6370898 w 6443456"/>
              <a:gd name="connsiteY22" fmla="*/ 1513331 h 5753325"/>
              <a:gd name="connsiteX23" fmla="*/ 6339773 w 6443456"/>
              <a:gd name="connsiteY23" fmla="*/ 1527414 h 5753325"/>
              <a:gd name="connsiteX24" fmla="*/ 6321854 w 6443456"/>
              <a:gd name="connsiteY24" fmla="*/ 1635366 h 5753325"/>
              <a:gd name="connsiteX25" fmla="*/ 6299489 w 6443456"/>
              <a:gd name="connsiteY25" fmla="*/ 1784860 h 5753325"/>
              <a:gd name="connsiteX26" fmla="*/ 6267878 w 6443456"/>
              <a:gd name="connsiteY26" fmla="*/ 1858572 h 5753325"/>
              <a:gd name="connsiteX27" fmla="*/ 6251146 w 6443456"/>
              <a:gd name="connsiteY27" fmla="*/ 1926167 h 5753325"/>
              <a:gd name="connsiteX28" fmla="*/ 6210686 w 6443456"/>
              <a:gd name="connsiteY28" fmla="*/ 2014834 h 5753325"/>
              <a:gd name="connsiteX29" fmla="*/ 6106652 w 6443456"/>
              <a:gd name="connsiteY29" fmla="*/ 2150572 h 5753325"/>
              <a:gd name="connsiteX30" fmla="*/ 6097813 w 6443456"/>
              <a:gd name="connsiteY30" fmla="*/ 2172208 h 5753325"/>
              <a:gd name="connsiteX31" fmla="*/ 6095990 w 6443456"/>
              <a:gd name="connsiteY31" fmla="*/ 2181185 h 5753325"/>
              <a:gd name="connsiteX32" fmla="*/ 6090126 w 6443456"/>
              <a:gd name="connsiteY32" fmla="*/ 2192533 h 5753325"/>
              <a:gd name="connsiteX33" fmla="*/ 6089503 w 6443456"/>
              <a:gd name="connsiteY33" fmla="*/ 2192543 h 5753325"/>
              <a:gd name="connsiteX34" fmla="*/ 6084946 w 6443456"/>
              <a:gd name="connsiteY34" fmla="*/ 2203694 h 5753325"/>
              <a:gd name="connsiteX35" fmla="*/ 5987861 w 6443456"/>
              <a:gd name="connsiteY35" fmla="*/ 2304868 h 5753325"/>
              <a:gd name="connsiteX36" fmla="*/ 5973439 w 6443456"/>
              <a:gd name="connsiteY36" fmla="*/ 2385635 h 5753325"/>
              <a:gd name="connsiteX37" fmla="*/ 5916727 w 6443456"/>
              <a:gd name="connsiteY37" fmla="*/ 2458777 h 5753325"/>
              <a:gd name="connsiteX38" fmla="*/ 5856524 w 6443456"/>
              <a:gd name="connsiteY38" fmla="*/ 2583281 h 5753325"/>
              <a:gd name="connsiteX39" fmla="*/ 5838091 w 6443456"/>
              <a:gd name="connsiteY39" fmla="*/ 2753474 h 5753325"/>
              <a:gd name="connsiteX40" fmla="*/ 5744296 w 6443456"/>
              <a:gd name="connsiteY40" fmla="*/ 2893276 h 5753325"/>
              <a:gd name="connsiteX41" fmla="*/ 5682522 w 6443456"/>
              <a:gd name="connsiteY41" fmla="*/ 3044368 h 5753325"/>
              <a:gd name="connsiteX42" fmla="*/ 5557886 w 6443456"/>
              <a:gd name="connsiteY42" fmla="*/ 3304853 h 5753325"/>
              <a:gd name="connsiteX43" fmla="*/ 5483942 w 6443456"/>
              <a:gd name="connsiteY43" fmla="*/ 3416604 h 5753325"/>
              <a:gd name="connsiteX44" fmla="*/ 5461007 w 6443456"/>
              <a:gd name="connsiteY44" fmla="*/ 3503742 h 5753325"/>
              <a:gd name="connsiteX45" fmla="*/ 5437889 w 6443456"/>
              <a:gd name="connsiteY45" fmla="*/ 3559927 h 5753325"/>
              <a:gd name="connsiteX46" fmla="*/ 5432770 w 6443456"/>
              <a:gd name="connsiteY46" fmla="*/ 3562948 h 5753325"/>
              <a:gd name="connsiteX47" fmla="*/ 5406795 w 6443456"/>
              <a:gd name="connsiteY47" fmla="*/ 3578594 h 5753325"/>
              <a:gd name="connsiteX48" fmla="*/ 5381495 w 6443456"/>
              <a:gd name="connsiteY48" fmla="*/ 3599883 h 5753325"/>
              <a:gd name="connsiteX49" fmla="*/ 5363689 w 6443456"/>
              <a:gd name="connsiteY49" fmla="*/ 3633299 h 5753325"/>
              <a:gd name="connsiteX50" fmla="*/ 5291870 w 6443456"/>
              <a:gd name="connsiteY50" fmla="*/ 3799039 h 5753325"/>
              <a:gd name="connsiteX51" fmla="*/ 5241600 w 6443456"/>
              <a:gd name="connsiteY51" fmla="*/ 3894238 h 5753325"/>
              <a:gd name="connsiteX52" fmla="*/ 5211041 w 6443456"/>
              <a:gd name="connsiteY52" fmla="*/ 3924184 h 5753325"/>
              <a:gd name="connsiteX53" fmla="*/ 5176073 w 6443456"/>
              <a:gd name="connsiteY53" fmla="*/ 3970179 h 5753325"/>
              <a:gd name="connsiteX54" fmla="*/ 5172826 w 6443456"/>
              <a:gd name="connsiteY54" fmla="*/ 3991773 h 5753325"/>
              <a:gd name="connsiteX55" fmla="*/ 5157053 w 6443456"/>
              <a:gd name="connsiteY55" fmla="*/ 3997708 h 5753325"/>
              <a:gd name="connsiteX56" fmla="*/ 5127922 w 6443456"/>
              <a:gd name="connsiteY56" fmla="*/ 4022660 h 5753325"/>
              <a:gd name="connsiteX57" fmla="*/ 5020872 w 6443456"/>
              <a:gd name="connsiteY57" fmla="*/ 4075951 h 5753325"/>
              <a:gd name="connsiteX58" fmla="*/ 4991410 w 6443456"/>
              <a:gd name="connsiteY58" fmla="*/ 4087598 h 5753325"/>
              <a:gd name="connsiteX59" fmla="*/ 4930112 w 6443456"/>
              <a:gd name="connsiteY59" fmla="*/ 4138459 h 5753325"/>
              <a:gd name="connsiteX60" fmla="*/ 4834224 w 6443456"/>
              <a:gd name="connsiteY60" fmla="*/ 4231643 h 5753325"/>
              <a:gd name="connsiteX61" fmla="*/ 4812599 w 6443456"/>
              <a:gd name="connsiteY61" fmla="*/ 4249449 h 5753325"/>
              <a:gd name="connsiteX62" fmla="*/ 4789188 w 6443456"/>
              <a:gd name="connsiteY62" fmla="*/ 4256678 h 5753325"/>
              <a:gd name="connsiteX63" fmla="*/ 4779554 w 6443456"/>
              <a:gd name="connsiteY63" fmla="*/ 4251313 h 5753325"/>
              <a:gd name="connsiteX64" fmla="*/ 4766885 w 6443456"/>
              <a:gd name="connsiteY64" fmla="*/ 4259812 h 5753325"/>
              <a:gd name="connsiteX65" fmla="*/ 4762510 w 6443456"/>
              <a:gd name="connsiteY65" fmla="*/ 4260383 h 5753325"/>
              <a:gd name="connsiteX66" fmla="*/ 4738416 w 6443456"/>
              <a:gd name="connsiteY66" fmla="*/ 4265355 h 5753325"/>
              <a:gd name="connsiteX67" fmla="*/ 4712007 w 6443456"/>
              <a:gd name="connsiteY67" fmla="*/ 4317892 h 5753325"/>
              <a:gd name="connsiteX68" fmla="*/ 4658930 w 6443456"/>
              <a:gd name="connsiteY68" fmla="*/ 4348041 h 5753325"/>
              <a:gd name="connsiteX69" fmla="*/ 4443526 w 6443456"/>
              <a:gd name="connsiteY69" fmla="*/ 4507851 h 5753325"/>
              <a:gd name="connsiteX70" fmla="*/ 4289766 w 6443456"/>
              <a:gd name="connsiteY70" fmla="*/ 4711450 h 5753325"/>
              <a:gd name="connsiteX71" fmla="*/ 4150870 w 6443456"/>
              <a:gd name="connsiteY71" fmla="*/ 4818480 h 5753325"/>
              <a:gd name="connsiteX72" fmla="*/ 4006639 w 6443456"/>
              <a:gd name="connsiteY72" fmla="*/ 4933815 h 5753325"/>
              <a:gd name="connsiteX73" fmla="*/ 3298210 w 6443456"/>
              <a:gd name="connsiteY73" fmla="*/ 5070790 h 5753325"/>
              <a:gd name="connsiteX74" fmla="*/ 2947678 w 6443456"/>
              <a:gd name="connsiteY74" fmla="*/ 5117869 h 5753325"/>
              <a:gd name="connsiteX75" fmla="*/ 2822169 w 6443456"/>
              <a:gd name="connsiteY75" fmla="*/ 5129396 h 5753325"/>
              <a:gd name="connsiteX76" fmla="*/ 2538773 w 6443456"/>
              <a:gd name="connsiteY76" fmla="*/ 5313397 h 5753325"/>
              <a:gd name="connsiteX77" fmla="*/ 2014500 w 6443456"/>
              <a:gd name="connsiteY77" fmla="*/ 5519744 h 5753325"/>
              <a:gd name="connsiteX78" fmla="*/ 1934391 w 6443456"/>
              <a:gd name="connsiteY78" fmla="*/ 5591335 h 5753325"/>
              <a:gd name="connsiteX79" fmla="*/ 1892550 w 6443456"/>
              <a:gd name="connsiteY79" fmla="*/ 5649708 h 5753325"/>
              <a:gd name="connsiteX80" fmla="*/ 1854769 w 6443456"/>
              <a:gd name="connsiteY80" fmla="*/ 5647691 h 5753325"/>
              <a:gd name="connsiteX81" fmla="*/ 1809461 w 6443456"/>
              <a:gd name="connsiteY81" fmla="*/ 5648628 h 5753325"/>
              <a:gd name="connsiteX82" fmla="*/ 1745150 w 6443456"/>
              <a:gd name="connsiteY82" fmla="*/ 5693879 h 5753325"/>
              <a:gd name="connsiteX83" fmla="*/ 1713375 w 6443456"/>
              <a:gd name="connsiteY83" fmla="*/ 5684672 h 5753325"/>
              <a:gd name="connsiteX84" fmla="*/ 1707808 w 6443456"/>
              <a:gd name="connsiteY84" fmla="*/ 5682611 h 5753325"/>
              <a:gd name="connsiteX85" fmla="*/ 1679313 w 6443456"/>
              <a:gd name="connsiteY85" fmla="*/ 5672360 h 5753325"/>
              <a:gd name="connsiteX86" fmla="*/ 1646933 w 6443456"/>
              <a:gd name="connsiteY86" fmla="*/ 5666227 h 5753325"/>
              <a:gd name="connsiteX87" fmla="*/ 1610055 w 6443456"/>
              <a:gd name="connsiteY87" fmla="*/ 5673643 h 5753325"/>
              <a:gd name="connsiteX88" fmla="*/ 1437641 w 6443456"/>
              <a:gd name="connsiteY88" fmla="*/ 5723266 h 5753325"/>
              <a:gd name="connsiteX89" fmla="*/ 1332869 w 6443456"/>
              <a:gd name="connsiteY89" fmla="*/ 5744752 h 5753325"/>
              <a:gd name="connsiteX90" fmla="*/ 1290525 w 6443456"/>
              <a:gd name="connsiteY90" fmla="*/ 5740036 h 5753325"/>
              <a:gd name="connsiteX91" fmla="*/ 1233107 w 6443456"/>
              <a:gd name="connsiteY91" fmla="*/ 5742106 h 5753325"/>
              <a:gd name="connsiteX92" fmla="*/ 1214532 w 6443456"/>
              <a:gd name="connsiteY92" fmla="*/ 5753325 h 5753325"/>
              <a:gd name="connsiteX93" fmla="*/ 1199955 w 6443456"/>
              <a:gd name="connsiteY93" fmla="*/ 5744831 h 5753325"/>
              <a:gd name="connsiteX94" fmla="*/ 1162337 w 6443456"/>
              <a:gd name="connsiteY94" fmla="*/ 5738048 h 5753325"/>
              <a:gd name="connsiteX95" fmla="*/ 1053457 w 6443456"/>
              <a:gd name="connsiteY95" fmla="*/ 5688676 h 5753325"/>
              <a:gd name="connsiteX96" fmla="*/ 1025798 w 6443456"/>
              <a:gd name="connsiteY96" fmla="*/ 5673166 h 5753325"/>
              <a:gd name="connsiteX97" fmla="*/ 947900 w 6443456"/>
              <a:gd name="connsiteY97" fmla="*/ 5657848 h 5753325"/>
              <a:gd name="connsiteX98" fmla="*/ 815627 w 6443456"/>
              <a:gd name="connsiteY98" fmla="*/ 5642557 h 5753325"/>
              <a:gd name="connsiteX99" fmla="*/ 788251 w 6443456"/>
              <a:gd name="connsiteY99" fmla="*/ 5637065 h 5753325"/>
              <a:gd name="connsiteX100" fmla="*/ 767822 w 6443456"/>
              <a:gd name="connsiteY100" fmla="*/ 5623450 h 5753325"/>
              <a:gd name="connsiteX101" fmla="*/ 765791 w 6443456"/>
              <a:gd name="connsiteY101" fmla="*/ 5612539 h 5753325"/>
              <a:gd name="connsiteX102" fmla="*/ 751230 w 6443456"/>
              <a:gd name="connsiteY102" fmla="*/ 5608092 h 5753325"/>
              <a:gd name="connsiteX103" fmla="*/ 748008 w 6443456"/>
              <a:gd name="connsiteY103" fmla="*/ 5605052 h 5753325"/>
              <a:gd name="connsiteX104" fmla="*/ 728871 w 6443456"/>
              <a:gd name="connsiteY104" fmla="*/ 5589469 h 5753325"/>
              <a:gd name="connsiteX105" fmla="*/ 671898 w 6443456"/>
              <a:gd name="connsiteY105" fmla="*/ 5602363 h 5753325"/>
              <a:gd name="connsiteX106" fmla="*/ 615065 w 6443456"/>
              <a:gd name="connsiteY106" fmla="*/ 5580257 h 5753325"/>
              <a:gd name="connsiteX107" fmla="*/ 355785 w 6443456"/>
              <a:gd name="connsiteY107" fmla="*/ 5514383 h 5753325"/>
              <a:gd name="connsiteX108" fmla="*/ 102269 w 6443456"/>
              <a:gd name="connsiteY108" fmla="*/ 5524347 h 5753325"/>
              <a:gd name="connsiteX109" fmla="*/ 13160 w 6443456"/>
              <a:gd name="connsiteY109" fmla="*/ 5514159 h 5753325"/>
              <a:gd name="connsiteX110" fmla="*/ 0 w 6443456"/>
              <a:gd name="connsiteY110" fmla="*/ 5511735 h 5753325"/>
              <a:gd name="connsiteX111" fmla="*/ 0 w 6443456"/>
              <a:gd name="connsiteY111" fmla="*/ 0 h 5753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6443456" h="5753325">
                <a:moveTo>
                  <a:pt x="0" y="0"/>
                </a:moveTo>
                <a:lnTo>
                  <a:pt x="6438980" y="0"/>
                </a:lnTo>
                <a:cubicBezTo>
                  <a:pt x="6439002" y="49"/>
                  <a:pt x="6439025" y="98"/>
                  <a:pt x="6439047" y="147"/>
                </a:cubicBezTo>
                <a:lnTo>
                  <a:pt x="6443456" y="130105"/>
                </a:lnTo>
                <a:cubicBezTo>
                  <a:pt x="6430828" y="154008"/>
                  <a:pt x="6411458" y="168030"/>
                  <a:pt x="6422751" y="174163"/>
                </a:cubicBezTo>
                <a:cubicBezTo>
                  <a:pt x="6418487" y="214830"/>
                  <a:pt x="6390727" y="235497"/>
                  <a:pt x="6396598" y="274847"/>
                </a:cubicBezTo>
                <a:cubicBezTo>
                  <a:pt x="6403386" y="335822"/>
                  <a:pt x="6333127" y="414969"/>
                  <a:pt x="6337615" y="471794"/>
                </a:cubicBezTo>
                <a:cubicBezTo>
                  <a:pt x="6324407" y="534783"/>
                  <a:pt x="6296331" y="556933"/>
                  <a:pt x="6304423" y="582623"/>
                </a:cubicBezTo>
                <a:cubicBezTo>
                  <a:pt x="6293676" y="611941"/>
                  <a:pt x="6296956" y="631352"/>
                  <a:pt x="6303977" y="664291"/>
                </a:cubicBezTo>
                <a:cubicBezTo>
                  <a:pt x="6302444" y="677879"/>
                  <a:pt x="6301462" y="685268"/>
                  <a:pt x="6299372" y="697330"/>
                </a:cubicBezTo>
                <a:cubicBezTo>
                  <a:pt x="6314387" y="714913"/>
                  <a:pt x="6313827" y="721408"/>
                  <a:pt x="6309888" y="754001"/>
                </a:cubicBezTo>
                <a:cubicBezTo>
                  <a:pt x="6306930" y="769492"/>
                  <a:pt x="6343751" y="814234"/>
                  <a:pt x="6339879" y="811136"/>
                </a:cubicBezTo>
                <a:lnTo>
                  <a:pt x="6330065" y="893399"/>
                </a:lnTo>
                <a:cubicBezTo>
                  <a:pt x="6341065" y="929331"/>
                  <a:pt x="6340586" y="969703"/>
                  <a:pt x="6328618" y="1009766"/>
                </a:cubicBezTo>
                <a:cubicBezTo>
                  <a:pt x="6286987" y="1110847"/>
                  <a:pt x="6336677" y="1067927"/>
                  <a:pt x="6320797" y="1146964"/>
                </a:cubicBezTo>
                <a:cubicBezTo>
                  <a:pt x="6308238" y="1199586"/>
                  <a:pt x="6355190" y="1221191"/>
                  <a:pt x="6334400" y="1280757"/>
                </a:cubicBezTo>
                <a:lnTo>
                  <a:pt x="6356023" y="1356227"/>
                </a:lnTo>
                <a:cubicBezTo>
                  <a:pt x="6356068" y="1358140"/>
                  <a:pt x="6356112" y="1360054"/>
                  <a:pt x="6356157" y="1361967"/>
                </a:cubicBezTo>
                <a:cubicBezTo>
                  <a:pt x="6355533" y="1373512"/>
                  <a:pt x="6353847" y="1384370"/>
                  <a:pt x="6350613" y="1393569"/>
                </a:cubicBezTo>
                <a:cubicBezTo>
                  <a:pt x="6364468" y="1383914"/>
                  <a:pt x="6345614" y="1435855"/>
                  <a:pt x="6357062" y="1444071"/>
                </a:cubicBezTo>
                <a:cubicBezTo>
                  <a:pt x="6366618" y="1448518"/>
                  <a:pt x="6363125" y="1465312"/>
                  <a:pt x="6364832" y="1478763"/>
                </a:cubicBezTo>
                <a:cubicBezTo>
                  <a:pt x="6367033" y="1481449"/>
                  <a:pt x="6368644" y="1487606"/>
                  <a:pt x="6369745" y="1495680"/>
                </a:cubicBezTo>
                <a:cubicBezTo>
                  <a:pt x="6370129" y="1501564"/>
                  <a:pt x="6370514" y="1507447"/>
                  <a:pt x="6370898" y="1513331"/>
                </a:cubicBezTo>
                <a:lnTo>
                  <a:pt x="6339773" y="1527414"/>
                </a:lnTo>
                <a:cubicBezTo>
                  <a:pt x="6334226" y="1566662"/>
                  <a:pt x="6321052" y="1604564"/>
                  <a:pt x="6321854" y="1635366"/>
                </a:cubicBezTo>
                <a:cubicBezTo>
                  <a:pt x="6320655" y="1701187"/>
                  <a:pt x="6292278" y="1721205"/>
                  <a:pt x="6299489" y="1784860"/>
                </a:cubicBezTo>
                <a:cubicBezTo>
                  <a:pt x="6294212" y="1831400"/>
                  <a:pt x="6277478" y="1829559"/>
                  <a:pt x="6267878" y="1858572"/>
                </a:cubicBezTo>
                <a:lnTo>
                  <a:pt x="6251146" y="1926167"/>
                </a:lnTo>
                <a:lnTo>
                  <a:pt x="6210686" y="2014834"/>
                </a:lnTo>
                <a:lnTo>
                  <a:pt x="6106652" y="2150572"/>
                </a:lnTo>
                <a:lnTo>
                  <a:pt x="6097813" y="2172208"/>
                </a:lnTo>
                <a:lnTo>
                  <a:pt x="6095990" y="2181185"/>
                </a:lnTo>
                <a:cubicBezTo>
                  <a:pt x="6094176" y="2187056"/>
                  <a:pt x="6092249" y="2190556"/>
                  <a:pt x="6090126" y="2192533"/>
                </a:cubicBezTo>
                <a:lnTo>
                  <a:pt x="6089503" y="2192543"/>
                </a:lnTo>
                <a:lnTo>
                  <a:pt x="6084946" y="2203694"/>
                </a:lnTo>
                <a:cubicBezTo>
                  <a:pt x="6068006" y="2222414"/>
                  <a:pt x="6006445" y="2274546"/>
                  <a:pt x="5987861" y="2304868"/>
                </a:cubicBezTo>
                <a:lnTo>
                  <a:pt x="5973439" y="2385635"/>
                </a:lnTo>
                <a:lnTo>
                  <a:pt x="5916727" y="2458777"/>
                </a:lnTo>
                <a:cubicBezTo>
                  <a:pt x="5897241" y="2491718"/>
                  <a:pt x="5869630" y="2534165"/>
                  <a:pt x="5856524" y="2583281"/>
                </a:cubicBezTo>
                <a:cubicBezTo>
                  <a:pt x="5857506" y="2592319"/>
                  <a:pt x="5833326" y="2744711"/>
                  <a:pt x="5838091" y="2753474"/>
                </a:cubicBezTo>
                <a:cubicBezTo>
                  <a:pt x="5785248" y="2871502"/>
                  <a:pt x="5778642" y="2803565"/>
                  <a:pt x="5744296" y="2893276"/>
                </a:cubicBezTo>
                <a:cubicBezTo>
                  <a:pt x="5695297" y="2988328"/>
                  <a:pt x="5724634" y="2958553"/>
                  <a:pt x="5682522" y="3044368"/>
                </a:cubicBezTo>
                <a:cubicBezTo>
                  <a:pt x="5632185" y="3125072"/>
                  <a:pt x="5597317" y="3217236"/>
                  <a:pt x="5557886" y="3304853"/>
                </a:cubicBezTo>
                <a:cubicBezTo>
                  <a:pt x="5482395" y="3325072"/>
                  <a:pt x="5519234" y="3371478"/>
                  <a:pt x="5483942" y="3416604"/>
                </a:cubicBezTo>
                <a:cubicBezTo>
                  <a:pt x="5462927" y="3437263"/>
                  <a:pt x="5484515" y="3475608"/>
                  <a:pt x="5461007" y="3503742"/>
                </a:cubicBezTo>
                <a:cubicBezTo>
                  <a:pt x="5452964" y="3510933"/>
                  <a:pt x="5447709" y="3554203"/>
                  <a:pt x="5437889" y="3559927"/>
                </a:cubicBezTo>
                <a:lnTo>
                  <a:pt x="5432770" y="3562948"/>
                </a:lnTo>
                <a:lnTo>
                  <a:pt x="5406795" y="3578594"/>
                </a:lnTo>
                <a:lnTo>
                  <a:pt x="5381495" y="3599883"/>
                </a:lnTo>
                <a:cubicBezTo>
                  <a:pt x="5373777" y="3608845"/>
                  <a:pt x="5367528" y="3619642"/>
                  <a:pt x="5363689" y="3633299"/>
                </a:cubicBezTo>
                <a:cubicBezTo>
                  <a:pt x="5370837" y="3689178"/>
                  <a:pt x="5280250" y="3728687"/>
                  <a:pt x="5291870" y="3799039"/>
                </a:cubicBezTo>
                <a:cubicBezTo>
                  <a:pt x="5291660" y="3823262"/>
                  <a:pt x="5263601" y="3888134"/>
                  <a:pt x="5241600" y="3894238"/>
                </a:cubicBezTo>
                <a:cubicBezTo>
                  <a:pt x="5232312" y="3906493"/>
                  <a:pt x="5231731" y="3924583"/>
                  <a:pt x="5211041" y="3924184"/>
                </a:cubicBezTo>
                <a:cubicBezTo>
                  <a:pt x="5184976" y="3926521"/>
                  <a:pt x="5198956" y="3986438"/>
                  <a:pt x="5176073" y="3970179"/>
                </a:cubicBezTo>
                <a:lnTo>
                  <a:pt x="5172826" y="3991773"/>
                </a:lnTo>
                <a:lnTo>
                  <a:pt x="5157053" y="3997708"/>
                </a:lnTo>
                <a:cubicBezTo>
                  <a:pt x="5140589" y="4003541"/>
                  <a:pt x="5128715" y="4008828"/>
                  <a:pt x="5127922" y="4022660"/>
                </a:cubicBezTo>
                <a:cubicBezTo>
                  <a:pt x="5105225" y="4035701"/>
                  <a:pt x="5043623" y="4065128"/>
                  <a:pt x="5020872" y="4075951"/>
                </a:cubicBezTo>
                <a:cubicBezTo>
                  <a:pt x="5006705" y="4069570"/>
                  <a:pt x="5001251" y="4081880"/>
                  <a:pt x="4991410" y="4087598"/>
                </a:cubicBezTo>
                <a:cubicBezTo>
                  <a:pt x="4974522" y="4085320"/>
                  <a:pt x="4937025" y="4121806"/>
                  <a:pt x="4930112" y="4138459"/>
                </a:cubicBezTo>
                <a:cubicBezTo>
                  <a:pt x="4918473" y="4190437"/>
                  <a:pt x="4844909" y="4190974"/>
                  <a:pt x="4834224" y="4231643"/>
                </a:cubicBezTo>
                <a:cubicBezTo>
                  <a:pt x="4827758" y="4239937"/>
                  <a:pt x="4820427" y="4245543"/>
                  <a:pt x="4812599" y="4249449"/>
                </a:cubicBezTo>
                <a:lnTo>
                  <a:pt x="4789188" y="4256678"/>
                </a:lnTo>
                <a:lnTo>
                  <a:pt x="4779554" y="4251313"/>
                </a:lnTo>
                <a:lnTo>
                  <a:pt x="4766885" y="4259812"/>
                </a:lnTo>
                <a:lnTo>
                  <a:pt x="4762510" y="4260383"/>
                </a:lnTo>
                <a:cubicBezTo>
                  <a:pt x="4754131" y="4261437"/>
                  <a:pt x="4745977" y="4262766"/>
                  <a:pt x="4738416" y="4265355"/>
                </a:cubicBezTo>
                <a:cubicBezTo>
                  <a:pt x="4764694" y="4302719"/>
                  <a:pt x="4678447" y="4293536"/>
                  <a:pt x="4712007" y="4317892"/>
                </a:cubicBezTo>
                <a:cubicBezTo>
                  <a:pt x="4675039" y="4338619"/>
                  <a:pt x="4716682" y="4356361"/>
                  <a:pt x="4658930" y="4348041"/>
                </a:cubicBezTo>
                <a:cubicBezTo>
                  <a:pt x="4614182" y="4379702"/>
                  <a:pt x="4505053" y="4447283"/>
                  <a:pt x="4443526" y="4507851"/>
                </a:cubicBezTo>
                <a:cubicBezTo>
                  <a:pt x="4410144" y="4540439"/>
                  <a:pt x="4338540" y="4659677"/>
                  <a:pt x="4289766" y="4711450"/>
                </a:cubicBezTo>
                <a:cubicBezTo>
                  <a:pt x="4238344" y="4747694"/>
                  <a:pt x="4215457" y="4807131"/>
                  <a:pt x="4150870" y="4818480"/>
                </a:cubicBezTo>
                <a:cubicBezTo>
                  <a:pt x="4103683" y="4855538"/>
                  <a:pt x="4148748" y="4891762"/>
                  <a:pt x="4006639" y="4933815"/>
                </a:cubicBezTo>
                <a:cubicBezTo>
                  <a:pt x="3736045" y="4990755"/>
                  <a:pt x="3474704" y="5040115"/>
                  <a:pt x="3298210" y="5070790"/>
                </a:cubicBezTo>
                <a:cubicBezTo>
                  <a:pt x="3121717" y="5101466"/>
                  <a:pt x="3041810" y="5115566"/>
                  <a:pt x="2947678" y="5117869"/>
                </a:cubicBezTo>
                <a:cubicBezTo>
                  <a:pt x="2853544" y="5120174"/>
                  <a:pt x="2858560" y="5135060"/>
                  <a:pt x="2822169" y="5129396"/>
                </a:cubicBezTo>
                <a:lnTo>
                  <a:pt x="2538773" y="5313397"/>
                </a:lnTo>
                <a:cubicBezTo>
                  <a:pt x="2405817" y="5334661"/>
                  <a:pt x="2144167" y="5431620"/>
                  <a:pt x="2014500" y="5519744"/>
                </a:cubicBezTo>
                <a:cubicBezTo>
                  <a:pt x="1982084" y="5541774"/>
                  <a:pt x="1956346" y="5565847"/>
                  <a:pt x="1934391" y="5591335"/>
                </a:cubicBezTo>
                <a:lnTo>
                  <a:pt x="1892550" y="5649708"/>
                </a:lnTo>
                <a:lnTo>
                  <a:pt x="1854769" y="5647691"/>
                </a:lnTo>
                <a:cubicBezTo>
                  <a:pt x="1838936" y="5647705"/>
                  <a:pt x="1823701" y="5648312"/>
                  <a:pt x="1809461" y="5648628"/>
                </a:cubicBezTo>
                <a:cubicBezTo>
                  <a:pt x="1834147" y="5698228"/>
                  <a:pt x="1737274" y="5633540"/>
                  <a:pt x="1745150" y="5693879"/>
                </a:cubicBezTo>
                <a:cubicBezTo>
                  <a:pt x="1734532" y="5692199"/>
                  <a:pt x="1724002" y="5688669"/>
                  <a:pt x="1713375" y="5684672"/>
                </a:cubicBezTo>
                <a:lnTo>
                  <a:pt x="1707808" y="5682611"/>
                </a:lnTo>
                <a:lnTo>
                  <a:pt x="1679313" y="5672360"/>
                </a:lnTo>
                <a:lnTo>
                  <a:pt x="1646933" y="5666227"/>
                </a:lnTo>
                <a:cubicBezTo>
                  <a:pt x="1635170" y="5665926"/>
                  <a:pt x="1622939" y="5667937"/>
                  <a:pt x="1610055" y="5673643"/>
                </a:cubicBezTo>
                <a:cubicBezTo>
                  <a:pt x="1571890" y="5714775"/>
                  <a:pt x="1484024" y="5669440"/>
                  <a:pt x="1437641" y="5723266"/>
                </a:cubicBezTo>
                <a:cubicBezTo>
                  <a:pt x="1418992" y="5738521"/>
                  <a:pt x="1351540" y="5757985"/>
                  <a:pt x="1332869" y="5744752"/>
                </a:cubicBezTo>
                <a:cubicBezTo>
                  <a:pt x="1317589" y="5745326"/>
                  <a:pt x="1303391" y="5756388"/>
                  <a:pt x="1290525" y="5740036"/>
                </a:cubicBezTo>
                <a:cubicBezTo>
                  <a:pt x="1272146" y="5721242"/>
                  <a:pt x="1235243" y="5770261"/>
                  <a:pt x="1233107" y="5742106"/>
                </a:cubicBezTo>
                <a:lnTo>
                  <a:pt x="1214532" y="5753325"/>
                </a:lnTo>
                <a:lnTo>
                  <a:pt x="1199955" y="5744831"/>
                </a:lnTo>
                <a:cubicBezTo>
                  <a:pt x="1185016" y="5735734"/>
                  <a:pt x="1173414" y="5729861"/>
                  <a:pt x="1162337" y="5738048"/>
                </a:cubicBezTo>
                <a:cubicBezTo>
                  <a:pt x="1137920" y="5728689"/>
                  <a:pt x="1076212" y="5699490"/>
                  <a:pt x="1053457" y="5688676"/>
                </a:cubicBezTo>
                <a:cubicBezTo>
                  <a:pt x="1049315" y="5673592"/>
                  <a:pt x="1036434" y="5677184"/>
                  <a:pt x="1025798" y="5673166"/>
                </a:cubicBezTo>
                <a:cubicBezTo>
                  <a:pt x="1016787" y="5658576"/>
                  <a:pt x="965030" y="5652626"/>
                  <a:pt x="947900" y="5657848"/>
                </a:cubicBezTo>
                <a:cubicBezTo>
                  <a:pt x="900757" y="5681878"/>
                  <a:pt x="853518" y="5624981"/>
                  <a:pt x="815627" y="5642557"/>
                </a:cubicBezTo>
                <a:cubicBezTo>
                  <a:pt x="805172" y="5642805"/>
                  <a:pt x="796221" y="5640669"/>
                  <a:pt x="788251" y="5637065"/>
                </a:cubicBezTo>
                <a:lnTo>
                  <a:pt x="767822" y="5623450"/>
                </a:lnTo>
                <a:lnTo>
                  <a:pt x="765791" y="5612539"/>
                </a:lnTo>
                <a:lnTo>
                  <a:pt x="751230" y="5608092"/>
                </a:lnTo>
                <a:lnTo>
                  <a:pt x="748008" y="5605052"/>
                </a:lnTo>
                <a:cubicBezTo>
                  <a:pt x="741868" y="5599203"/>
                  <a:pt x="735661" y="5593704"/>
                  <a:pt x="728871" y="5589469"/>
                </a:cubicBezTo>
                <a:cubicBezTo>
                  <a:pt x="717035" y="5633700"/>
                  <a:pt x="669153" y="5560747"/>
                  <a:pt x="671898" y="5602363"/>
                </a:cubicBezTo>
                <a:cubicBezTo>
                  <a:pt x="632522" y="5586794"/>
                  <a:pt x="645467" y="5630489"/>
                  <a:pt x="615065" y="5580257"/>
                </a:cubicBezTo>
                <a:cubicBezTo>
                  <a:pt x="562379" y="5565593"/>
                  <a:pt x="441250" y="5523701"/>
                  <a:pt x="355785" y="5514383"/>
                </a:cubicBezTo>
                <a:cubicBezTo>
                  <a:pt x="309622" y="5509152"/>
                  <a:pt x="172894" y="5529342"/>
                  <a:pt x="102269" y="5524347"/>
                </a:cubicBezTo>
                <a:cubicBezTo>
                  <a:pt x="72050" y="5515878"/>
                  <a:pt x="41939" y="5516649"/>
                  <a:pt x="13160" y="5514159"/>
                </a:cubicBezTo>
                <a:lnTo>
                  <a:pt x="0" y="551173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307B4D-3CAD-3DEA-9E27-49B9BBEE8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68891"/>
            <a:ext cx="4259731" cy="1985085"/>
          </a:xfrm>
        </p:spPr>
        <p:txBody>
          <a:bodyPr anchor="b">
            <a:normAutofit/>
          </a:bodyPr>
          <a:lstStyle/>
          <a:p>
            <a:pPr algn="ctr"/>
            <a:r>
              <a:rPr lang="en-AU" sz="3100"/>
              <a:t>DQL: How much revenue did each card tier generate in November?</a:t>
            </a:r>
            <a:br>
              <a:rPr lang="en-US" sz="3100"/>
            </a:br>
            <a:endParaRPr lang="en-AU" sz="31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F93DC6C-1BFD-4414-BF23-471C8831C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664" y="3440576"/>
            <a:ext cx="4114800" cy="2675059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8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7216AC-6048-7EA8-CC63-52AD48A7C6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617" y="4291610"/>
            <a:ext cx="3836894" cy="978601"/>
          </a:xfrm>
          <a:prstGeom prst="rect">
            <a:avLst/>
          </a:prstGeom>
        </p:spPr>
      </p:pic>
      <p:sp>
        <p:nvSpPr>
          <p:cNvPr id="16" name="Rectangle 6">
            <a:extLst>
              <a:ext uri="{FF2B5EF4-FFF2-40B4-BE49-F238E27FC236}">
                <a16:creationId xmlns:a16="http://schemas.microsoft.com/office/drawing/2014/main" id="{001928A5-13A8-4372-8A77-BCAAE5553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4188" y="5840345"/>
            <a:ext cx="1707751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B2888-6DE2-695C-9DBC-276C9942A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6415" y="723153"/>
            <a:ext cx="4555782" cy="5392482"/>
          </a:xfrm>
        </p:spPr>
        <p:txBody>
          <a:bodyPr anchor="ctr">
            <a:normAutofit fontScale="92500" lnSpcReduction="10000"/>
          </a:bodyPr>
          <a:lstStyle/>
          <a:p>
            <a:r>
              <a:rPr lang="en-AU" sz="1900"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</a:p>
          <a:p>
            <a:r>
              <a:rPr lang="en-AU" sz="1900">
                <a:highlight>
                  <a:srgbClr val="FFFFFF"/>
                </a:highlight>
                <a:latin typeface="Cascadia Mono" panose="020B0609020000020004" pitchFamily="49" charset="0"/>
              </a:rPr>
              <a:t>    c.card_tier,</a:t>
            </a:r>
          </a:p>
          <a:p>
            <a:r>
              <a:rPr lang="en-US" sz="1900">
                <a:highlight>
                  <a:srgbClr val="FFFFFF"/>
                </a:highlight>
                <a:latin typeface="Cascadia Mono" panose="020B0609020000020004" pitchFamily="49" charset="0"/>
              </a:rPr>
              <a:t>    COUNT(t.transaction_id) AS transaction_count,</a:t>
            </a:r>
          </a:p>
          <a:p>
            <a:r>
              <a:rPr lang="en-US" sz="1900">
                <a:highlight>
                  <a:srgbClr val="FFFFFF"/>
                </a:highlight>
                <a:latin typeface="Cascadia Mono" panose="020B0609020000020004" pitchFamily="49" charset="0"/>
              </a:rPr>
              <a:t>    SUM(t.amount) AS total_revenue,</a:t>
            </a:r>
          </a:p>
          <a:p>
            <a:r>
              <a:rPr lang="en-US" sz="1900">
                <a:highlight>
                  <a:srgbClr val="FFFFFF"/>
                </a:highlight>
                <a:latin typeface="Cascadia Mono" panose="020B0609020000020004" pitchFamily="49" charset="0"/>
              </a:rPr>
              <a:t>    AVG(t.amount) AS avg_transaction_value</a:t>
            </a:r>
          </a:p>
          <a:p>
            <a:r>
              <a:rPr lang="en-AU" sz="1900">
                <a:highlight>
                  <a:srgbClr val="FFFFFF"/>
                </a:highlight>
                <a:latin typeface="Cascadia Mono" panose="020B0609020000020004" pitchFamily="49" charset="0"/>
              </a:rPr>
              <a:t>FROM cba_transactions t</a:t>
            </a:r>
          </a:p>
          <a:p>
            <a:r>
              <a:rPr lang="en-US" sz="1900">
                <a:highlight>
                  <a:srgbClr val="FFFFFF"/>
                </a:highlight>
                <a:latin typeface="Cascadia Mono" panose="020B0609020000020004" pitchFamily="49" charset="0"/>
              </a:rPr>
              <a:t>INNER JOIN cba_cardholders c ON t.card_number = c.card_number</a:t>
            </a:r>
          </a:p>
          <a:p>
            <a:r>
              <a:rPr lang="en-US" sz="1900">
                <a:highlight>
                  <a:srgbClr val="FFFFFF"/>
                </a:highlight>
                <a:latin typeface="Cascadia Mono" panose="020B0609020000020004" pitchFamily="49" charset="0"/>
              </a:rPr>
              <a:t>WHERE t.transaction_date &gt;= '2024-11-01' </a:t>
            </a:r>
          </a:p>
          <a:p>
            <a:r>
              <a:rPr lang="en-US" sz="1900">
                <a:highlight>
                  <a:srgbClr val="FFFFFF"/>
                </a:highlight>
                <a:latin typeface="Cascadia Mono" panose="020B0609020000020004" pitchFamily="49" charset="0"/>
              </a:rPr>
              <a:t>  AND t.transaction_date &lt; '2024-12-01'</a:t>
            </a:r>
          </a:p>
          <a:p>
            <a:r>
              <a:rPr lang="en-US" sz="1900">
                <a:highlight>
                  <a:srgbClr val="FFFFFF"/>
                </a:highlight>
                <a:latin typeface="Cascadia Mono" panose="020B0609020000020004" pitchFamily="49" charset="0"/>
              </a:rPr>
              <a:t>GROUP BY c.card_tier</a:t>
            </a:r>
          </a:p>
          <a:p>
            <a:r>
              <a:rPr lang="en-US" sz="1900">
                <a:highlight>
                  <a:srgbClr val="FFFFFF"/>
                </a:highlight>
                <a:latin typeface="Cascadia Mono" panose="020B0609020000020004" pitchFamily="49" charset="0"/>
              </a:rPr>
              <a:t>ORDER BY total_revenue DESC;</a:t>
            </a:r>
            <a:endParaRPr lang="en-AU" sz="1900"/>
          </a:p>
        </p:txBody>
      </p:sp>
    </p:spTree>
    <p:extLst>
      <p:ext uri="{BB962C8B-B14F-4D97-AF65-F5344CB8AC3E}">
        <p14:creationId xmlns:p14="http://schemas.microsoft.com/office/powerpoint/2010/main" val="31268747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56C15-FB10-410F-5097-4A04C8909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4" y="972929"/>
            <a:ext cx="4500850" cy="1616203"/>
          </a:xfrm>
        </p:spPr>
        <p:txBody>
          <a:bodyPr anchor="t">
            <a:normAutofit/>
          </a:bodyPr>
          <a:lstStyle/>
          <a:p>
            <a:r>
              <a:rPr lang="en-AU" sz="2700"/>
              <a:t>DQL: Complete Executive Dashboard (Multiple Aggregates)</a:t>
            </a:r>
            <a:br>
              <a:rPr lang="en-US" sz="2700"/>
            </a:br>
            <a:endParaRPr lang="en-AU" sz="27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C93E30-0691-EA97-7FEB-39CFE411CF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130" y="2589132"/>
            <a:ext cx="5863978" cy="75641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BA544-101A-36BC-02B7-BCE016CB0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978195"/>
            <a:ext cx="5257799" cy="5003113"/>
          </a:xfrm>
        </p:spPr>
        <p:txBody>
          <a:bodyPr anchor="t">
            <a:normAutofit/>
          </a:bodyPr>
          <a:lstStyle/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c.card_tier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solidFill>
                  <a:schemeClr val="accent3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-- Transaction metrics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SUM(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t.amount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 AS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transaction_revenue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COUNT(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t.transaction_id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 AS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total_transactions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AVG(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t.amount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 AS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avg_transaction_value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AU" sz="700" dirty="0">
                <a:solidFill>
                  <a:schemeClr val="accent3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-- Customer metrics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COUNT(DISTINCT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t.card_number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 AS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active_customers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AU" sz="700" dirty="0">
                <a:solidFill>
                  <a:schemeClr val="accent3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-- Fee revenue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MAX(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c.annual_fee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 AS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tier_annual_fee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(COUNT(DISTINCT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t.card_number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 * MAX(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c.annual_fee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)) AS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annual_fee_revenue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AU" sz="700" dirty="0">
                <a:solidFill>
                  <a:schemeClr val="accent3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-- Total revenue (transactions + fees)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SUM(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t.amount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 + (COUNT(DISTINCT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t.card_number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 * MAX(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c.annual_fee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)) AS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total_revenue</a:t>
            </a:r>
            <a:endParaRPr lang="en-US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FROM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cba_transactions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t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INNER JOIN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cba_cardholders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c ON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t.card_number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c.card_number</a:t>
            </a:r>
            <a:endParaRPr lang="en-US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WHERE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t.transaction_date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&gt;= '2024-11-01' 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AND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t.transaction_date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&lt; '2024-12-01'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GROUP BY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c.card_tier</a:t>
            </a:r>
            <a:endParaRPr lang="en-US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ORDER BY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total_revenue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DESC;</a:t>
            </a:r>
            <a:endParaRPr lang="en-AU" sz="7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AF08BBE-71A7-AEFC-F970-93C6BF79B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1C42412-D66A-A89A-CBAD-067355BA7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9F63095-BD54-33B2-6873-1DC4DF820D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932559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0FF3E-8FF3-F33B-785F-3179CF0FC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87" y="463447"/>
            <a:ext cx="11235813" cy="1325563"/>
          </a:xfrm>
        </p:spPr>
        <p:txBody>
          <a:bodyPr>
            <a:normAutofit fontScale="90000"/>
          </a:bodyPr>
          <a:lstStyle/>
          <a:p>
            <a:r>
              <a:rPr lang="en-AU"/>
              <a:t>DQL: ONLY tiers with total revenue over $10,000 in November 2024</a:t>
            </a:r>
            <a:br>
              <a:rPr lang="en-US"/>
            </a:br>
            <a:br>
              <a:rPr lang="en-US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C65EC-5C39-2CB3-DAD9-A3EBCE14A5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126228"/>
            <a:ext cx="9971753" cy="4222520"/>
          </a:xfrm>
        </p:spPr>
        <p:txBody>
          <a:bodyPr>
            <a:normAutofit fontScale="62500" lnSpcReduction="20000"/>
          </a:bodyPr>
          <a:lstStyle/>
          <a:p>
            <a:r>
              <a:rPr lang="en-AU" sz="2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c</a:t>
            </a:r>
            <a:r>
              <a:rPr lang="en-AU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card_tier</a:t>
            </a:r>
            <a:r>
              <a:rPr lang="en-AU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total_revenue</a:t>
            </a:r>
            <a:r>
              <a:rPr lang="en-US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US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transaction_id</a:t>
            </a:r>
            <a:r>
              <a:rPr lang="en-US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transaction_count</a:t>
            </a:r>
            <a:r>
              <a:rPr lang="en-US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US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DISTINCT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</a:t>
            </a:r>
            <a:r>
              <a:rPr lang="en-US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card_number</a:t>
            </a:r>
            <a:r>
              <a:rPr lang="en-US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active_customers</a:t>
            </a:r>
            <a:r>
              <a:rPr lang="en-US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</a:t>
            </a:r>
            <a:r>
              <a:rPr lang="en-US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avg_transaction</a:t>
            </a:r>
          </a:p>
          <a:p>
            <a:r>
              <a:rPr lang="en-AU" sz="2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cba_transactions t</a:t>
            </a:r>
          </a:p>
          <a:p>
            <a:r>
              <a:rPr lang="en-US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INNER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cba_cardholders c </a:t>
            </a:r>
            <a:r>
              <a:rPr lang="en-US" sz="2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</a:t>
            </a:r>
            <a:r>
              <a:rPr lang="en-US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card_number </a:t>
            </a:r>
            <a:r>
              <a:rPr lang="en-US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</a:t>
            </a:r>
            <a:r>
              <a:rPr lang="en-US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card_number</a:t>
            </a:r>
          </a:p>
          <a:p>
            <a:r>
              <a:rPr lang="en-US" sz="2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</a:t>
            </a:r>
            <a:r>
              <a:rPr lang="en-US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transaction_date </a:t>
            </a:r>
            <a:r>
              <a:rPr lang="en-US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&gt;=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'2024-11-01'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US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</a:t>
            </a:r>
            <a:r>
              <a:rPr lang="en-US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transaction_date </a:t>
            </a:r>
            <a:r>
              <a:rPr lang="en-US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'2024-12-01'</a:t>
            </a:r>
            <a:endParaRPr lang="en-US" sz="2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</a:t>
            </a:r>
            <a:r>
              <a:rPr lang="en-US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card_tier</a:t>
            </a:r>
          </a:p>
          <a:p>
            <a:r>
              <a:rPr lang="en-US" sz="2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HAVING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10000  </a:t>
            </a:r>
            <a:r>
              <a:rPr lang="en-US" sz="2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Filter AFTER aggregation</a:t>
            </a:r>
            <a:endParaRPr lang="en-US" sz="2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total_revenue </a:t>
            </a:r>
            <a:r>
              <a:rPr lang="en-US" sz="2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</a:t>
            </a:r>
            <a:r>
              <a:rPr lang="en-US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94D849-300A-CA12-0979-97DE10B9DE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08" y="5539581"/>
            <a:ext cx="6324450" cy="917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0725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39A1F5A-E57E-4178-8F57-A18DC747E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6291618" cy="5097980"/>
          </a:xfrm>
          <a:custGeom>
            <a:avLst/>
            <a:gdLst>
              <a:gd name="connsiteX0" fmla="*/ 0 w 6530408"/>
              <a:gd name="connsiteY0" fmla="*/ 0 h 5753325"/>
              <a:gd name="connsiteX1" fmla="*/ 6438980 w 6530408"/>
              <a:gd name="connsiteY1" fmla="*/ 0 h 5753325"/>
              <a:gd name="connsiteX2" fmla="*/ 6439047 w 6530408"/>
              <a:gd name="connsiteY2" fmla="*/ 147 h 5753325"/>
              <a:gd name="connsiteX3" fmla="*/ 6443456 w 6530408"/>
              <a:gd name="connsiteY3" fmla="*/ 130105 h 5753325"/>
              <a:gd name="connsiteX4" fmla="*/ 6447632 w 6530408"/>
              <a:gd name="connsiteY4" fmla="*/ 170016 h 5753325"/>
              <a:gd name="connsiteX5" fmla="*/ 6465936 w 6530408"/>
              <a:gd name="connsiteY5" fmla="*/ 274847 h 5753325"/>
              <a:gd name="connsiteX6" fmla="*/ 6506836 w 6530408"/>
              <a:gd name="connsiteY6" fmla="*/ 331778 h 5753325"/>
              <a:gd name="connsiteX7" fmla="*/ 6530408 w 6530408"/>
              <a:gd name="connsiteY7" fmla="*/ 427517 h 5753325"/>
              <a:gd name="connsiteX8" fmla="*/ 6516105 w 6530408"/>
              <a:gd name="connsiteY8" fmla="*/ 476071 h 5753325"/>
              <a:gd name="connsiteX9" fmla="*/ 6488360 w 6530408"/>
              <a:gd name="connsiteY9" fmla="*/ 535865 h 5753325"/>
              <a:gd name="connsiteX10" fmla="*/ 6492864 w 6530408"/>
              <a:gd name="connsiteY10" fmla="*/ 615799 h 5753325"/>
              <a:gd name="connsiteX11" fmla="*/ 6459988 w 6530408"/>
              <a:gd name="connsiteY11" fmla="*/ 707628 h 5753325"/>
              <a:gd name="connsiteX12" fmla="*/ 6453989 w 6530408"/>
              <a:gd name="connsiteY12" fmla="*/ 711876 h 5753325"/>
              <a:gd name="connsiteX13" fmla="*/ 6453209 w 6530408"/>
              <a:gd name="connsiteY13" fmla="*/ 719127 h 5753325"/>
              <a:gd name="connsiteX14" fmla="*/ 6457662 w 6530408"/>
              <a:gd name="connsiteY14" fmla="*/ 723331 h 5753325"/>
              <a:gd name="connsiteX15" fmla="*/ 6447445 w 6530408"/>
              <a:gd name="connsiteY15" fmla="*/ 780003 h 5753325"/>
              <a:gd name="connsiteX16" fmla="*/ 6426552 w 6530408"/>
              <a:gd name="connsiteY16" fmla="*/ 845805 h 5753325"/>
              <a:gd name="connsiteX17" fmla="*/ 6434072 w 6530408"/>
              <a:gd name="connsiteY17" fmla="*/ 910733 h 5753325"/>
              <a:gd name="connsiteX18" fmla="*/ 6432570 w 6530408"/>
              <a:gd name="connsiteY18" fmla="*/ 983394 h 5753325"/>
              <a:gd name="connsiteX19" fmla="*/ 6431878 w 6530408"/>
              <a:gd name="connsiteY19" fmla="*/ 1026728 h 5753325"/>
              <a:gd name="connsiteX20" fmla="*/ 6414269 w 6530408"/>
              <a:gd name="connsiteY20" fmla="*/ 1151111 h 5753325"/>
              <a:gd name="connsiteX21" fmla="*/ 6371722 w 6530408"/>
              <a:gd name="connsiteY21" fmla="*/ 1318080 h 5753325"/>
              <a:gd name="connsiteX22" fmla="*/ 6356023 w 6530408"/>
              <a:gd name="connsiteY22" fmla="*/ 1356227 h 5753325"/>
              <a:gd name="connsiteX23" fmla="*/ 6356157 w 6530408"/>
              <a:gd name="connsiteY23" fmla="*/ 1361967 h 5753325"/>
              <a:gd name="connsiteX24" fmla="*/ 6350613 w 6530408"/>
              <a:gd name="connsiteY24" fmla="*/ 1393569 h 5753325"/>
              <a:gd name="connsiteX25" fmla="*/ 6357062 w 6530408"/>
              <a:gd name="connsiteY25" fmla="*/ 1444071 h 5753325"/>
              <a:gd name="connsiteX26" fmla="*/ 6364832 w 6530408"/>
              <a:gd name="connsiteY26" fmla="*/ 1478763 h 5753325"/>
              <a:gd name="connsiteX27" fmla="*/ 6369745 w 6530408"/>
              <a:gd name="connsiteY27" fmla="*/ 1495680 h 5753325"/>
              <a:gd name="connsiteX28" fmla="*/ 6370898 w 6530408"/>
              <a:gd name="connsiteY28" fmla="*/ 1513331 h 5753325"/>
              <a:gd name="connsiteX29" fmla="*/ 6368801 w 6530408"/>
              <a:gd name="connsiteY29" fmla="*/ 1527414 h 5753325"/>
              <a:gd name="connsiteX30" fmla="*/ 6359177 w 6530408"/>
              <a:gd name="connsiteY30" fmla="*/ 1639513 h 5753325"/>
              <a:gd name="connsiteX31" fmla="*/ 6299489 w 6530408"/>
              <a:gd name="connsiteY31" fmla="*/ 1784860 h 5753325"/>
              <a:gd name="connsiteX32" fmla="*/ 6267878 w 6530408"/>
              <a:gd name="connsiteY32" fmla="*/ 1858572 h 5753325"/>
              <a:gd name="connsiteX33" fmla="*/ 6251146 w 6530408"/>
              <a:gd name="connsiteY33" fmla="*/ 1926167 h 5753325"/>
              <a:gd name="connsiteX34" fmla="*/ 6210686 w 6530408"/>
              <a:gd name="connsiteY34" fmla="*/ 2014834 h 5753325"/>
              <a:gd name="connsiteX35" fmla="*/ 6106652 w 6530408"/>
              <a:gd name="connsiteY35" fmla="*/ 2150572 h 5753325"/>
              <a:gd name="connsiteX36" fmla="*/ 6097813 w 6530408"/>
              <a:gd name="connsiteY36" fmla="*/ 2172208 h 5753325"/>
              <a:gd name="connsiteX37" fmla="*/ 6095990 w 6530408"/>
              <a:gd name="connsiteY37" fmla="*/ 2181185 h 5753325"/>
              <a:gd name="connsiteX38" fmla="*/ 6090126 w 6530408"/>
              <a:gd name="connsiteY38" fmla="*/ 2192533 h 5753325"/>
              <a:gd name="connsiteX39" fmla="*/ 6089503 w 6530408"/>
              <a:gd name="connsiteY39" fmla="*/ 2192543 h 5753325"/>
              <a:gd name="connsiteX40" fmla="*/ 6084946 w 6530408"/>
              <a:gd name="connsiteY40" fmla="*/ 2203694 h 5753325"/>
              <a:gd name="connsiteX41" fmla="*/ 5987861 w 6530408"/>
              <a:gd name="connsiteY41" fmla="*/ 2304868 h 5753325"/>
              <a:gd name="connsiteX42" fmla="*/ 5973439 w 6530408"/>
              <a:gd name="connsiteY42" fmla="*/ 2385635 h 5753325"/>
              <a:gd name="connsiteX43" fmla="*/ 5916727 w 6530408"/>
              <a:gd name="connsiteY43" fmla="*/ 2458777 h 5753325"/>
              <a:gd name="connsiteX44" fmla="*/ 5856524 w 6530408"/>
              <a:gd name="connsiteY44" fmla="*/ 2583281 h 5753325"/>
              <a:gd name="connsiteX45" fmla="*/ 5838091 w 6530408"/>
              <a:gd name="connsiteY45" fmla="*/ 2753474 h 5753325"/>
              <a:gd name="connsiteX46" fmla="*/ 5777471 w 6530408"/>
              <a:gd name="connsiteY46" fmla="*/ 2901570 h 5753325"/>
              <a:gd name="connsiteX47" fmla="*/ 5723992 w 6530408"/>
              <a:gd name="connsiteY47" fmla="*/ 2998752 h 5753325"/>
              <a:gd name="connsiteX48" fmla="*/ 5557886 w 6530408"/>
              <a:gd name="connsiteY48" fmla="*/ 3329735 h 5753325"/>
              <a:gd name="connsiteX49" fmla="*/ 5471501 w 6530408"/>
              <a:gd name="connsiteY49" fmla="*/ 3462221 h 5753325"/>
              <a:gd name="connsiteX50" fmla="*/ 5465154 w 6530408"/>
              <a:gd name="connsiteY50" fmla="*/ 3541065 h 5753325"/>
              <a:gd name="connsiteX51" fmla="*/ 5437889 w 6530408"/>
              <a:gd name="connsiteY51" fmla="*/ 3559927 h 5753325"/>
              <a:gd name="connsiteX52" fmla="*/ 5432770 w 6530408"/>
              <a:gd name="connsiteY52" fmla="*/ 3562948 h 5753325"/>
              <a:gd name="connsiteX53" fmla="*/ 5406795 w 6530408"/>
              <a:gd name="connsiteY53" fmla="*/ 3578594 h 5753325"/>
              <a:gd name="connsiteX54" fmla="*/ 5381495 w 6530408"/>
              <a:gd name="connsiteY54" fmla="*/ 3599883 h 5753325"/>
              <a:gd name="connsiteX55" fmla="*/ 5363689 w 6530408"/>
              <a:gd name="connsiteY55" fmla="*/ 3633299 h 5753325"/>
              <a:gd name="connsiteX56" fmla="*/ 5291870 w 6530408"/>
              <a:gd name="connsiteY56" fmla="*/ 3799039 h 5753325"/>
              <a:gd name="connsiteX57" fmla="*/ 5241600 w 6530408"/>
              <a:gd name="connsiteY57" fmla="*/ 3894238 h 5753325"/>
              <a:gd name="connsiteX58" fmla="*/ 5211041 w 6530408"/>
              <a:gd name="connsiteY58" fmla="*/ 3924184 h 5753325"/>
              <a:gd name="connsiteX59" fmla="*/ 5176073 w 6530408"/>
              <a:gd name="connsiteY59" fmla="*/ 3970179 h 5753325"/>
              <a:gd name="connsiteX60" fmla="*/ 5172826 w 6530408"/>
              <a:gd name="connsiteY60" fmla="*/ 3991773 h 5753325"/>
              <a:gd name="connsiteX61" fmla="*/ 5157053 w 6530408"/>
              <a:gd name="connsiteY61" fmla="*/ 3997708 h 5753325"/>
              <a:gd name="connsiteX62" fmla="*/ 5127922 w 6530408"/>
              <a:gd name="connsiteY62" fmla="*/ 4022660 h 5753325"/>
              <a:gd name="connsiteX63" fmla="*/ 5020872 w 6530408"/>
              <a:gd name="connsiteY63" fmla="*/ 4075951 h 5753325"/>
              <a:gd name="connsiteX64" fmla="*/ 4991410 w 6530408"/>
              <a:gd name="connsiteY64" fmla="*/ 4087598 h 5753325"/>
              <a:gd name="connsiteX65" fmla="*/ 4930112 w 6530408"/>
              <a:gd name="connsiteY65" fmla="*/ 4138459 h 5753325"/>
              <a:gd name="connsiteX66" fmla="*/ 4834224 w 6530408"/>
              <a:gd name="connsiteY66" fmla="*/ 4231643 h 5753325"/>
              <a:gd name="connsiteX67" fmla="*/ 4812599 w 6530408"/>
              <a:gd name="connsiteY67" fmla="*/ 4249449 h 5753325"/>
              <a:gd name="connsiteX68" fmla="*/ 4789188 w 6530408"/>
              <a:gd name="connsiteY68" fmla="*/ 4256678 h 5753325"/>
              <a:gd name="connsiteX69" fmla="*/ 4779554 w 6530408"/>
              <a:gd name="connsiteY69" fmla="*/ 4251313 h 5753325"/>
              <a:gd name="connsiteX70" fmla="*/ 4766885 w 6530408"/>
              <a:gd name="connsiteY70" fmla="*/ 4259812 h 5753325"/>
              <a:gd name="connsiteX71" fmla="*/ 4762510 w 6530408"/>
              <a:gd name="connsiteY71" fmla="*/ 4260383 h 5753325"/>
              <a:gd name="connsiteX72" fmla="*/ 4738416 w 6530408"/>
              <a:gd name="connsiteY72" fmla="*/ 4265355 h 5753325"/>
              <a:gd name="connsiteX73" fmla="*/ 4712007 w 6530408"/>
              <a:gd name="connsiteY73" fmla="*/ 4317892 h 5753325"/>
              <a:gd name="connsiteX74" fmla="*/ 4658930 w 6530408"/>
              <a:gd name="connsiteY74" fmla="*/ 4348041 h 5753325"/>
              <a:gd name="connsiteX75" fmla="*/ 4443526 w 6530408"/>
              <a:gd name="connsiteY75" fmla="*/ 4507851 h 5753325"/>
              <a:gd name="connsiteX76" fmla="*/ 4289766 w 6530408"/>
              <a:gd name="connsiteY76" fmla="*/ 4711450 h 5753325"/>
              <a:gd name="connsiteX77" fmla="*/ 4150870 w 6530408"/>
              <a:gd name="connsiteY77" fmla="*/ 4818480 h 5753325"/>
              <a:gd name="connsiteX78" fmla="*/ 4006639 w 6530408"/>
              <a:gd name="connsiteY78" fmla="*/ 4933815 h 5753325"/>
              <a:gd name="connsiteX79" fmla="*/ 3298210 w 6530408"/>
              <a:gd name="connsiteY79" fmla="*/ 5070790 h 5753325"/>
              <a:gd name="connsiteX80" fmla="*/ 2947678 w 6530408"/>
              <a:gd name="connsiteY80" fmla="*/ 5117869 h 5753325"/>
              <a:gd name="connsiteX81" fmla="*/ 2822169 w 6530408"/>
              <a:gd name="connsiteY81" fmla="*/ 5129396 h 5753325"/>
              <a:gd name="connsiteX82" fmla="*/ 2538773 w 6530408"/>
              <a:gd name="connsiteY82" fmla="*/ 5313397 h 5753325"/>
              <a:gd name="connsiteX83" fmla="*/ 2014500 w 6530408"/>
              <a:gd name="connsiteY83" fmla="*/ 5519744 h 5753325"/>
              <a:gd name="connsiteX84" fmla="*/ 1934391 w 6530408"/>
              <a:gd name="connsiteY84" fmla="*/ 5591335 h 5753325"/>
              <a:gd name="connsiteX85" fmla="*/ 1892550 w 6530408"/>
              <a:gd name="connsiteY85" fmla="*/ 5649708 h 5753325"/>
              <a:gd name="connsiteX86" fmla="*/ 1854769 w 6530408"/>
              <a:gd name="connsiteY86" fmla="*/ 5647691 h 5753325"/>
              <a:gd name="connsiteX87" fmla="*/ 1809461 w 6530408"/>
              <a:gd name="connsiteY87" fmla="*/ 5648628 h 5753325"/>
              <a:gd name="connsiteX88" fmla="*/ 1745150 w 6530408"/>
              <a:gd name="connsiteY88" fmla="*/ 5693879 h 5753325"/>
              <a:gd name="connsiteX89" fmla="*/ 1713375 w 6530408"/>
              <a:gd name="connsiteY89" fmla="*/ 5684672 h 5753325"/>
              <a:gd name="connsiteX90" fmla="*/ 1707808 w 6530408"/>
              <a:gd name="connsiteY90" fmla="*/ 5682611 h 5753325"/>
              <a:gd name="connsiteX91" fmla="*/ 1679313 w 6530408"/>
              <a:gd name="connsiteY91" fmla="*/ 5672360 h 5753325"/>
              <a:gd name="connsiteX92" fmla="*/ 1646933 w 6530408"/>
              <a:gd name="connsiteY92" fmla="*/ 5666227 h 5753325"/>
              <a:gd name="connsiteX93" fmla="*/ 1610055 w 6530408"/>
              <a:gd name="connsiteY93" fmla="*/ 5673643 h 5753325"/>
              <a:gd name="connsiteX94" fmla="*/ 1437641 w 6530408"/>
              <a:gd name="connsiteY94" fmla="*/ 5723266 h 5753325"/>
              <a:gd name="connsiteX95" fmla="*/ 1332869 w 6530408"/>
              <a:gd name="connsiteY95" fmla="*/ 5744752 h 5753325"/>
              <a:gd name="connsiteX96" fmla="*/ 1290525 w 6530408"/>
              <a:gd name="connsiteY96" fmla="*/ 5740036 h 5753325"/>
              <a:gd name="connsiteX97" fmla="*/ 1233107 w 6530408"/>
              <a:gd name="connsiteY97" fmla="*/ 5742106 h 5753325"/>
              <a:gd name="connsiteX98" fmla="*/ 1214532 w 6530408"/>
              <a:gd name="connsiteY98" fmla="*/ 5753325 h 5753325"/>
              <a:gd name="connsiteX99" fmla="*/ 1199955 w 6530408"/>
              <a:gd name="connsiteY99" fmla="*/ 5744831 h 5753325"/>
              <a:gd name="connsiteX100" fmla="*/ 1162337 w 6530408"/>
              <a:gd name="connsiteY100" fmla="*/ 5738048 h 5753325"/>
              <a:gd name="connsiteX101" fmla="*/ 1053457 w 6530408"/>
              <a:gd name="connsiteY101" fmla="*/ 5688676 h 5753325"/>
              <a:gd name="connsiteX102" fmla="*/ 1025798 w 6530408"/>
              <a:gd name="connsiteY102" fmla="*/ 5673166 h 5753325"/>
              <a:gd name="connsiteX103" fmla="*/ 947900 w 6530408"/>
              <a:gd name="connsiteY103" fmla="*/ 5657848 h 5753325"/>
              <a:gd name="connsiteX104" fmla="*/ 815627 w 6530408"/>
              <a:gd name="connsiteY104" fmla="*/ 5642557 h 5753325"/>
              <a:gd name="connsiteX105" fmla="*/ 788251 w 6530408"/>
              <a:gd name="connsiteY105" fmla="*/ 5637065 h 5753325"/>
              <a:gd name="connsiteX106" fmla="*/ 767822 w 6530408"/>
              <a:gd name="connsiteY106" fmla="*/ 5623450 h 5753325"/>
              <a:gd name="connsiteX107" fmla="*/ 765791 w 6530408"/>
              <a:gd name="connsiteY107" fmla="*/ 5612539 h 5753325"/>
              <a:gd name="connsiteX108" fmla="*/ 751230 w 6530408"/>
              <a:gd name="connsiteY108" fmla="*/ 5608092 h 5753325"/>
              <a:gd name="connsiteX109" fmla="*/ 748008 w 6530408"/>
              <a:gd name="connsiteY109" fmla="*/ 5605052 h 5753325"/>
              <a:gd name="connsiteX110" fmla="*/ 728871 w 6530408"/>
              <a:gd name="connsiteY110" fmla="*/ 5589469 h 5753325"/>
              <a:gd name="connsiteX111" fmla="*/ 671898 w 6530408"/>
              <a:gd name="connsiteY111" fmla="*/ 5602363 h 5753325"/>
              <a:gd name="connsiteX112" fmla="*/ 615065 w 6530408"/>
              <a:gd name="connsiteY112" fmla="*/ 5580257 h 5753325"/>
              <a:gd name="connsiteX113" fmla="*/ 355785 w 6530408"/>
              <a:gd name="connsiteY113" fmla="*/ 5514383 h 5753325"/>
              <a:gd name="connsiteX114" fmla="*/ 102269 w 6530408"/>
              <a:gd name="connsiteY114" fmla="*/ 5524347 h 5753325"/>
              <a:gd name="connsiteX115" fmla="*/ 13160 w 6530408"/>
              <a:gd name="connsiteY115" fmla="*/ 5514159 h 5753325"/>
              <a:gd name="connsiteX116" fmla="*/ 0 w 6530408"/>
              <a:gd name="connsiteY116" fmla="*/ 5511735 h 5753325"/>
              <a:gd name="connsiteX0" fmla="*/ 0 w 6530408"/>
              <a:gd name="connsiteY0" fmla="*/ 0 h 5753325"/>
              <a:gd name="connsiteX1" fmla="*/ 6438980 w 6530408"/>
              <a:gd name="connsiteY1" fmla="*/ 0 h 5753325"/>
              <a:gd name="connsiteX2" fmla="*/ 6439047 w 6530408"/>
              <a:gd name="connsiteY2" fmla="*/ 147 h 5753325"/>
              <a:gd name="connsiteX3" fmla="*/ 6443456 w 6530408"/>
              <a:gd name="connsiteY3" fmla="*/ 130105 h 5753325"/>
              <a:gd name="connsiteX4" fmla="*/ 6447632 w 6530408"/>
              <a:gd name="connsiteY4" fmla="*/ 170016 h 5753325"/>
              <a:gd name="connsiteX5" fmla="*/ 6465936 w 6530408"/>
              <a:gd name="connsiteY5" fmla="*/ 274847 h 5753325"/>
              <a:gd name="connsiteX6" fmla="*/ 6506836 w 6530408"/>
              <a:gd name="connsiteY6" fmla="*/ 331778 h 5753325"/>
              <a:gd name="connsiteX7" fmla="*/ 6530408 w 6530408"/>
              <a:gd name="connsiteY7" fmla="*/ 427517 h 5753325"/>
              <a:gd name="connsiteX8" fmla="*/ 6488360 w 6530408"/>
              <a:gd name="connsiteY8" fmla="*/ 535865 h 5753325"/>
              <a:gd name="connsiteX9" fmla="*/ 6492864 w 6530408"/>
              <a:gd name="connsiteY9" fmla="*/ 615799 h 5753325"/>
              <a:gd name="connsiteX10" fmla="*/ 6459988 w 6530408"/>
              <a:gd name="connsiteY10" fmla="*/ 707628 h 5753325"/>
              <a:gd name="connsiteX11" fmla="*/ 6453989 w 6530408"/>
              <a:gd name="connsiteY11" fmla="*/ 711876 h 5753325"/>
              <a:gd name="connsiteX12" fmla="*/ 6453209 w 6530408"/>
              <a:gd name="connsiteY12" fmla="*/ 719127 h 5753325"/>
              <a:gd name="connsiteX13" fmla="*/ 6457662 w 6530408"/>
              <a:gd name="connsiteY13" fmla="*/ 723331 h 5753325"/>
              <a:gd name="connsiteX14" fmla="*/ 6447445 w 6530408"/>
              <a:gd name="connsiteY14" fmla="*/ 780003 h 5753325"/>
              <a:gd name="connsiteX15" fmla="*/ 6426552 w 6530408"/>
              <a:gd name="connsiteY15" fmla="*/ 845805 h 5753325"/>
              <a:gd name="connsiteX16" fmla="*/ 6434072 w 6530408"/>
              <a:gd name="connsiteY16" fmla="*/ 910733 h 5753325"/>
              <a:gd name="connsiteX17" fmla="*/ 6432570 w 6530408"/>
              <a:gd name="connsiteY17" fmla="*/ 983394 h 5753325"/>
              <a:gd name="connsiteX18" fmla="*/ 6431878 w 6530408"/>
              <a:gd name="connsiteY18" fmla="*/ 1026728 h 5753325"/>
              <a:gd name="connsiteX19" fmla="*/ 6414269 w 6530408"/>
              <a:gd name="connsiteY19" fmla="*/ 1151111 h 5753325"/>
              <a:gd name="connsiteX20" fmla="*/ 6371722 w 6530408"/>
              <a:gd name="connsiteY20" fmla="*/ 1318080 h 5753325"/>
              <a:gd name="connsiteX21" fmla="*/ 6356023 w 6530408"/>
              <a:gd name="connsiteY21" fmla="*/ 1356227 h 5753325"/>
              <a:gd name="connsiteX22" fmla="*/ 6356157 w 6530408"/>
              <a:gd name="connsiteY22" fmla="*/ 1361967 h 5753325"/>
              <a:gd name="connsiteX23" fmla="*/ 6350613 w 6530408"/>
              <a:gd name="connsiteY23" fmla="*/ 1393569 h 5753325"/>
              <a:gd name="connsiteX24" fmla="*/ 6357062 w 6530408"/>
              <a:gd name="connsiteY24" fmla="*/ 1444071 h 5753325"/>
              <a:gd name="connsiteX25" fmla="*/ 6364832 w 6530408"/>
              <a:gd name="connsiteY25" fmla="*/ 1478763 h 5753325"/>
              <a:gd name="connsiteX26" fmla="*/ 6369745 w 6530408"/>
              <a:gd name="connsiteY26" fmla="*/ 1495680 h 5753325"/>
              <a:gd name="connsiteX27" fmla="*/ 6370898 w 6530408"/>
              <a:gd name="connsiteY27" fmla="*/ 1513331 h 5753325"/>
              <a:gd name="connsiteX28" fmla="*/ 6368801 w 6530408"/>
              <a:gd name="connsiteY28" fmla="*/ 1527414 h 5753325"/>
              <a:gd name="connsiteX29" fmla="*/ 6359177 w 6530408"/>
              <a:gd name="connsiteY29" fmla="*/ 1639513 h 5753325"/>
              <a:gd name="connsiteX30" fmla="*/ 6299489 w 6530408"/>
              <a:gd name="connsiteY30" fmla="*/ 1784860 h 5753325"/>
              <a:gd name="connsiteX31" fmla="*/ 6267878 w 6530408"/>
              <a:gd name="connsiteY31" fmla="*/ 1858572 h 5753325"/>
              <a:gd name="connsiteX32" fmla="*/ 6251146 w 6530408"/>
              <a:gd name="connsiteY32" fmla="*/ 1926167 h 5753325"/>
              <a:gd name="connsiteX33" fmla="*/ 6210686 w 6530408"/>
              <a:gd name="connsiteY33" fmla="*/ 2014834 h 5753325"/>
              <a:gd name="connsiteX34" fmla="*/ 6106652 w 6530408"/>
              <a:gd name="connsiteY34" fmla="*/ 2150572 h 5753325"/>
              <a:gd name="connsiteX35" fmla="*/ 6097813 w 6530408"/>
              <a:gd name="connsiteY35" fmla="*/ 2172208 h 5753325"/>
              <a:gd name="connsiteX36" fmla="*/ 6095990 w 6530408"/>
              <a:gd name="connsiteY36" fmla="*/ 2181185 h 5753325"/>
              <a:gd name="connsiteX37" fmla="*/ 6090126 w 6530408"/>
              <a:gd name="connsiteY37" fmla="*/ 2192533 h 5753325"/>
              <a:gd name="connsiteX38" fmla="*/ 6089503 w 6530408"/>
              <a:gd name="connsiteY38" fmla="*/ 2192543 h 5753325"/>
              <a:gd name="connsiteX39" fmla="*/ 6084946 w 6530408"/>
              <a:gd name="connsiteY39" fmla="*/ 2203694 h 5753325"/>
              <a:gd name="connsiteX40" fmla="*/ 5987861 w 6530408"/>
              <a:gd name="connsiteY40" fmla="*/ 2304868 h 5753325"/>
              <a:gd name="connsiteX41" fmla="*/ 5973439 w 6530408"/>
              <a:gd name="connsiteY41" fmla="*/ 2385635 h 5753325"/>
              <a:gd name="connsiteX42" fmla="*/ 5916727 w 6530408"/>
              <a:gd name="connsiteY42" fmla="*/ 2458777 h 5753325"/>
              <a:gd name="connsiteX43" fmla="*/ 5856524 w 6530408"/>
              <a:gd name="connsiteY43" fmla="*/ 2583281 h 5753325"/>
              <a:gd name="connsiteX44" fmla="*/ 5838091 w 6530408"/>
              <a:gd name="connsiteY44" fmla="*/ 2753474 h 5753325"/>
              <a:gd name="connsiteX45" fmla="*/ 5777471 w 6530408"/>
              <a:gd name="connsiteY45" fmla="*/ 2901570 h 5753325"/>
              <a:gd name="connsiteX46" fmla="*/ 5723992 w 6530408"/>
              <a:gd name="connsiteY46" fmla="*/ 2998752 h 5753325"/>
              <a:gd name="connsiteX47" fmla="*/ 5557886 w 6530408"/>
              <a:gd name="connsiteY47" fmla="*/ 3329735 h 5753325"/>
              <a:gd name="connsiteX48" fmla="*/ 5471501 w 6530408"/>
              <a:gd name="connsiteY48" fmla="*/ 3462221 h 5753325"/>
              <a:gd name="connsiteX49" fmla="*/ 5465154 w 6530408"/>
              <a:gd name="connsiteY49" fmla="*/ 3541065 h 5753325"/>
              <a:gd name="connsiteX50" fmla="*/ 5437889 w 6530408"/>
              <a:gd name="connsiteY50" fmla="*/ 3559927 h 5753325"/>
              <a:gd name="connsiteX51" fmla="*/ 5432770 w 6530408"/>
              <a:gd name="connsiteY51" fmla="*/ 3562948 h 5753325"/>
              <a:gd name="connsiteX52" fmla="*/ 5406795 w 6530408"/>
              <a:gd name="connsiteY52" fmla="*/ 3578594 h 5753325"/>
              <a:gd name="connsiteX53" fmla="*/ 5381495 w 6530408"/>
              <a:gd name="connsiteY53" fmla="*/ 3599883 h 5753325"/>
              <a:gd name="connsiteX54" fmla="*/ 5363689 w 6530408"/>
              <a:gd name="connsiteY54" fmla="*/ 3633299 h 5753325"/>
              <a:gd name="connsiteX55" fmla="*/ 5291870 w 6530408"/>
              <a:gd name="connsiteY55" fmla="*/ 3799039 h 5753325"/>
              <a:gd name="connsiteX56" fmla="*/ 5241600 w 6530408"/>
              <a:gd name="connsiteY56" fmla="*/ 3894238 h 5753325"/>
              <a:gd name="connsiteX57" fmla="*/ 5211041 w 6530408"/>
              <a:gd name="connsiteY57" fmla="*/ 3924184 h 5753325"/>
              <a:gd name="connsiteX58" fmla="*/ 5176073 w 6530408"/>
              <a:gd name="connsiteY58" fmla="*/ 3970179 h 5753325"/>
              <a:gd name="connsiteX59" fmla="*/ 5172826 w 6530408"/>
              <a:gd name="connsiteY59" fmla="*/ 3991773 h 5753325"/>
              <a:gd name="connsiteX60" fmla="*/ 5157053 w 6530408"/>
              <a:gd name="connsiteY60" fmla="*/ 3997708 h 5753325"/>
              <a:gd name="connsiteX61" fmla="*/ 5127922 w 6530408"/>
              <a:gd name="connsiteY61" fmla="*/ 4022660 h 5753325"/>
              <a:gd name="connsiteX62" fmla="*/ 5020872 w 6530408"/>
              <a:gd name="connsiteY62" fmla="*/ 4075951 h 5753325"/>
              <a:gd name="connsiteX63" fmla="*/ 4991410 w 6530408"/>
              <a:gd name="connsiteY63" fmla="*/ 4087598 h 5753325"/>
              <a:gd name="connsiteX64" fmla="*/ 4930112 w 6530408"/>
              <a:gd name="connsiteY64" fmla="*/ 4138459 h 5753325"/>
              <a:gd name="connsiteX65" fmla="*/ 4834224 w 6530408"/>
              <a:gd name="connsiteY65" fmla="*/ 4231643 h 5753325"/>
              <a:gd name="connsiteX66" fmla="*/ 4812599 w 6530408"/>
              <a:gd name="connsiteY66" fmla="*/ 4249449 h 5753325"/>
              <a:gd name="connsiteX67" fmla="*/ 4789188 w 6530408"/>
              <a:gd name="connsiteY67" fmla="*/ 4256678 h 5753325"/>
              <a:gd name="connsiteX68" fmla="*/ 4779554 w 6530408"/>
              <a:gd name="connsiteY68" fmla="*/ 4251313 h 5753325"/>
              <a:gd name="connsiteX69" fmla="*/ 4766885 w 6530408"/>
              <a:gd name="connsiteY69" fmla="*/ 4259812 h 5753325"/>
              <a:gd name="connsiteX70" fmla="*/ 4762510 w 6530408"/>
              <a:gd name="connsiteY70" fmla="*/ 4260383 h 5753325"/>
              <a:gd name="connsiteX71" fmla="*/ 4738416 w 6530408"/>
              <a:gd name="connsiteY71" fmla="*/ 4265355 h 5753325"/>
              <a:gd name="connsiteX72" fmla="*/ 4712007 w 6530408"/>
              <a:gd name="connsiteY72" fmla="*/ 4317892 h 5753325"/>
              <a:gd name="connsiteX73" fmla="*/ 4658930 w 6530408"/>
              <a:gd name="connsiteY73" fmla="*/ 4348041 h 5753325"/>
              <a:gd name="connsiteX74" fmla="*/ 4443526 w 6530408"/>
              <a:gd name="connsiteY74" fmla="*/ 4507851 h 5753325"/>
              <a:gd name="connsiteX75" fmla="*/ 4289766 w 6530408"/>
              <a:gd name="connsiteY75" fmla="*/ 4711450 h 5753325"/>
              <a:gd name="connsiteX76" fmla="*/ 4150870 w 6530408"/>
              <a:gd name="connsiteY76" fmla="*/ 4818480 h 5753325"/>
              <a:gd name="connsiteX77" fmla="*/ 4006639 w 6530408"/>
              <a:gd name="connsiteY77" fmla="*/ 4933815 h 5753325"/>
              <a:gd name="connsiteX78" fmla="*/ 3298210 w 6530408"/>
              <a:gd name="connsiteY78" fmla="*/ 5070790 h 5753325"/>
              <a:gd name="connsiteX79" fmla="*/ 2947678 w 6530408"/>
              <a:gd name="connsiteY79" fmla="*/ 5117869 h 5753325"/>
              <a:gd name="connsiteX80" fmla="*/ 2822169 w 6530408"/>
              <a:gd name="connsiteY80" fmla="*/ 5129396 h 5753325"/>
              <a:gd name="connsiteX81" fmla="*/ 2538773 w 6530408"/>
              <a:gd name="connsiteY81" fmla="*/ 5313397 h 5753325"/>
              <a:gd name="connsiteX82" fmla="*/ 2014500 w 6530408"/>
              <a:gd name="connsiteY82" fmla="*/ 5519744 h 5753325"/>
              <a:gd name="connsiteX83" fmla="*/ 1934391 w 6530408"/>
              <a:gd name="connsiteY83" fmla="*/ 5591335 h 5753325"/>
              <a:gd name="connsiteX84" fmla="*/ 1892550 w 6530408"/>
              <a:gd name="connsiteY84" fmla="*/ 5649708 h 5753325"/>
              <a:gd name="connsiteX85" fmla="*/ 1854769 w 6530408"/>
              <a:gd name="connsiteY85" fmla="*/ 5647691 h 5753325"/>
              <a:gd name="connsiteX86" fmla="*/ 1809461 w 6530408"/>
              <a:gd name="connsiteY86" fmla="*/ 5648628 h 5753325"/>
              <a:gd name="connsiteX87" fmla="*/ 1745150 w 6530408"/>
              <a:gd name="connsiteY87" fmla="*/ 5693879 h 5753325"/>
              <a:gd name="connsiteX88" fmla="*/ 1713375 w 6530408"/>
              <a:gd name="connsiteY88" fmla="*/ 5684672 h 5753325"/>
              <a:gd name="connsiteX89" fmla="*/ 1707808 w 6530408"/>
              <a:gd name="connsiteY89" fmla="*/ 5682611 h 5753325"/>
              <a:gd name="connsiteX90" fmla="*/ 1679313 w 6530408"/>
              <a:gd name="connsiteY90" fmla="*/ 5672360 h 5753325"/>
              <a:gd name="connsiteX91" fmla="*/ 1646933 w 6530408"/>
              <a:gd name="connsiteY91" fmla="*/ 5666227 h 5753325"/>
              <a:gd name="connsiteX92" fmla="*/ 1610055 w 6530408"/>
              <a:gd name="connsiteY92" fmla="*/ 5673643 h 5753325"/>
              <a:gd name="connsiteX93" fmla="*/ 1437641 w 6530408"/>
              <a:gd name="connsiteY93" fmla="*/ 5723266 h 5753325"/>
              <a:gd name="connsiteX94" fmla="*/ 1332869 w 6530408"/>
              <a:gd name="connsiteY94" fmla="*/ 5744752 h 5753325"/>
              <a:gd name="connsiteX95" fmla="*/ 1290525 w 6530408"/>
              <a:gd name="connsiteY95" fmla="*/ 5740036 h 5753325"/>
              <a:gd name="connsiteX96" fmla="*/ 1233107 w 6530408"/>
              <a:gd name="connsiteY96" fmla="*/ 5742106 h 5753325"/>
              <a:gd name="connsiteX97" fmla="*/ 1214532 w 6530408"/>
              <a:gd name="connsiteY97" fmla="*/ 5753325 h 5753325"/>
              <a:gd name="connsiteX98" fmla="*/ 1199955 w 6530408"/>
              <a:gd name="connsiteY98" fmla="*/ 5744831 h 5753325"/>
              <a:gd name="connsiteX99" fmla="*/ 1162337 w 6530408"/>
              <a:gd name="connsiteY99" fmla="*/ 5738048 h 5753325"/>
              <a:gd name="connsiteX100" fmla="*/ 1053457 w 6530408"/>
              <a:gd name="connsiteY100" fmla="*/ 5688676 h 5753325"/>
              <a:gd name="connsiteX101" fmla="*/ 1025798 w 6530408"/>
              <a:gd name="connsiteY101" fmla="*/ 5673166 h 5753325"/>
              <a:gd name="connsiteX102" fmla="*/ 947900 w 6530408"/>
              <a:gd name="connsiteY102" fmla="*/ 5657848 h 5753325"/>
              <a:gd name="connsiteX103" fmla="*/ 815627 w 6530408"/>
              <a:gd name="connsiteY103" fmla="*/ 5642557 h 5753325"/>
              <a:gd name="connsiteX104" fmla="*/ 788251 w 6530408"/>
              <a:gd name="connsiteY104" fmla="*/ 5637065 h 5753325"/>
              <a:gd name="connsiteX105" fmla="*/ 767822 w 6530408"/>
              <a:gd name="connsiteY105" fmla="*/ 5623450 h 5753325"/>
              <a:gd name="connsiteX106" fmla="*/ 765791 w 6530408"/>
              <a:gd name="connsiteY106" fmla="*/ 5612539 h 5753325"/>
              <a:gd name="connsiteX107" fmla="*/ 751230 w 6530408"/>
              <a:gd name="connsiteY107" fmla="*/ 5608092 h 5753325"/>
              <a:gd name="connsiteX108" fmla="*/ 748008 w 6530408"/>
              <a:gd name="connsiteY108" fmla="*/ 5605052 h 5753325"/>
              <a:gd name="connsiteX109" fmla="*/ 728871 w 6530408"/>
              <a:gd name="connsiteY109" fmla="*/ 5589469 h 5753325"/>
              <a:gd name="connsiteX110" fmla="*/ 671898 w 6530408"/>
              <a:gd name="connsiteY110" fmla="*/ 5602363 h 5753325"/>
              <a:gd name="connsiteX111" fmla="*/ 615065 w 6530408"/>
              <a:gd name="connsiteY111" fmla="*/ 5580257 h 5753325"/>
              <a:gd name="connsiteX112" fmla="*/ 355785 w 6530408"/>
              <a:gd name="connsiteY112" fmla="*/ 5514383 h 5753325"/>
              <a:gd name="connsiteX113" fmla="*/ 102269 w 6530408"/>
              <a:gd name="connsiteY113" fmla="*/ 5524347 h 5753325"/>
              <a:gd name="connsiteX114" fmla="*/ 13160 w 6530408"/>
              <a:gd name="connsiteY114" fmla="*/ 5514159 h 5753325"/>
              <a:gd name="connsiteX115" fmla="*/ 0 w 6530408"/>
              <a:gd name="connsiteY115" fmla="*/ 5511735 h 5753325"/>
              <a:gd name="connsiteX116" fmla="*/ 0 w 6530408"/>
              <a:gd name="connsiteY116" fmla="*/ 0 h 5753325"/>
              <a:gd name="connsiteX0" fmla="*/ 0 w 6506836"/>
              <a:gd name="connsiteY0" fmla="*/ 0 h 5753325"/>
              <a:gd name="connsiteX1" fmla="*/ 6438980 w 6506836"/>
              <a:gd name="connsiteY1" fmla="*/ 0 h 5753325"/>
              <a:gd name="connsiteX2" fmla="*/ 6439047 w 6506836"/>
              <a:gd name="connsiteY2" fmla="*/ 147 h 5753325"/>
              <a:gd name="connsiteX3" fmla="*/ 6443456 w 6506836"/>
              <a:gd name="connsiteY3" fmla="*/ 130105 h 5753325"/>
              <a:gd name="connsiteX4" fmla="*/ 6447632 w 6506836"/>
              <a:gd name="connsiteY4" fmla="*/ 170016 h 5753325"/>
              <a:gd name="connsiteX5" fmla="*/ 6465936 w 6506836"/>
              <a:gd name="connsiteY5" fmla="*/ 274847 h 5753325"/>
              <a:gd name="connsiteX6" fmla="*/ 6506836 w 6506836"/>
              <a:gd name="connsiteY6" fmla="*/ 331778 h 5753325"/>
              <a:gd name="connsiteX7" fmla="*/ 6488360 w 6506836"/>
              <a:gd name="connsiteY7" fmla="*/ 535865 h 5753325"/>
              <a:gd name="connsiteX8" fmla="*/ 6492864 w 6506836"/>
              <a:gd name="connsiteY8" fmla="*/ 615799 h 5753325"/>
              <a:gd name="connsiteX9" fmla="*/ 6459988 w 6506836"/>
              <a:gd name="connsiteY9" fmla="*/ 707628 h 5753325"/>
              <a:gd name="connsiteX10" fmla="*/ 6453989 w 6506836"/>
              <a:gd name="connsiteY10" fmla="*/ 711876 h 5753325"/>
              <a:gd name="connsiteX11" fmla="*/ 6453209 w 6506836"/>
              <a:gd name="connsiteY11" fmla="*/ 719127 h 5753325"/>
              <a:gd name="connsiteX12" fmla="*/ 6457662 w 6506836"/>
              <a:gd name="connsiteY12" fmla="*/ 723331 h 5753325"/>
              <a:gd name="connsiteX13" fmla="*/ 6447445 w 6506836"/>
              <a:gd name="connsiteY13" fmla="*/ 780003 h 5753325"/>
              <a:gd name="connsiteX14" fmla="*/ 6426552 w 6506836"/>
              <a:gd name="connsiteY14" fmla="*/ 845805 h 5753325"/>
              <a:gd name="connsiteX15" fmla="*/ 6434072 w 6506836"/>
              <a:gd name="connsiteY15" fmla="*/ 910733 h 5753325"/>
              <a:gd name="connsiteX16" fmla="*/ 6432570 w 6506836"/>
              <a:gd name="connsiteY16" fmla="*/ 983394 h 5753325"/>
              <a:gd name="connsiteX17" fmla="*/ 6431878 w 6506836"/>
              <a:gd name="connsiteY17" fmla="*/ 1026728 h 5753325"/>
              <a:gd name="connsiteX18" fmla="*/ 6414269 w 6506836"/>
              <a:gd name="connsiteY18" fmla="*/ 1151111 h 5753325"/>
              <a:gd name="connsiteX19" fmla="*/ 6371722 w 6506836"/>
              <a:gd name="connsiteY19" fmla="*/ 1318080 h 5753325"/>
              <a:gd name="connsiteX20" fmla="*/ 6356023 w 6506836"/>
              <a:gd name="connsiteY20" fmla="*/ 1356227 h 5753325"/>
              <a:gd name="connsiteX21" fmla="*/ 6356157 w 6506836"/>
              <a:gd name="connsiteY21" fmla="*/ 1361967 h 5753325"/>
              <a:gd name="connsiteX22" fmla="*/ 6350613 w 6506836"/>
              <a:gd name="connsiteY22" fmla="*/ 1393569 h 5753325"/>
              <a:gd name="connsiteX23" fmla="*/ 6357062 w 6506836"/>
              <a:gd name="connsiteY23" fmla="*/ 1444071 h 5753325"/>
              <a:gd name="connsiteX24" fmla="*/ 6364832 w 6506836"/>
              <a:gd name="connsiteY24" fmla="*/ 1478763 h 5753325"/>
              <a:gd name="connsiteX25" fmla="*/ 6369745 w 6506836"/>
              <a:gd name="connsiteY25" fmla="*/ 1495680 h 5753325"/>
              <a:gd name="connsiteX26" fmla="*/ 6370898 w 6506836"/>
              <a:gd name="connsiteY26" fmla="*/ 1513331 h 5753325"/>
              <a:gd name="connsiteX27" fmla="*/ 6368801 w 6506836"/>
              <a:gd name="connsiteY27" fmla="*/ 1527414 h 5753325"/>
              <a:gd name="connsiteX28" fmla="*/ 6359177 w 6506836"/>
              <a:gd name="connsiteY28" fmla="*/ 1639513 h 5753325"/>
              <a:gd name="connsiteX29" fmla="*/ 6299489 w 6506836"/>
              <a:gd name="connsiteY29" fmla="*/ 1784860 h 5753325"/>
              <a:gd name="connsiteX30" fmla="*/ 6267878 w 6506836"/>
              <a:gd name="connsiteY30" fmla="*/ 1858572 h 5753325"/>
              <a:gd name="connsiteX31" fmla="*/ 6251146 w 6506836"/>
              <a:gd name="connsiteY31" fmla="*/ 1926167 h 5753325"/>
              <a:gd name="connsiteX32" fmla="*/ 6210686 w 6506836"/>
              <a:gd name="connsiteY32" fmla="*/ 2014834 h 5753325"/>
              <a:gd name="connsiteX33" fmla="*/ 6106652 w 6506836"/>
              <a:gd name="connsiteY33" fmla="*/ 2150572 h 5753325"/>
              <a:gd name="connsiteX34" fmla="*/ 6097813 w 6506836"/>
              <a:gd name="connsiteY34" fmla="*/ 2172208 h 5753325"/>
              <a:gd name="connsiteX35" fmla="*/ 6095990 w 6506836"/>
              <a:gd name="connsiteY35" fmla="*/ 2181185 h 5753325"/>
              <a:gd name="connsiteX36" fmla="*/ 6090126 w 6506836"/>
              <a:gd name="connsiteY36" fmla="*/ 2192533 h 5753325"/>
              <a:gd name="connsiteX37" fmla="*/ 6089503 w 6506836"/>
              <a:gd name="connsiteY37" fmla="*/ 2192543 h 5753325"/>
              <a:gd name="connsiteX38" fmla="*/ 6084946 w 6506836"/>
              <a:gd name="connsiteY38" fmla="*/ 2203694 h 5753325"/>
              <a:gd name="connsiteX39" fmla="*/ 5987861 w 6506836"/>
              <a:gd name="connsiteY39" fmla="*/ 2304868 h 5753325"/>
              <a:gd name="connsiteX40" fmla="*/ 5973439 w 6506836"/>
              <a:gd name="connsiteY40" fmla="*/ 2385635 h 5753325"/>
              <a:gd name="connsiteX41" fmla="*/ 5916727 w 6506836"/>
              <a:gd name="connsiteY41" fmla="*/ 2458777 h 5753325"/>
              <a:gd name="connsiteX42" fmla="*/ 5856524 w 6506836"/>
              <a:gd name="connsiteY42" fmla="*/ 2583281 h 5753325"/>
              <a:gd name="connsiteX43" fmla="*/ 5838091 w 6506836"/>
              <a:gd name="connsiteY43" fmla="*/ 2753474 h 5753325"/>
              <a:gd name="connsiteX44" fmla="*/ 5777471 w 6506836"/>
              <a:gd name="connsiteY44" fmla="*/ 2901570 h 5753325"/>
              <a:gd name="connsiteX45" fmla="*/ 5723992 w 6506836"/>
              <a:gd name="connsiteY45" fmla="*/ 2998752 h 5753325"/>
              <a:gd name="connsiteX46" fmla="*/ 5557886 w 6506836"/>
              <a:gd name="connsiteY46" fmla="*/ 3329735 h 5753325"/>
              <a:gd name="connsiteX47" fmla="*/ 5471501 w 6506836"/>
              <a:gd name="connsiteY47" fmla="*/ 3462221 h 5753325"/>
              <a:gd name="connsiteX48" fmla="*/ 5465154 w 6506836"/>
              <a:gd name="connsiteY48" fmla="*/ 3541065 h 5753325"/>
              <a:gd name="connsiteX49" fmla="*/ 5437889 w 6506836"/>
              <a:gd name="connsiteY49" fmla="*/ 3559927 h 5753325"/>
              <a:gd name="connsiteX50" fmla="*/ 5432770 w 6506836"/>
              <a:gd name="connsiteY50" fmla="*/ 3562948 h 5753325"/>
              <a:gd name="connsiteX51" fmla="*/ 5406795 w 6506836"/>
              <a:gd name="connsiteY51" fmla="*/ 3578594 h 5753325"/>
              <a:gd name="connsiteX52" fmla="*/ 5381495 w 6506836"/>
              <a:gd name="connsiteY52" fmla="*/ 3599883 h 5753325"/>
              <a:gd name="connsiteX53" fmla="*/ 5363689 w 6506836"/>
              <a:gd name="connsiteY53" fmla="*/ 3633299 h 5753325"/>
              <a:gd name="connsiteX54" fmla="*/ 5291870 w 6506836"/>
              <a:gd name="connsiteY54" fmla="*/ 3799039 h 5753325"/>
              <a:gd name="connsiteX55" fmla="*/ 5241600 w 6506836"/>
              <a:gd name="connsiteY55" fmla="*/ 3894238 h 5753325"/>
              <a:gd name="connsiteX56" fmla="*/ 5211041 w 6506836"/>
              <a:gd name="connsiteY56" fmla="*/ 3924184 h 5753325"/>
              <a:gd name="connsiteX57" fmla="*/ 5176073 w 6506836"/>
              <a:gd name="connsiteY57" fmla="*/ 3970179 h 5753325"/>
              <a:gd name="connsiteX58" fmla="*/ 5172826 w 6506836"/>
              <a:gd name="connsiteY58" fmla="*/ 3991773 h 5753325"/>
              <a:gd name="connsiteX59" fmla="*/ 5157053 w 6506836"/>
              <a:gd name="connsiteY59" fmla="*/ 3997708 h 5753325"/>
              <a:gd name="connsiteX60" fmla="*/ 5127922 w 6506836"/>
              <a:gd name="connsiteY60" fmla="*/ 4022660 h 5753325"/>
              <a:gd name="connsiteX61" fmla="*/ 5020872 w 6506836"/>
              <a:gd name="connsiteY61" fmla="*/ 4075951 h 5753325"/>
              <a:gd name="connsiteX62" fmla="*/ 4991410 w 6506836"/>
              <a:gd name="connsiteY62" fmla="*/ 4087598 h 5753325"/>
              <a:gd name="connsiteX63" fmla="*/ 4930112 w 6506836"/>
              <a:gd name="connsiteY63" fmla="*/ 4138459 h 5753325"/>
              <a:gd name="connsiteX64" fmla="*/ 4834224 w 6506836"/>
              <a:gd name="connsiteY64" fmla="*/ 4231643 h 5753325"/>
              <a:gd name="connsiteX65" fmla="*/ 4812599 w 6506836"/>
              <a:gd name="connsiteY65" fmla="*/ 4249449 h 5753325"/>
              <a:gd name="connsiteX66" fmla="*/ 4789188 w 6506836"/>
              <a:gd name="connsiteY66" fmla="*/ 4256678 h 5753325"/>
              <a:gd name="connsiteX67" fmla="*/ 4779554 w 6506836"/>
              <a:gd name="connsiteY67" fmla="*/ 4251313 h 5753325"/>
              <a:gd name="connsiteX68" fmla="*/ 4766885 w 6506836"/>
              <a:gd name="connsiteY68" fmla="*/ 4259812 h 5753325"/>
              <a:gd name="connsiteX69" fmla="*/ 4762510 w 6506836"/>
              <a:gd name="connsiteY69" fmla="*/ 4260383 h 5753325"/>
              <a:gd name="connsiteX70" fmla="*/ 4738416 w 6506836"/>
              <a:gd name="connsiteY70" fmla="*/ 4265355 h 5753325"/>
              <a:gd name="connsiteX71" fmla="*/ 4712007 w 6506836"/>
              <a:gd name="connsiteY71" fmla="*/ 4317892 h 5753325"/>
              <a:gd name="connsiteX72" fmla="*/ 4658930 w 6506836"/>
              <a:gd name="connsiteY72" fmla="*/ 4348041 h 5753325"/>
              <a:gd name="connsiteX73" fmla="*/ 4443526 w 6506836"/>
              <a:gd name="connsiteY73" fmla="*/ 4507851 h 5753325"/>
              <a:gd name="connsiteX74" fmla="*/ 4289766 w 6506836"/>
              <a:gd name="connsiteY74" fmla="*/ 4711450 h 5753325"/>
              <a:gd name="connsiteX75" fmla="*/ 4150870 w 6506836"/>
              <a:gd name="connsiteY75" fmla="*/ 4818480 h 5753325"/>
              <a:gd name="connsiteX76" fmla="*/ 4006639 w 6506836"/>
              <a:gd name="connsiteY76" fmla="*/ 4933815 h 5753325"/>
              <a:gd name="connsiteX77" fmla="*/ 3298210 w 6506836"/>
              <a:gd name="connsiteY77" fmla="*/ 5070790 h 5753325"/>
              <a:gd name="connsiteX78" fmla="*/ 2947678 w 6506836"/>
              <a:gd name="connsiteY78" fmla="*/ 5117869 h 5753325"/>
              <a:gd name="connsiteX79" fmla="*/ 2822169 w 6506836"/>
              <a:gd name="connsiteY79" fmla="*/ 5129396 h 5753325"/>
              <a:gd name="connsiteX80" fmla="*/ 2538773 w 6506836"/>
              <a:gd name="connsiteY80" fmla="*/ 5313397 h 5753325"/>
              <a:gd name="connsiteX81" fmla="*/ 2014500 w 6506836"/>
              <a:gd name="connsiteY81" fmla="*/ 5519744 h 5753325"/>
              <a:gd name="connsiteX82" fmla="*/ 1934391 w 6506836"/>
              <a:gd name="connsiteY82" fmla="*/ 5591335 h 5753325"/>
              <a:gd name="connsiteX83" fmla="*/ 1892550 w 6506836"/>
              <a:gd name="connsiteY83" fmla="*/ 5649708 h 5753325"/>
              <a:gd name="connsiteX84" fmla="*/ 1854769 w 6506836"/>
              <a:gd name="connsiteY84" fmla="*/ 5647691 h 5753325"/>
              <a:gd name="connsiteX85" fmla="*/ 1809461 w 6506836"/>
              <a:gd name="connsiteY85" fmla="*/ 5648628 h 5753325"/>
              <a:gd name="connsiteX86" fmla="*/ 1745150 w 6506836"/>
              <a:gd name="connsiteY86" fmla="*/ 5693879 h 5753325"/>
              <a:gd name="connsiteX87" fmla="*/ 1713375 w 6506836"/>
              <a:gd name="connsiteY87" fmla="*/ 5684672 h 5753325"/>
              <a:gd name="connsiteX88" fmla="*/ 1707808 w 6506836"/>
              <a:gd name="connsiteY88" fmla="*/ 5682611 h 5753325"/>
              <a:gd name="connsiteX89" fmla="*/ 1679313 w 6506836"/>
              <a:gd name="connsiteY89" fmla="*/ 5672360 h 5753325"/>
              <a:gd name="connsiteX90" fmla="*/ 1646933 w 6506836"/>
              <a:gd name="connsiteY90" fmla="*/ 5666227 h 5753325"/>
              <a:gd name="connsiteX91" fmla="*/ 1610055 w 6506836"/>
              <a:gd name="connsiteY91" fmla="*/ 5673643 h 5753325"/>
              <a:gd name="connsiteX92" fmla="*/ 1437641 w 6506836"/>
              <a:gd name="connsiteY92" fmla="*/ 5723266 h 5753325"/>
              <a:gd name="connsiteX93" fmla="*/ 1332869 w 6506836"/>
              <a:gd name="connsiteY93" fmla="*/ 5744752 h 5753325"/>
              <a:gd name="connsiteX94" fmla="*/ 1290525 w 6506836"/>
              <a:gd name="connsiteY94" fmla="*/ 5740036 h 5753325"/>
              <a:gd name="connsiteX95" fmla="*/ 1233107 w 6506836"/>
              <a:gd name="connsiteY95" fmla="*/ 5742106 h 5753325"/>
              <a:gd name="connsiteX96" fmla="*/ 1214532 w 6506836"/>
              <a:gd name="connsiteY96" fmla="*/ 5753325 h 5753325"/>
              <a:gd name="connsiteX97" fmla="*/ 1199955 w 6506836"/>
              <a:gd name="connsiteY97" fmla="*/ 5744831 h 5753325"/>
              <a:gd name="connsiteX98" fmla="*/ 1162337 w 6506836"/>
              <a:gd name="connsiteY98" fmla="*/ 5738048 h 5753325"/>
              <a:gd name="connsiteX99" fmla="*/ 1053457 w 6506836"/>
              <a:gd name="connsiteY99" fmla="*/ 5688676 h 5753325"/>
              <a:gd name="connsiteX100" fmla="*/ 1025798 w 6506836"/>
              <a:gd name="connsiteY100" fmla="*/ 5673166 h 5753325"/>
              <a:gd name="connsiteX101" fmla="*/ 947900 w 6506836"/>
              <a:gd name="connsiteY101" fmla="*/ 5657848 h 5753325"/>
              <a:gd name="connsiteX102" fmla="*/ 815627 w 6506836"/>
              <a:gd name="connsiteY102" fmla="*/ 5642557 h 5753325"/>
              <a:gd name="connsiteX103" fmla="*/ 788251 w 6506836"/>
              <a:gd name="connsiteY103" fmla="*/ 5637065 h 5753325"/>
              <a:gd name="connsiteX104" fmla="*/ 767822 w 6506836"/>
              <a:gd name="connsiteY104" fmla="*/ 5623450 h 5753325"/>
              <a:gd name="connsiteX105" fmla="*/ 765791 w 6506836"/>
              <a:gd name="connsiteY105" fmla="*/ 5612539 h 5753325"/>
              <a:gd name="connsiteX106" fmla="*/ 751230 w 6506836"/>
              <a:gd name="connsiteY106" fmla="*/ 5608092 h 5753325"/>
              <a:gd name="connsiteX107" fmla="*/ 748008 w 6506836"/>
              <a:gd name="connsiteY107" fmla="*/ 5605052 h 5753325"/>
              <a:gd name="connsiteX108" fmla="*/ 728871 w 6506836"/>
              <a:gd name="connsiteY108" fmla="*/ 5589469 h 5753325"/>
              <a:gd name="connsiteX109" fmla="*/ 671898 w 6506836"/>
              <a:gd name="connsiteY109" fmla="*/ 5602363 h 5753325"/>
              <a:gd name="connsiteX110" fmla="*/ 615065 w 6506836"/>
              <a:gd name="connsiteY110" fmla="*/ 5580257 h 5753325"/>
              <a:gd name="connsiteX111" fmla="*/ 355785 w 6506836"/>
              <a:gd name="connsiteY111" fmla="*/ 5514383 h 5753325"/>
              <a:gd name="connsiteX112" fmla="*/ 102269 w 6506836"/>
              <a:gd name="connsiteY112" fmla="*/ 5524347 h 5753325"/>
              <a:gd name="connsiteX113" fmla="*/ 13160 w 6506836"/>
              <a:gd name="connsiteY113" fmla="*/ 5514159 h 5753325"/>
              <a:gd name="connsiteX114" fmla="*/ 0 w 6506836"/>
              <a:gd name="connsiteY114" fmla="*/ 5511735 h 5753325"/>
              <a:gd name="connsiteX115" fmla="*/ 0 w 6506836"/>
              <a:gd name="connsiteY115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465936 w 6492864"/>
              <a:gd name="connsiteY5" fmla="*/ 274847 h 5753325"/>
              <a:gd name="connsiteX6" fmla="*/ 6488360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396598 w 6492864"/>
              <a:gd name="connsiteY5" fmla="*/ 274847 h 5753325"/>
              <a:gd name="connsiteX6" fmla="*/ 6488360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396598 w 6492864"/>
              <a:gd name="connsiteY5" fmla="*/ 274847 h 5753325"/>
              <a:gd name="connsiteX6" fmla="*/ 6375685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62955"/>
              <a:gd name="connsiteY0" fmla="*/ 0 h 5753325"/>
              <a:gd name="connsiteX1" fmla="*/ 6438980 w 6462955"/>
              <a:gd name="connsiteY1" fmla="*/ 0 h 5753325"/>
              <a:gd name="connsiteX2" fmla="*/ 6439047 w 6462955"/>
              <a:gd name="connsiteY2" fmla="*/ 147 h 5753325"/>
              <a:gd name="connsiteX3" fmla="*/ 6443456 w 6462955"/>
              <a:gd name="connsiteY3" fmla="*/ 130105 h 5753325"/>
              <a:gd name="connsiteX4" fmla="*/ 6447632 w 6462955"/>
              <a:gd name="connsiteY4" fmla="*/ 170016 h 5753325"/>
              <a:gd name="connsiteX5" fmla="*/ 6396598 w 6462955"/>
              <a:gd name="connsiteY5" fmla="*/ 274847 h 5753325"/>
              <a:gd name="connsiteX6" fmla="*/ 6375685 w 6462955"/>
              <a:gd name="connsiteY6" fmla="*/ 535865 h 5753325"/>
              <a:gd name="connsiteX7" fmla="*/ 6354187 w 6462955"/>
              <a:gd name="connsiteY7" fmla="*/ 615799 h 5753325"/>
              <a:gd name="connsiteX8" fmla="*/ 6459988 w 6462955"/>
              <a:gd name="connsiteY8" fmla="*/ 707628 h 5753325"/>
              <a:gd name="connsiteX9" fmla="*/ 6453989 w 6462955"/>
              <a:gd name="connsiteY9" fmla="*/ 711876 h 5753325"/>
              <a:gd name="connsiteX10" fmla="*/ 6453209 w 6462955"/>
              <a:gd name="connsiteY10" fmla="*/ 719127 h 5753325"/>
              <a:gd name="connsiteX11" fmla="*/ 6457662 w 6462955"/>
              <a:gd name="connsiteY11" fmla="*/ 723331 h 5753325"/>
              <a:gd name="connsiteX12" fmla="*/ 6447445 w 6462955"/>
              <a:gd name="connsiteY12" fmla="*/ 780003 h 5753325"/>
              <a:gd name="connsiteX13" fmla="*/ 6426552 w 6462955"/>
              <a:gd name="connsiteY13" fmla="*/ 845805 h 5753325"/>
              <a:gd name="connsiteX14" fmla="*/ 6434072 w 6462955"/>
              <a:gd name="connsiteY14" fmla="*/ 910733 h 5753325"/>
              <a:gd name="connsiteX15" fmla="*/ 6432570 w 6462955"/>
              <a:gd name="connsiteY15" fmla="*/ 983394 h 5753325"/>
              <a:gd name="connsiteX16" fmla="*/ 6431878 w 6462955"/>
              <a:gd name="connsiteY16" fmla="*/ 1026728 h 5753325"/>
              <a:gd name="connsiteX17" fmla="*/ 6414269 w 6462955"/>
              <a:gd name="connsiteY17" fmla="*/ 1151111 h 5753325"/>
              <a:gd name="connsiteX18" fmla="*/ 6371722 w 6462955"/>
              <a:gd name="connsiteY18" fmla="*/ 1318080 h 5753325"/>
              <a:gd name="connsiteX19" fmla="*/ 6356023 w 6462955"/>
              <a:gd name="connsiteY19" fmla="*/ 1356227 h 5753325"/>
              <a:gd name="connsiteX20" fmla="*/ 6356157 w 6462955"/>
              <a:gd name="connsiteY20" fmla="*/ 1361967 h 5753325"/>
              <a:gd name="connsiteX21" fmla="*/ 6350613 w 6462955"/>
              <a:gd name="connsiteY21" fmla="*/ 1393569 h 5753325"/>
              <a:gd name="connsiteX22" fmla="*/ 6357062 w 6462955"/>
              <a:gd name="connsiteY22" fmla="*/ 1444071 h 5753325"/>
              <a:gd name="connsiteX23" fmla="*/ 6364832 w 6462955"/>
              <a:gd name="connsiteY23" fmla="*/ 1478763 h 5753325"/>
              <a:gd name="connsiteX24" fmla="*/ 6369745 w 6462955"/>
              <a:gd name="connsiteY24" fmla="*/ 1495680 h 5753325"/>
              <a:gd name="connsiteX25" fmla="*/ 6370898 w 6462955"/>
              <a:gd name="connsiteY25" fmla="*/ 1513331 h 5753325"/>
              <a:gd name="connsiteX26" fmla="*/ 6368801 w 6462955"/>
              <a:gd name="connsiteY26" fmla="*/ 1527414 h 5753325"/>
              <a:gd name="connsiteX27" fmla="*/ 6359177 w 6462955"/>
              <a:gd name="connsiteY27" fmla="*/ 1639513 h 5753325"/>
              <a:gd name="connsiteX28" fmla="*/ 6299489 w 6462955"/>
              <a:gd name="connsiteY28" fmla="*/ 1784860 h 5753325"/>
              <a:gd name="connsiteX29" fmla="*/ 6267878 w 6462955"/>
              <a:gd name="connsiteY29" fmla="*/ 1858572 h 5753325"/>
              <a:gd name="connsiteX30" fmla="*/ 6251146 w 6462955"/>
              <a:gd name="connsiteY30" fmla="*/ 1926167 h 5753325"/>
              <a:gd name="connsiteX31" fmla="*/ 6210686 w 6462955"/>
              <a:gd name="connsiteY31" fmla="*/ 2014834 h 5753325"/>
              <a:gd name="connsiteX32" fmla="*/ 6106652 w 6462955"/>
              <a:gd name="connsiteY32" fmla="*/ 2150572 h 5753325"/>
              <a:gd name="connsiteX33" fmla="*/ 6097813 w 6462955"/>
              <a:gd name="connsiteY33" fmla="*/ 2172208 h 5753325"/>
              <a:gd name="connsiteX34" fmla="*/ 6095990 w 6462955"/>
              <a:gd name="connsiteY34" fmla="*/ 2181185 h 5753325"/>
              <a:gd name="connsiteX35" fmla="*/ 6090126 w 6462955"/>
              <a:gd name="connsiteY35" fmla="*/ 2192533 h 5753325"/>
              <a:gd name="connsiteX36" fmla="*/ 6089503 w 6462955"/>
              <a:gd name="connsiteY36" fmla="*/ 2192543 h 5753325"/>
              <a:gd name="connsiteX37" fmla="*/ 6084946 w 6462955"/>
              <a:gd name="connsiteY37" fmla="*/ 2203694 h 5753325"/>
              <a:gd name="connsiteX38" fmla="*/ 5987861 w 6462955"/>
              <a:gd name="connsiteY38" fmla="*/ 2304868 h 5753325"/>
              <a:gd name="connsiteX39" fmla="*/ 5973439 w 6462955"/>
              <a:gd name="connsiteY39" fmla="*/ 2385635 h 5753325"/>
              <a:gd name="connsiteX40" fmla="*/ 5916727 w 6462955"/>
              <a:gd name="connsiteY40" fmla="*/ 2458777 h 5753325"/>
              <a:gd name="connsiteX41" fmla="*/ 5856524 w 6462955"/>
              <a:gd name="connsiteY41" fmla="*/ 2583281 h 5753325"/>
              <a:gd name="connsiteX42" fmla="*/ 5838091 w 6462955"/>
              <a:gd name="connsiteY42" fmla="*/ 2753474 h 5753325"/>
              <a:gd name="connsiteX43" fmla="*/ 5777471 w 6462955"/>
              <a:gd name="connsiteY43" fmla="*/ 2901570 h 5753325"/>
              <a:gd name="connsiteX44" fmla="*/ 5723992 w 6462955"/>
              <a:gd name="connsiteY44" fmla="*/ 2998752 h 5753325"/>
              <a:gd name="connsiteX45" fmla="*/ 5557886 w 6462955"/>
              <a:gd name="connsiteY45" fmla="*/ 3329735 h 5753325"/>
              <a:gd name="connsiteX46" fmla="*/ 5471501 w 6462955"/>
              <a:gd name="connsiteY46" fmla="*/ 3462221 h 5753325"/>
              <a:gd name="connsiteX47" fmla="*/ 5465154 w 6462955"/>
              <a:gd name="connsiteY47" fmla="*/ 3541065 h 5753325"/>
              <a:gd name="connsiteX48" fmla="*/ 5437889 w 6462955"/>
              <a:gd name="connsiteY48" fmla="*/ 3559927 h 5753325"/>
              <a:gd name="connsiteX49" fmla="*/ 5432770 w 6462955"/>
              <a:gd name="connsiteY49" fmla="*/ 3562948 h 5753325"/>
              <a:gd name="connsiteX50" fmla="*/ 5406795 w 6462955"/>
              <a:gd name="connsiteY50" fmla="*/ 3578594 h 5753325"/>
              <a:gd name="connsiteX51" fmla="*/ 5381495 w 6462955"/>
              <a:gd name="connsiteY51" fmla="*/ 3599883 h 5753325"/>
              <a:gd name="connsiteX52" fmla="*/ 5363689 w 6462955"/>
              <a:gd name="connsiteY52" fmla="*/ 3633299 h 5753325"/>
              <a:gd name="connsiteX53" fmla="*/ 5291870 w 6462955"/>
              <a:gd name="connsiteY53" fmla="*/ 3799039 h 5753325"/>
              <a:gd name="connsiteX54" fmla="*/ 5241600 w 6462955"/>
              <a:gd name="connsiteY54" fmla="*/ 3894238 h 5753325"/>
              <a:gd name="connsiteX55" fmla="*/ 5211041 w 6462955"/>
              <a:gd name="connsiteY55" fmla="*/ 3924184 h 5753325"/>
              <a:gd name="connsiteX56" fmla="*/ 5176073 w 6462955"/>
              <a:gd name="connsiteY56" fmla="*/ 3970179 h 5753325"/>
              <a:gd name="connsiteX57" fmla="*/ 5172826 w 6462955"/>
              <a:gd name="connsiteY57" fmla="*/ 3991773 h 5753325"/>
              <a:gd name="connsiteX58" fmla="*/ 5157053 w 6462955"/>
              <a:gd name="connsiteY58" fmla="*/ 3997708 h 5753325"/>
              <a:gd name="connsiteX59" fmla="*/ 5127922 w 6462955"/>
              <a:gd name="connsiteY59" fmla="*/ 4022660 h 5753325"/>
              <a:gd name="connsiteX60" fmla="*/ 5020872 w 6462955"/>
              <a:gd name="connsiteY60" fmla="*/ 4075951 h 5753325"/>
              <a:gd name="connsiteX61" fmla="*/ 4991410 w 6462955"/>
              <a:gd name="connsiteY61" fmla="*/ 4087598 h 5753325"/>
              <a:gd name="connsiteX62" fmla="*/ 4930112 w 6462955"/>
              <a:gd name="connsiteY62" fmla="*/ 4138459 h 5753325"/>
              <a:gd name="connsiteX63" fmla="*/ 4834224 w 6462955"/>
              <a:gd name="connsiteY63" fmla="*/ 4231643 h 5753325"/>
              <a:gd name="connsiteX64" fmla="*/ 4812599 w 6462955"/>
              <a:gd name="connsiteY64" fmla="*/ 4249449 h 5753325"/>
              <a:gd name="connsiteX65" fmla="*/ 4789188 w 6462955"/>
              <a:gd name="connsiteY65" fmla="*/ 4256678 h 5753325"/>
              <a:gd name="connsiteX66" fmla="*/ 4779554 w 6462955"/>
              <a:gd name="connsiteY66" fmla="*/ 4251313 h 5753325"/>
              <a:gd name="connsiteX67" fmla="*/ 4766885 w 6462955"/>
              <a:gd name="connsiteY67" fmla="*/ 4259812 h 5753325"/>
              <a:gd name="connsiteX68" fmla="*/ 4762510 w 6462955"/>
              <a:gd name="connsiteY68" fmla="*/ 4260383 h 5753325"/>
              <a:gd name="connsiteX69" fmla="*/ 4738416 w 6462955"/>
              <a:gd name="connsiteY69" fmla="*/ 4265355 h 5753325"/>
              <a:gd name="connsiteX70" fmla="*/ 4712007 w 6462955"/>
              <a:gd name="connsiteY70" fmla="*/ 4317892 h 5753325"/>
              <a:gd name="connsiteX71" fmla="*/ 4658930 w 6462955"/>
              <a:gd name="connsiteY71" fmla="*/ 4348041 h 5753325"/>
              <a:gd name="connsiteX72" fmla="*/ 4443526 w 6462955"/>
              <a:gd name="connsiteY72" fmla="*/ 4507851 h 5753325"/>
              <a:gd name="connsiteX73" fmla="*/ 4289766 w 6462955"/>
              <a:gd name="connsiteY73" fmla="*/ 4711450 h 5753325"/>
              <a:gd name="connsiteX74" fmla="*/ 4150870 w 6462955"/>
              <a:gd name="connsiteY74" fmla="*/ 4818480 h 5753325"/>
              <a:gd name="connsiteX75" fmla="*/ 4006639 w 6462955"/>
              <a:gd name="connsiteY75" fmla="*/ 4933815 h 5753325"/>
              <a:gd name="connsiteX76" fmla="*/ 3298210 w 6462955"/>
              <a:gd name="connsiteY76" fmla="*/ 5070790 h 5753325"/>
              <a:gd name="connsiteX77" fmla="*/ 2947678 w 6462955"/>
              <a:gd name="connsiteY77" fmla="*/ 5117869 h 5753325"/>
              <a:gd name="connsiteX78" fmla="*/ 2822169 w 6462955"/>
              <a:gd name="connsiteY78" fmla="*/ 5129396 h 5753325"/>
              <a:gd name="connsiteX79" fmla="*/ 2538773 w 6462955"/>
              <a:gd name="connsiteY79" fmla="*/ 5313397 h 5753325"/>
              <a:gd name="connsiteX80" fmla="*/ 2014500 w 6462955"/>
              <a:gd name="connsiteY80" fmla="*/ 5519744 h 5753325"/>
              <a:gd name="connsiteX81" fmla="*/ 1934391 w 6462955"/>
              <a:gd name="connsiteY81" fmla="*/ 5591335 h 5753325"/>
              <a:gd name="connsiteX82" fmla="*/ 1892550 w 6462955"/>
              <a:gd name="connsiteY82" fmla="*/ 5649708 h 5753325"/>
              <a:gd name="connsiteX83" fmla="*/ 1854769 w 6462955"/>
              <a:gd name="connsiteY83" fmla="*/ 5647691 h 5753325"/>
              <a:gd name="connsiteX84" fmla="*/ 1809461 w 6462955"/>
              <a:gd name="connsiteY84" fmla="*/ 5648628 h 5753325"/>
              <a:gd name="connsiteX85" fmla="*/ 1745150 w 6462955"/>
              <a:gd name="connsiteY85" fmla="*/ 5693879 h 5753325"/>
              <a:gd name="connsiteX86" fmla="*/ 1713375 w 6462955"/>
              <a:gd name="connsiteY86" fmla="*/ 5684672 h 5753325"/>
              <a:gd name="connsiteX87" fmla="*/ 1707808 w 6462955"/>
              <a:gd name="connsiteY87" fmla="*/ 5682611 h 5753325"/>
              <a:gd name="connsiteX88" fmla="*/ 1679313 w 6462955"/>
              <a:gd name="connsiteY88" fmla="*/ 5672360 h 5753325"/>
              <a:gd name="connsiteX89" fmla="*/ 1646933 w 6462955"/>
              <a:gd name="connsiteY89" fmla="*/ 5666227 h 5753325"/>
              <a:gd name="connsiteX90" fmla="*/ 1610055 w 6462955"/>
              <a:gd name="connsiteY90" fmla="*/ 5673643 h 5753325"/>
              <a:gd name="connsiteX91" fmla="*/ 1437641 w 6462955"/>
              <a:gd name="connsiteY91" fmla="*/ 5723266 h 5753325"/>
              <a:gd name="connsiteX92" fmla="*/ 1332869 w 6462955"/>
              <a:gd name="connsiteY92" fmla="*/ 5744752 h 5753325"/>
              <a:gd name="connsiteX93" fmla="*/ 1290525 w 6462955"/>
              <a:gd name="connsiteY93" fmla="*/ 5740036 h 5753325"/>
              <a:gd name="connsiteX94" fmla="*/ 1233107 w 6462955"/>
              <a:gd name="connsiteY94" fmla="*/ 5742106 h 5753325"/>
              <a:gd name="connsiteX95" fmla="*/ 1214532 w 6462955"/>
              <a:gd name="connsiteY95" fmla="*/ 5753325 h 5753325"/>
              <a:gd name="connsiteX96" fmla="*/ 1199955 w 6462955"/>
              <a:gd name="connsiteY96" fmla="*/ 5744831 h 5753325"/>
              <a:gd name="connsiteX97" fmla="*/ 1162337 w 6462955"/>
              <a:gd name="connsiteY97" fmla="*/ 5738048 h 5753325"/>
              <a:gd name="connsiteX98" fmla="*/ 1053457 w 6462955"/>
              <a:gd name="connsiteY98" fmla="*/ 5688676 h 5753325"/>
              <a:gd name="connsiteX99" fmla="*/ 1025798 w 6462955"/>
              <a:gd name="connsiteY99" fmla="*/ 5673166 h 5753325"/>
              <a:gd name="connsiteX100" fmla="*/ 947900 w 6462955"/>
              <a:gd name="connsiteY100" fmla="*/ 5657848 h 5753325"/>
              <a:gd name="connsiteX101" fmla="*/ 815627 w 6462955"/>
              <a:gd name="connsiteY101" fmla="*/ 5642557 h 5753325"/>
              <a:gd name="connsiteX102" fmla="*/ 788251 w 6462955"/>
              <a:gd name="connsiteY102" fmla="*/ 5637065 h 5753325"/>
              <a:gd name="connsiteX103" fmla="*/ 767822 w 6462955"/>
              <a:gd name="connsiteY103" fmla="*/ 5623450 h 5753325"/>
              <a:gd name="connsiteX104" fmla="*/ 765791 w 6462955"/>
              <a:gd name="connsiteY104" fmla="*/ 5612539 h 5753325"/>
              <a:gd name="connsiteX105" fmla="*/ 751230 w 6462955"/>
              <a:gd name="connsiteY105" fmla="*/ 5608092 h 5753325"/>
              <a:gd name="connsiteX106" fmla="*/ 748008 w 6462955"/>
              <a:gd name="connsiteY106" fmla="*/ 5605052 h 5753325"/>
              <a:gd name="connsiteX107" fmla="*/ 728871 w 6462955"/>
              <a:gd name="connsiteY107" fmla="*/ 5589469 h 5753325"/>
              <a:gd name="connsiteX108" fmla="*/ 671898 w 6462955"/>
              <a:gd name="connsiteY108" fmla="*/ 5602363 h 5753325"/>
              <a:gd name="connsiteX109" fmla="*/ 615065 w 6462955"/>
              <a:gd name="connsiteY109" fmla="*/ 5580257 h 5753325"/>
              <a:gd name="connsiteX110" fmla="*/ 355785 w 6462955"/>
              <a:gd name="connsiteY110" fmla="*/ 5514383 h 5753325"/>
              <a:gd name="connsiteX111" fmla="*/ 102269 w 6462955"/>
              <a:gd name="connsiteY111" fmla="*/ 5524347 h 5753325"/>
              <a:gd name="connsiteX112" fmla="*/ 13160 w 6462955"/>
              <a:gd name="connsiteY112" fmla="*/ 5514159 h 5753325"/>
              <a:gd name="connsiteX113" fmla="*/ 0 w 6462955"/>
              <a:gd name="connsiteY113" fmla="*/ 5511735 h 5753325"/>
              <a:gd name="connsiteX114" fmla="*/ 0 w 6462955"/>
              <a:gd name="connsiteY114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453989 w 6459988"/>
              <a:gd name="connsiteY9" fmla="*/ 711876 h 5753325"/>
              <a:gd name="connsiteX10" fmla="*/ 6453209 w 6459988"/>
              <a:gd name="connsiteY10" fmla="*/ 719127 h 5753325"/>
              <a:gd name="connsiteX11" fmla="*/ 6344988 w 6459988"/>
              <a:gd name="connsiteY11" fmla="*/ 697330 h 5753325"/>
              <a:gd name="connsiteX12" fmla="*/ 6447445 w 6459988"/>
              <a:gd name="connsiteY12" fmla="*/ 780003 h 5753325"/>
              <a:gd name="connsiteX13" fmla="*/ 6426552 w 6459988"/>
              <a:gd name="connsiteY13" fmla="*/ 845805 h 5753325"/>
              <a:gd name="connsiteX14" fmla="*/ 6434072 w 6459988"/>
              <a:gd name="connsiteY14" fmla="*/ 910733 h 5753325"/>
              <a:gd name="connsiteX15" fmla="*/ 6432570 w 6459988"/>
              <a:gd name="connsiteY15" fmla="*/ 983394 h 5753325"/>
              <a:gd name="connsiteX16" fmla="*/ 6431878 w 6459988"/>
              <a:gd name="connsiteY16" fmla="*/ 1026728 h 5753325"/>
              <a:gd name="connsiteX17" fmla="*/ 6414269 w 6459988"/>
              <a:gd name="connsiteY17" fmla="*/ 1151111 h 5753325"/>
              <a:gd name="connsiteX18" fmla="*/ 6371722 w 6459988"/>
              <a:gd name="connsiteY18" fmla="*/ 1318080 h 5753325"/>
              <a:gd name="connsiteX19" fmla="*/ 6356023 w 6459988"/>
              <a:gd name="connsiteY19" fmla="*/ 1356227 h 5753325"/>
              <a:gd name="connsiteX20" fmla="*/ 6356157 w 6459988"/>
              <a:gd name="connsiteY20" fmla="*/ 1361967 h 5753325"/>
              <a:gd name="connsiteX21" fmla="*/ 6350613 w 6459988"/>
              <a:gd name="connsiteY21" fmla="*/ 1393569 h 5753325"/>
              <a:gd name="connsiteX22" fmla="*/ 6357062 w 6459988"/>
              <a:gd name="connsiteY22" fmla="*/ 1444071 h 5753325"/>
              <a:gd name="connsiteX23" fmla="*/ 6364832 w 6459988"/>
              <a:gd name="connsiteY23" fmla="*/ 1478763 h 5753325"/>
              <a:gd name="connsiteX24" fmla="*/ 6369745 w 6459988"/>
              <a:gd name="connsiteY24" fmla="*/ 1495680 h 5753325"/>
              <a:gd name="connsiteX25" fmla="*/ 6370898 w 6459988"/>
              <a:gd name="connsiteY25" fmla="*/ 1513331 h 5753325"/>
              <a:gd name="connsiteX26" fmla="*/ 6368801 w 6459988"/>
              <a:gd name="connsiteY26" fmla="*/ 1527414 h 5753325"/>
              <a:gd name="connsiteX27" fmla="*/ 6359177 w 6459988"/>
              <a:gd name="connsiteY27" fmla="*/ 1639513 h 5753325"/>
              <a:gd name="connsiteX28" fmla="*/ 6299489 w 6459988"/>
              <a:gd name="connsiteY28" fmla="*/ 1784860 h 5753325"/>
              <a:gd name="connsiteX29" fmla="*/ 6267878 w 6459988"/>
              <a:gd name="connsiteY29" fmla="*/ 1858572 h 5753325"/>
              <a:gd name="connsiteX30" fmla="*/ 6251146 w 6459988"/>
              <a:gd name="connsiteY30" fmla="*/ 1926167 h 5753325"/>
              <a:gd name="connsiteX31" fmla="*/ 6210686 w 6459988"/>
              <a:gd name="connsiteY31" fmla="*/ 2014834 h 5753325"/>
              <a:gd name="connsiteX32" fmla="*/ 6106652 w 6459988"/>
              <a:gd name="connsiteY32" fmla="*/ 2150572 h 5753325"/>
              <a:gd name="connsiteX33" fmla="*/ 6097813 w 6459988"/>
              <a:gd name="connsiteY33" fmla="*/ 2172208 h 5753325"/>
              <a:gd name="connsiteX34" fmla="*/ 6095990 w 6459988"/>
              <a:gd name="connsiteY34" fmla="*/ 2181185 h 5753325"/>
              <a:gd name="connsiteX35" fmla="*/ 6090126 w 6459988"/>
              <a:gd name="connsiteY35" fmla="*/ 2192533 h 5753325"/>
              <a:gd name="connsiteX36" fmla="*/ 6089503 w 6459988"/>
              <a:gd name="connsiteY36" fmla="*/ 2192543 h 5753325"/>
              <a:gd name="connsiteX37" fmla="*/ 6084946 w 6459988"/>
              <a:gd name="connsiteY37" fmla="*/ 2203694 h 5753325"/>
              <a:gd name="connsiteX38" fmla="*/ 5987861 w 6459988"/>
              <a:gd name="connsiteY38" fmla="*/ 2304868 h 5753325"/>
              <a:gd name="connsiteX39" fmla="*/ 5973439 w 6459988"/>
              <a:gd name="connsiteY39" fmla="*/ 2385635 h 5753325"/>
              <a:gd name="connsiteX40" fmla="*/ 5916727 w 6459988"/>
              <a:gd name="connsiteY40" fmla="*/ 2458777 h 5753325"/>
              <a:gd name="connsiteX41" fmla="*/ 5856524 w 6459988"/>
              <a:gd name="connsiteY41" fmla="*/ 2583281 h 5753325"/>
              <a:gd name="connsiteX42" fmla="*/ 5838091 w 6459988"/>
              <a:gd name="connsiteY42" fmla="*/ 2753474 h 5753325"/>
              <a:gd name="connsiteX43" fmla="*/ 5777471 w 6459988"/>
              <a:gd name="connsiteY43" fmla="*/ 2901570 h 5753325"/>
              <a:gd name="connsiteX44" fmla="*/ 5723992 w 6459988"/>
              <a:gd name="connsiteY44" fmla="*/ 2998752 h 5753325"/>
              <a:gd name="connsiteX45" fmla="*/ 5557886 w 6459988"/>
              <a:gd name="connsiteY45" fmla="*/ 3329735 h 5753325"/>
              <a:gd name="connsiteX46" fmla="*/ 5471501 w 6459988"/>
              <a:gd name="connsiteY46" fmla="*/ 3462221 h 5753325"/>
              <a:gd name="connsiteX47" fmla="*/ 5465154 w 6459988"/>
              <a:gd name="connsiteY47" fmla="*/ 3541065 h 5753325"/>
              <a:gd name="connsiteX48" fmla="*/ 5437889 w 6459988"/>
              <a:gd name="connsiteY48" fmla="*/ 3559927 h 5753325"/>
              <a:gd name="connsiteX49" fmla="*/ 5432770 w 6459988"/>
              <a:gd name="connsiteY49" fmla="*/ 3562948 h 5753325"/>
              <a:gd name="connsiteX50" fmla="*/ 5406795 w 6459988"/>
              <a:gd name="connsiteY50" fmla="*/ 3578594 h 5753325"/>
              <a:gd name="connsiteX51" fmla="*/ 5381495 w 6459988"/>
              <a:gd name="connsiteY51" fmla="*/ 3599883 h 5753325"/>
              <a:gd name="connsiteX52" fmla="*/ 5363689 w 6459988"/>
              <a:gd name="connsiteY52" fmla="*/ 3633299 h 5753325"/>
              <a:gd name="connsiteX53" fmla="*/ 5291870 w 6459988"/>
              <a:gd name="connsiteY53" fmla="*/ 3799039 h 5753325"/>
              <a:gd name="connsiteX54" fmla="*/ 5241600 w 6459988"/>
              <a:gd name="connsiteY54" fmla="*/ 3894238 h 5753325"/>
              <a:gd name="connsiteX55" fmla="*/ 5211041 w 6459988"/>
              <a:gd name="connsiteY55" fmla="*/ 3924184 h 5753325"/>
              <a:gd name="connsiteX56" fmla="*/ 5176073 w 6459988"/>
              <a:gd name="connsiteY56" fmla="*/ 3970179 h 5753325"/>
              <a:gd name="connsiteX57" fmla="*/ 5172826 w 6459988"/>
              <a:gd name="connsiteY57" fmla="*/ 3991773 h 5753325"/>
              <a:gd name="connsiteX58" fmla="*/ 5157053 w 6459988"/>
              <a:gd name="connsiteY58" fmla="*/ 3997708 h 5753325"/>
              <a:gd name="connsiteX59" fmla="*/ 5127922 w 6459988"/>
              <a:gd name="connsiteY59" fmla="*/ 4022660 h 5753325"/>
              <a:gd name="connsiteX60" fmla="*/ 5020872 w 6459988"/>
              <a:gd name="connsiteY60" fmla="*/ 4075951 h 5753325"/>
              <a:gd name="connsiteX61" fmla="*/ 4991410 w 6459988"/>
              <a:gd name="connsiteY61" fmla="*/ 4087598 h 5753325"/>
              <a:gd name="connsiteX62" fmla="*/ 4930112 w 6459988"/>
              <a:gd name="connsiteY62" fmla="*/ 4138459 h 5753325"/>
              <a:gd name="connsiteX63" fmla="*/ 4834224 w 6459988"/>
              <a:gd name="connsiteY63" fmla="*/ 4231643 h 5753325"/>
              <a:gd name="connsiteX64" fmla="*/ 4812599 w 6459988"/>
              <a:gd name="connsiteY64" fmla="*/ 4249449 h 5753325"/>
              <a:gd name="connsiteX65" fmla="*/ 4789188 w 6459988"/>
              <a:gd name="connsiteY65" fmla="*/ 4256678 h 5753325"/>
              <a:gd name="connsiteX66" fmla="*/ 4779554 w 6459988"/>
              <a:gd name="connsiteY66" fmla="*/ 4251313 h 5753325"/>
              <a:gd name="connsiteX67" fmla="*/ 4766885 w 6459988"/>
              <a:gd name="connsiteY67" fmla="*/ 4259812 h 5753325"/>
              <a:gd name="connsiteX68" fmla="*/ 4762510 w 6459988"/>
              <a:gd name="connsiteY68" fmla="*/ 4260383 h 5753325"/>
              <a:gd name="connsiteX69" fmla="*/ 4738416 w 6459988"/>
              <a:gd name="connsiteY69" fmla="*/ 4265355 h 5753325"/>
              <a:gd name="connsiteX70" fmla="*/ 4712007 w 6459988"/>
              <a:gd name="connsiteY70" fmla="*/ 4317892 h 5753325"/>
              <a:gd name="connsiteX71" fmla="*/ 4658930 w 6459988"/>
              <a:gd name="connsiteY71" fmla="*/ 4348041 h 5753325"/>
              <a:gd name="connsiteX72" fmla="*/ 4443526 w 6459988"/>
              <a:gd name="connsiteY72" fmla="*/ 4507851 h 5753325"/>
              <a:gd name="connsiteX73" fmla="*/ 4289766 w 6459988"/>
              <a:gd name="connsiteY73" fmla="*/ 4711450 h 5753325"/>
              <a:gd name="connsiteX74" fmla="*/ 4150870 w 6459988"/>
              <a:gd name="connsiteY74" fmla="*/ 4818480 h 5753325"/>
              <a:gd name="connsiteX75" fmla="*/ 4006639 w 6459988"/>
              <a:gd name="connsiteY75" fmla="*/ 4933815 h 5753325"/>
              <a:gd name="connsiteX76" fmla="*/ 3298210 w 6459988"/>
              <a:gd name="connsiteY76" fmla="*/ 5070790 h 5753325"/>
              <a:gd name="connsiteX77" fmla="*/ 2947678 w 6459988"/>
              <a:gd name="connsiteY77" fmla="*/ 5117869 h 5753325"/>
              <a:gd name="connsiteX78" fmla="*/ 2822169 w 6459988"/>
              <a:gd name="connsiteY78" fmla="*/ 5129396 h 5753325"/>
              <a:gd name="connsiteX79" fmla="*/ 2538773 w 6459988"/>
              <a:gd name="connsiteY79" fmla="*/ 5313397 h 5753325"/>
              <a:gd name="connsiteX80" fmla="*/ 2014500 w 6459988"/>
              <a:gd name="connsiteY80" fmla="*/ 5519744 h 5753325"/>
              <a:gd name="connsiteX81" fmla="*/ 1934391 w 6459988"/>
              <a:gd name="connsiteY81" fmla="*/ 5591335 h 5753325"/>
              <a:gd name="connsiteX82" fmla="*/ 1892550 w 6459988"/>
              <a:gd name="connsiteY82" fmla="*/ 5649708 h 5753325"/>
              <a:gd name="connsiteX83" fmla="*/ 1854769 w 6459988"/>
              <a:gd name="connsiteY83" fmla="*/ 5647691 h 5753325"/>
              <a:gd name="connsiteX84" fmla="*/ 1809461 w 6459988"/>
              <a:gd name="connsiteY84" fmla="*/ 5648628 h 5753325"/>
              <a:gd name="connsiteX85" fmla="*/ 1745150 w 6459988"/>
              <a:gd name="connsiteY85" fmla="*/ 5693879 h 5753325"/>
              <a:gd name="connsiteX86" fmla="*/ 1713375 w 6459988"/>
              <a:gd name="connsiteY86" fmla="*/ 5684672 h 5753325"/>
              <a:gd name="connsiteX87" fmla="*/ 1707808 w 6459988"/>
              <a:gd name="connsiteY87" fmla="*/ 5682611 h 5753325"/>
              <a:gd name="connsiteX88" fmla="*/ 1679313 w 6459988"/>
              <a:gd name="connsiteY88" fmla="*/ 5672360 h 5753325"/>
              <a:gd name="connsiteX89" fmla="*/ 1646933 w 6459988"/>
              <a:gd name="connsiteY89" fmla="*/ 5666227 h 5753325"/>
              <a:gd name="connsiteX90" fmla="*/ 1610055 w 6459988"/>
              <a:gd name="connsiteY90" fmla="*/ 5673643 h 5753325"/>
              <a:gd name="connsiteX91" fmla="*/ 1437641 w 6459988"/>
              <a:gd name="connsiteY91" fmla="*/ 5723266 h 5753325"/>
              <a:gd name="connsiteX92" fmla="*/ 1332869 w 6459988"/>
              <a:gd name="connsiteY92" fmla="*/ 5744752 h 5753325"/>
              <a:gd name="connsiteX93" fmla="*/ 1290525 w 6459988"/>
              <a:gd name="connsiteY93" fmla="*/ 5740036 h 5753325"/>
              <a:gd name="connsiteX94" fmla="*/ 1233107 w 6459988"/>
              <a:gd name="connsiteY94" fmla="*/ 5742106 h 5753325"/>
              <a:gd name="connsiteX95" fmla="*/ 1214532 w 6459988"/>
              <a:gd name="connsiteY95" fmla="*/ 5753325 h 5753325"/>
              <a:gd name="connsiteX96" fmla="*/ 1199955 w 6459988"/>
              <a:gd name="connsiteY96" fmla="*/ 5744831 h 5753325"/>
              <a:gd name="connsiteX97" fmla="*/ 1162337 w 6459988"/>
              <a:gd name="connsiteY97" fmla="*/ 5738048 h 5753325"/>
              <a:gd name="connsiteX98" fmla="*/ 1053457 w 6459988"/>
              <a:gd name="connsiteY98" fmla="*/ 5688676 h 5753325"/>
              <a:gd name="connsiteX99" fmla="*/ 1025798 w 6459988"/>
              <a:gd name="connsiteY99" fmla="*/ 5673166 h 5753325"/>
              <a:gd name="connsiteX100" fmla="*/ 947900 w 6459988"/>
              <a:gd name="connsiteY100" fmla="*/ 5657848 h 5753325"/>
              <a:gd name="connsiteX101" fmla="*/ 815627 w 6459988"/>
              <a:gd name="connsiteY101" fmla="*/ 5642557 h 5753325"/>
              <a:gd name="connsiteX102" fmla="*/ 788251 w 6459988"/>
              <a:gd name="connsiteY102" fmla="*/ 5637065 h 5753325"/>
              <a:gd name="connsiteX103" fmla="*/ 767822 w 6459988"/>
              <a:gd name="connsiteY103" fmla="*/ 5623450 h 5753325"/>
              <a:gd name="connsiteX104" fmla="*/ 765791 w 6459988"/>
              <a:gd name="connsiteY104" fmla="*/ 5612539 h 5753325"/>
              <a:gd name="connsiteX105" fmla="*/ 751230 w 6459988"/>
              <a:gd name="connsiteY105" fmla="*/ 5608092 h 5753325"/>
              <a:gd name="connsiteX106" fmla="*/ 748008 w 6459988"/>
              <a:gd name="connsiteY106" fmla="*/ 5605052 h 5753325"/>
              <a:gd name="connsiteX107" fmla="*/ 728871 w 6459988"/>
              <a:gd name="connsiteY107" fmla="*/ 5589469 h 5753325"/>
              <a:gd name="connsiteX108" fmla="*/ 671898 w 6459988"/>
              <a:gd name="connsiteY108" fmla="*/ 5602363 h 5753325"/>
              <a:gd name="connsiteX109" fmla="*/ 615065 w 6459988"/>
              <a:gd name="connsiteY109" fmla="*/ 5580257 h 5753325"/>
              <a:gd name="connsiteX110" fmla="*/ 355785 w 6459988"/>
              <a:gd name="connsiteY110" fmla="*/ 5514383 h 5753325"/>
              <a:gd name="connsiteX111" fmla="*/ 102269 w 6459988"/>
              <a:gd name="connsiteY111" fmla="*/ 5524347 h 5753325"/>
              <a:gd name="connsiteX112" fmla="*/ 13160 w 6459988"/>
              <a:gd name="connsiteY112" fmla="*/ 5514159 h 5753325"/>
              <a:gd name="connsiteX113" fmla="*/ 0 w 6459988"/>
              <a:gd name="connsiteY113" fmla="*/ 5511735 h 5753325"/>
              <a:gd name="connsiteX114" fmla="*/ 0 w 6459988"/>
              <a:gd name="connsiteY114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453989 w 6459988"/>
              <a:gd name="connsiteY9" fmla="*/ 711876 h 5753325"/>
              <a:gd name="connsiteX10" fmla="*/ 6344988 w 6459988"/>
              <a:gd name="connsiteY10" fmla="*/ 697330 h 5753325"/>
              <a:gd name="connsiteX11" fmla="*/ 6447445 w 6459988"/>
              <a:gd name="connsiteY11" fmla="*/ 780003 h 5753325"/>
              <a:gd name="connsiteX12" fmla="*/ 6426552 w 6459988"/>
              <a:gd name="connsiteY12" fmla="*/ 845805 h 5753325"/>
              <a:gd name="connsiteX13" fmla="*/ 6434072 w 6459988"/>
              <a:gd name="connsiteY13" fmla="*/ 910733 h 5753325"/>
              <a:gd name="connsiteX14" fmla="*/ 6432570 w 6459988"/>
              <a:gd name="connsiteY14" fmla="*/ 983394 h 5753325"/>
              <a:gd name="connsiteX15" fmla="*/ 6431878 w 6459988"/>
              <a:gd name="connsiteY15" fmla="*/ 1026728 h 5753325"/>
              <a:gd name="connsiteX16" fmla="*/ 6414269 w 6459988"/>
              <a:gd name="connsiteY16" fmla="*/ 1151111 h 5753325"/>
              <a:gd name="connsiteX17" fmla="*/ 6371722 w 6459988"/>
              <a:gd name="connsiteY17" fmla="*/ 1318080 h 5753325"/>
              <a:gd name="connsiteX18" fmla="*/ 6356023 w 6459988"/>
              <a:gd name="connsiteY18" fmla="*/ 1356227 h 5753325"/>
              <a:gd name="connsiteX19" fmla="*/ 6356157 w 6459988"/>
              <a:gd name="connsiteY19" fmla="*/ 1361967 h 5753325"/>
              <a:gd name="connsiteX20" fmla="*/ 6350613 w 6459988"/>
              <a:gd name="connsiteY20" fmla="*/ 1393569 h 5753325"/>
              <a:gd name="connsiteX21" fmla="*/ 6357062 w 6459988"/>
              <a:gd name="connsiteY21" fmla="*/ 1444071 h 5753325"/>
              <a:gd name="connsiteX22" fmla="*/ 6364832 w 6459988"/>
              <a:gd name="connsiteY22" fmla="*/ 1478763 h 5753325"/>
              <a:gd name="connsiteX23" fmla="*/ 6369745 w 6459988"/>
              <a:gd name="connsiteY23" fmla="*/ 1495680 h 5753325"/>
              <a:gd name="connsiteX24" fmla="*/ 6370898 w 6459988"/>
              <a:gd name="connsiteY24" fmla="*/ 1513331 h 5753325"/>
              <a:gd name="connsiteX25" fmla="*/ 6368801 w 6459988"/>
              <a:gd name="connsiteY25" fmla="*/ 1527414 h 5753325"/>
              <a:gd name="connsiteX26" fmla="*/ 6359177 w 6459988"/>
              <a:gd name="connsiteY26" fmla="*/ 1639513 h 5753325"/>
              <a:gd name="connsiteX27" fmla="*/ 6299489 w 6459988"/>
              <a:gd name="connsiteY27" fmla="*/ 1784860 h 5753325"/>
              <a:gd name="connsiteX28" fmla="*/ 6267878 w 6459988"/>
              <a:gd name="connsiteY28" fmla="*/ 1858572 h 5753325"/>
              <a:gd name="connsiteX29" fmla="*/ 6251146 w 6459988"/>
              <a:gd name="connsiteY29" fmla="*/ 1926167 h 5753325"/>
              <a:gd name="connsiteX30" fmla="*/ 6210686 w 6459988"/>
              <a:gd name="connsiteY30" fmla="*/ 2014834 h 5753325"/>
              <a:gd name="connsiteX31" fmla="*/ 6106652 w 6459988"/>
              <a:gd name="connsiteY31" fmla="*/ 2150572 h 5753325"/>
              <a:gd name="connsiteX32" fmla="*/ 6097813 w 6459988"/>
              <a:gd name="connsiteY32" fmla="*/ 2172208 h 5753325"/>
              <a:gd name="connsiteX33" fmla="*/ 6095990 w 6459988"/>
              <a:gd name="connsiteY33" fmla="*/ 2181185 h 5753325"/>
              <a:gd name="connsiteX34" fmla="*/ 6090126 w 6459988"/>
              <a:gd name="connsiteY34" fmla="*/ 2192533 h 5753325"/>
              <a:gd name="connsiteX35" fmla="*/ 6089503 w 6459988"/>
              <a:gd name="connsiteY35" fmla="*/ 2192543 h 5753325"/>
              <a:gd name="connsiteX36" fmla="*/ 6084946 w 6459988"/>
              <a:gd name="connsiteY36" fmla="*/ 2203694 h 5753325"/>
              <a:gd name="connsiteX37" fmla="*/ 5987861 w 6459988"/>
              <a:gd name="connsiteY37" fmla="*/ 2304868 h 5753325"/>
              <a:gd name="connsiteX38" fmla="*/ 5973439 w 6459988"/>
              <a:gd name="connsiteY38" fmla="*/ 2385635 h 5753325"/>
              <a:gd name="connsiteX39" fmla="*/ 5916727 w 6459988"/>
              <a:gd name="connsiteY39" fmla="*/ 2458777 h 5753325"/>
              <a:gd name="connsiteX40" fmla="*/ 5856524 w 6459988"/>
              <a:gd name="connsiteY40" fmla="*/ 2583281 h 5753325"/>
              <a:gd name="connsiteX41" fmla="*/ 5838091 w 6459988"/>
              <a:gd name="connsiteY41" fmla="*/ 2753474 h 5753325"/>
              <a:gd name="connsiteX42" fmla="*/ 5777471 w 6459988"/>
              <a:gd name="connsiteY42" fmla="*/ 2901570 h 5753325"/>
              <a:gd name="connsiteX43" fmla="*/ 5723992 w 6459988"/>
              <a:gd name="connsiteY43" fmla="*/ 2998752 h 5753325"/>
              <a:gd name="connsiteX44" fmla="*/ 5557886 w 6459988"/>
              <a:gd name="connsiteY44" fmla="*/ 3329735 h 5753325"/>
              <a:gd name="connsiteX45" fmla="*/ 5471501 w 6459988"/>
              <a:gd name="connsiteY45" fmla="*/ 3462221 h 5753325"/>
              <a:gd name="connsiteX46" fmla="*/ 5465154 w 6459988"/>
              <a:gd name="connsiteY46" fmla="*/ 3541065 h 5753325"/>
              <a:gd name="connsiteX47" fmla="*/ 5437889 w 6459988"/>
              <a:gd name="connsiteY47" fmla="*/ 3559927 h 5753325"/>
              <a:gd name="connsiteX48" fmla="*/ 5432770 w 6459988"/>
              <a:gd name="connsiteY48" fmla="*/ 3562948 h 5753325"/>
              <a:gd name="connsiteX49" fmla="*/ 5406795 w 6459988"/>
              <a:gd name="connsiteY49" fmla="*/ 3578594 h 5753325"/>
              <a:gd name="connsiteX50" fmla="*/ 5381495 w 6459988"/>
              <a:gd name="connsiteY50" fmla="*/ 3599883 h 5753325"/>
              <a:gd name="connsiteX51" fmla="*/ 5363689 w 6459988"/>
              <a:gd name="connsiteY51" fmla="*/ 3633299 h 5753325"/>
              <a:gd name="connsiteX52" fmla="*/ 5291870 w 6459988"/>
              <a:gd name="connsiteY52" fmla="*/ 3799039 h 5753325"/>
              <a:gd name="connsiteX53" fmla="*/ 5241600 w 6459988"/>
              <a:gd name="connsiteY53" fmla="*/ 3894238 h 5753325"/>
              <a:gd name="connsiteX54" fmla="*/ 5211041 w 6459988"/>
              <a:gd name="connsiteY54" fmla="*/ 3924184 h 5753325"/>
              <a:gd name="connsiteX55" fmla="*/ 5176073 w 6459988"/>
              <a:gd name="connsiteY55" fmla="*/ 3970179 h 5753325"/>
              <a:gd name="connsiteX56" fmla="*/ 5172826 w 6459988"/>
              <a:gd name="connsiteY56" fmla="*/ 3991773 h 5753325"/>
              <a:gd name="connsiteX57" fmla="*/ 5157053 w 6459988"/>
              <a:gd name="connsiteY57" fmla="*/ 3997708 h 5753325"/>
              <a:gd name="connsiteX58" fmla="*/ 5127922 w 6459988"/>
              <a:gd name="connsiteY58" fmla="*/ 4022660 h 5753325"/>
              <a:gd name="connsiteX59" fmla="*/ 5020872 w 6459988"/>
              <a:gd name="connsiteY59" fmla="*/ 4075951 h 5753325"/>
              <a:gd name="connsiteX60" fmla="*/ 4991410 w 6459988"/>
              <a:gd name="connsiteY60" fmla="*/ 4087598 h 5753325"/>
              <a:gd name="connsiteX61" fmla="*/ 4930112 w 6459988"/>
              <a:gd name="connsiteY61" fmla="*/ 4138459 h 5753325"/>
              <a:gd name="connsiteX62" fmla="*/ 4834224 w 6459988"/>
              <a:gd name="connsiteY62" fmla="*/ 4231643 h 5753325"/>
              <a:gd name="connsiteX63" fmla="*/ 4812599 w 6459988"/>
              <a:gd name="connsiteY63" fmla="*/ 4249449 h 5753325"/>
              <a:gd name="connsiteX64" fmla="*/ 4789188 w 6459988"/>
              <a:gd name="connsiteY64" fmla="*/ 4256678 h 5753325"/>
              <a:gd name="connsiteX65" fmla="*/ 4779554 w 6459988"/>
              <a:gd name="connsiteY65" fmla="*/ 4251313 h 5753325"/>
              <a:gd name="connsiteX66" fmla="*/ 4766885 w 6459988"/>
              <a:gd name="connsiteY66" fmla="*/ 4259812 h 5753325"/>
              <a:gd name="connsiteX67" fmla="*/ 4762510 w 6459988"/>
              <a:gd name="connsiteY67" fmla="*/ 4260383 h 5753325"/>
              <a:gd name="connsiteX68" fmla="*/ 4738416 w 6459988"/>
              <a:gd name="connsiteY68" fmla="*/ 4265355 h 5753325"/>
              <a:gd name="connsiteX69" fmla="*/ 4712007 w 6459988"/>
              <a:gd name="connsiteY69" fmla="*/ 4317892 h 5753325"/>
              <a:gd name="connsiteX70" fmla="*/ 4658930 w 6459988"/>
              <a:gd name="connsiteY70" fmla="*/ 4348041 h 5753325"/>
              <a:gd name="connsiteX71" fmla="*/ 4443526 w 6459988"/>
              <a:gd name="connsiteY71" fmla="*/ 4507851 h 5753325"/>
              <a:gd name="connsiteX72" fmla="*/ 4289766 w 6459988"/>
              <a:gd name="connsiteY72" fmla="*/ 4711450 h 5753325"/>
              <a:gd name="connsiteX73" fmla="*/ 4150870 w 6459988"/>
              <a:gd name="connsiteY73" fmla="*/ 4818480 h 5753325"/>
              <a:gd name="connsiteX74" fmla="*/ 4006639 w 6459988"/>
              <a:gd name="connsiteY74" fmla="*/ 4933815 h 5753325"/>
              <a:gd name="connsiteX75" fmla="*/ 3298210 w 6459988"/>
              <a:gd name="connsiteY75" fmla="*/ 5070790 h 5753325"/>
              <a:gd name="connsiteX76" fmla="*/ 2947678 w 6459988"/>
              <a:gd name="connsiteY76" fmla="*/ 5117869 h 5753325"/>
              <a:gd name="connsiteX77" fmla="*/ 2822169 w 6459988"/>
              <a:gd name="connsiteY77" fmla="*/ 5129396 h 5753325"/>
              <a:gd name="connsiteX78" fmla="*/ 2538773 w 6459988"/>
              <a:gd name="connsiteY78" fmla="*/ 5313397 h 5753325"/>
              <a:gd name="connsiteX79" fmla="*/ 2014500 w 6459988"/>
              <a:gd name="connsiteY79" fmla="*/ 5519744 h 5753325"/>
              <a:gd name="connsiteX80" fmla="*/ 1934391 w 6459988"/>
              <a:gd name="connsiteY80" fmla="*/ 5591335 h 5753325"/>
              <a:gd name="connsiteX81" fmla="*/ 1892550 w 6459988"/>
              <a:gd name="connsiteY81" fmla="*/ 5649708 h 5753325"/>
              <a:gd name="connsiteX82" fmla="*/ 1854769 w 6459988"/>
              <a:gd name="connsiteY82" fmla="*/ 5647691 h 5753325"/>
              <a:gd name="connsiteX83" fmla="*/ 1809461 w 6459988"/>
              <a:gd name="connsiteY83" fmla="*/ 5648628 h 5753325"/>
              <a:gd name="connsiteX84" fmla="*/ 1745150 w 6459988"/>
              <a:gd name="connsiteY84" fmla="*/ 5693879 h 5753325"/>
              <a:gd name="connsiteX85" fmla="*/ 1713375 w 6459988"/>
              <a:gd name="connsiteY85" fmla="*/ 5684672 h 5753325"/>
              <a:gd name="connsiteX86" fmla="*/ 1707808 w 6459988"/>
              <a:gd name="connsiteY86" fmla="*/ 5682611 h 5753325"/>
              <a:gd name="connsiteX87" fmla="*/ 1679313 w 6459988"/>
              <a:gd name="connsiteY87" fmla="*/ 5672360 h 5753325"/>
              <a:gd name="connsiteX88" fmla="*/ 1646933 w 6459988"/>
              <a:gd name="connsiteY88" fmla="*/ 5666227 h 5753325"/>
              <a:gd name="connsiteX89" fmla="*/ 1610055 w 6459988"/>
              <a:gd name="connsiteY89" fmla="*/ 5673643 h 5753325"/>
              <a:gd name="connsiteX90" fmla="*/ 1437641 w 6459988"/>
              <a:gd name="connsiteY90" fmla="*/ 5723266 h 5753325"/>
              <a:gd name="connsiteX91" fmla="*/ 1332869 w 6459988"/>
              <a:gd name="connsiteY91" fmla="*/ 5744752 h 5753325"/>
              <a:gd name="connsiteX92" fmla="*/ 1290525 w 6459988"/>
              <a:gd name="connsiteY92" fmla="*/ 5740036 h 5753325"/>
              <a:gd name="connsiteX93" fmla="*/ 1233107 w 6459988"/>
              <a:gd name="connsiteY93" fmla="*/ 5742106 h 5753325"/>
              <a:gd name="connsiteX94" fmla="*/ 1214532 w 6459988"/>
              <a:gd name="connsiteY94" fmla="*/ 5753325 h 5753325"/>
              <a:gd name="connsiteX95" fmla="*/ 1199955 w 6459988"/>
              <a:gd name="connsiteY95" fmla="*/ 5744831 h 5753325"/>
              <a:gd name="connsiteX96" fmla="*/ 1162337 w 6459988"/>
              <a:gd name="connsiteY96" fmla="*/ 5738048 h 5753325"/>
              <a:gd name="connsiteX97" fmla="*/ 1053457 w 6459988"/>
              <a:gd name="connsiteY97" fmla="*/ 5688676 h 5753325"/>
              <a:gd name="connsiteX98" fmla="*/ 1025798 w 6459988"/>
              <a:gd name="connsiteY98" fmla="*/ 5673166 h 5753325"/>
              <a:gd name="connsiteX99" fmla="*/ 947900 w 6459988"/>
              <a:gd name="connsiteY99" fmla="*/ 5657848 h 5753325"/>
              <a:gd name="connsiteX100" fmla="*/ 815627 w 6459988"/>
              <a:gd name="connsiteY100" fmla="*/ 5642557 h 5753325"/>
              <a:gd name="connsiteX101" fmla="*/ 788251 w 6459988"/>
              <a:gd name="connsiteY101" fmla="*/ 5637065 h 5753325"/>
              <a:gd name="connsiteX102" fmla="*/ 767822 w 6459988"/>
              <a:gd name="connsiteY102" fmla="*/ 5623450 h 5753325"/>
              <a:gd name="connsiteX103" fmla="*/ 765791 w 6459988"/>
              <a:gd name="connsiteY103" fmla="*/ 5612539 h 5753325"/>
              <a:gd name="connsiteX104" fmla="*/ 751230 w 6459988"/>
              <a:gd name="connsiteY104" fmla="*/ 5608092 h 5753325"/>
              <a:gd name="connsiteX105" fmla="*/ 748008 w 6459988"/>
              <a:gd name="connsiteY105" fmla="*/ 5605052 h 5753325"/>
              <a:gd name="connsiteX106" fmla="*/ 728871 w 6459988"/>
              <a:gd name="connsiteY106" fmla="*/ 5589469 h 5753325"/>
              <a:gd name="connsiteX107" fmla="*/ 671898 w 6459988"/>
              <a:gd name="connsiteY107" fmla="*/ 5602363 h 5753325"/>
              <a:gd name="connsiteX108" fmla="*/ 615065 w 6459988"/>
              <a:gd name="connsiteY108" fmla="*/ 5580257 h 5753325"/>
              <a:gd name="connsiteX109" fmla="*/ 355785 w 6459988"/>
              <a:gd name="connsiteY109" fmla="*/ 5514383 h 5753325"/>
              <a:gd name="connsiteX110" fmla="*/ 102269 w 6459988"/>
              <a:gd name="connsiteY110" fmla="*/ 5524347 h 5753325"/>
              <a:gd name="connsiteX111" fmla="*/ 13160 w 6459988"/>
              <a:gd name="connsiteY111" fmla="*/ 5514159 h 5753325"/>
              <a:gd name="connsiteX112" fmla="*/ 0 w 6459988"/>
              <a:gd name="connsiteY112" fmla="*/ 5511735 h 5753325"/>
              <a:gd name="connsiteX113" fmla="*/ 0 w 6459988"/>
              <a:gd name="connsiteY113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344988 w 6459988"/>
              <a:gd name="connsiteY9" fmla="*/ 697330 h 5753325"/>
              <a:gd name="connsiteX10" fmla="*/ 6447445 w 6459988"/>
              <a:gd name="connsiteY10" fmla="*/ 780003 h 5753325"/>
              <a:gd name="connsiteX11" fmla="*/ 6426552 w 6459988"/>
              <a:gd name="connsiteY11" fmla="*/ 845805 h 5753325"/>
              <a:gd name="connsiteX12" fmla="*/ 6434072 w 6459988"/>
              <a:gd name="connsiteY12" fmla="*/ 910733 h 5753325"/>
              <a:gd name="connsiteX13" fmla="*/ 6432570 w 6459988"/>
              <a:gd name="connsiteY13" fmla="*/ 983394 h 5753325"/>
              <a:gd name="connsiteX14" fmla="*/ 6431878 w 6459988"/>
              <a:gd name="connsiteY14" fmla="*/ 1026728 h 5753325"/>
              <a:gd name="connsiteX15" fmla="*/ 6414269 w 6459988"/>
              <a:gd name="connsiteY15" fmla="*/ 1151111 h 5753325"/>
              <a:gd name="connsiteX16" fmla="*/ 6371722 w 6459988"/>
              <a:gd name="connsiteY16" fmla="*/ 1318080 h 5753325"/>
              <a:gd name="connsiteX17" fmla="*/ 6356023 w 6459988"/>
              <a:gd name="connsiteY17" fmla="*/ 1356227 h 5753325"/>
              <a:gd name="connsiteX18" fmla="*/ 6356157 w 6459988"/>
              <a:gd name="connsiteY18" fmla="*/ 1361967 h 5753325"/>
              <a:gd name="connsiteX19" fmla="*/ 6350613 w 6459988"/>
              <a:gd name="connsiteY19" fmla="*/ 1393569 h 5753325"/>
              <a:gd name="connsiteX20" fmla="*/ 6357062 w 6459988"/>
              <a:gd name="connsiteY20" fmla="*/ 1444071 h 5753325"/>
              <a:gd name="connsiteX21" fmla="*/ 6364832 w 6459988"/>
              <a:gd name="connsiteY21" fmla="*/ 1478763 h 5753325"/>
              <a:gd name="connsiteX22" fmla="*/ 6369745 w 6459988"/>
              <a:gd name="connsiteY22" fmla="*/ 1495680 h 5753325"/>
              <a:gd name="connsiteX23" fmla="*/ 6370898 w 6459988"/>
              <a:gd name="connsiteY23" fmla="*/ 1513331 h 5753325"/>
              <a:gd name="connsiteX24" fmla="*/ 6368801 w 6459988"/>
              <a:gd name="connsiteY24" fmla="*/ 1527414 h 5753325"/>
              <a:gd name="connsiteX25" fmla="*/ 6359177 w 6459988"/>
              <a:gd name="connsiteY25" fmla="*/ 1639513 h 5753325"/>
              <a:gd name="connsiteX26" fmla="*/ 6299489 w 6459988"/>
              <a:gd name="connsiteY26" fmla="*/ 1784860 h 5753325"/>
              <a:gd name="connsiteX27" fmla="*/ 6267878 w 6459988"/>
              <a:gd name="connsiteY27" fmla="*/ 1858572 h 5753325"/>
              <a:gd name="connsiteX28" fmla="*/ 6251146 w 6459988"/>
              <a:gd name="connsiteY28" fmla="*/ 1926167 h 5753325"/>
              <a:gd name="connsiteX29" fmla="*/ 6210686 w 6459988"/>
              <a:gd name="connsiteY29" fmla="*/ 2014834 h 5753325"/>
              <a:gd name="connsiteX30" fmla="*/ 6106652 w 6459988"/>
              <a:gd name="connsiteY30" fmla="*/ 2150572 h 5753325"/>
              <a:gd name="connsiteX31" fmla="*/ 6097813 w 6459988"/>
              <a:gd name="connsiteY31" fmla="*/ 2172208 h 5753325"/>
              <a:gd name="connsiteX32" fmla="*/ 6095990 w 6459988"/>
              <a:gd name="connsiteY32" fmla="*/ 2181185 h 5753325"/>
              <a:gd name="connsiteX33" fmla="*/ 6090126 w 6459988"/>
              <a:gd name="connsiteY33" fmla="*/ 2192533 h 5753325"/>
              <a:gd name="connsiteX34" fmla="*/ 6089503 w 6459988"/>
              <a:gd name="connsiteY34" fmla="*/ 2192543 h 5753325"/>
              <a:gd name="connsiteX35" fmla="*/ 6084946 w 6459988"/>
              <a:gd name="connsiteY35" fmla="*/ 2203694 h 5753325"/>
              <a:gd name="connsiteX36" fmla="*/ 5987861 w 6459988"/>
              <a:gd name="connsiteY36" fmla="*/ 2304868 h 5753325"/>
              <a:gd name="connsiteX37" fmla="*/ 5973439 w 6459988"/>
              <a:gd name="connsiteY37" fmla="*/ 2385635 h 5753325"/>
              <a:gd name="connsiteX38" fmla="*/ 5916727 w 6459988"/>
              <a:gd name="connsiteY38" fmla="*/ 2458777 h 5753325"/>
              <a:gd name="connsiteX39" fmla="*/ 5856524 w 6459988"/>
              <a:gd name="connsiteY39" fmla="*/ 2583281 h 5753325"/>
              <a:gd name="connsiteX40" fmla="*/ 5838091 w 6459988"/>
              <a:gd name="connsiteY40" fmla="*/ 2753474 h 5753325"/>
              <a:gd name="connsiteX41" fmla="*/ 5777471 w 6459988"/>
              <a:gd name="connsiteY41" fmla="*/ 2901570 h 5753325"/>
              <a:gd name="connsiteX42" fmla="*/ 5723992 w 6459988"/>
              <a:gd name="connsiteY42" fmla="*/ 2998752 h 5753325"/>
              <a:gd name="connsiteX43" fmla="*/ 5557886 w 6459988"/>
              <a:gd name="connsiteY43" fmla="*/ 3329735 h 5753325"/>
              <a:gd name="connsiteX44" fmla="*/ 5471501 w 6459988"/>
              <a:gd name="connsiteY44" fmla="*/ 3462221 h 5753325"/>
              <a:gd name="connsiteX45" fmla="*/ 5465154 w 6459988"/>
              <a:gd name="connsiteY45" fmla="*/ 3541065 h 5753325"/>
              <a:gd name="connsiteX46" fmla="*/ 5437889 w 6459988"/>
              <a:gd name="connsiteY46" fmla="*/ 3559927 h 5753325"/>
              <a:gd name="connsiteX47" fmla="*/ 5432770 w 6459988"/>
              <a:gd name="connsiteY47" fmla="*/ 3562948 h 5753325"/>
              <a:gd name="connsiteX48" fmla="*/ 5406795 w 6459988"/>
              <a:gd name="connsiteY48" fmla="*/ 3578594 h 5753325"/>
              <a:gd name="connsiteX49" fmla="*/ 5381495 w 6459988"/>
              <a:gd name="connsiteY49" fmla="*/ 3599883 h 5753325"/>
              <a:gd name="connsiteX50" fmla="*/ 5363689 w 6459988"/>
              <a:gd name="connsiteY50" fmla="*/ 3633299 h 5753325"/>
              <a:gd name="connsiteX51" fmla="*/ 5291870 w 6459988"/>
              <a:gd name="connsiteY51" fmla="*/ 3799039 h 5753325"/>
              <a:gd name="connsiteX52" fmla="*/ 5241600 w 6459988"/>
              <a:gd name="connsiteY52" fmla="*/ 3894238 h 5753325"/>
              <a:gd name="connsiteX53" fmla="*/ 5211041 w 6459988"/>
              <a:gd name="connsiteY53" fmla="*/ 3924184 h 5753325"/>
              <a:gd name="connsiteX54" fmla="*/ 5176073 w 6459988"/>
              <a:gd name="connsiteY54" fmla="*/ 3970179 h 5753325"/>
              <a:gd name="connsiteX55" fmla="*/ 5172826 w 6459988"/>
              <a:gd name="connsiteY55" fmla="*/ 3991773 h 5753325"/>
              <a:gd name="connsiteX56" fmla="*/ 5157053 w 6459988"/>
              <a:gd name="connsiteY56" fmla="*/ 3997708 h 5753325"/>
              <a:gd name="connsiteX57" fmla="*/ 5127922 w 6459988"/>
              <a:gd name="connsiteY57" fmla="*/ 4022660 h 5753325"/>
              <a:gd name="connsiteX58" fmla="*/ 5020872 w 6459988"/>
              <a:gd name="connsiteY58" fmla="*/ 4075951 h 5753325"/>
              <a:gd name="connsiteX59" fmla="*/ 4991410 w 6459988"/>
              <a:gd name="connsiteY59" fmla="*/ 4087598 h 5753325"/>
              <a:gd name="connsiteX60" fmla="*/ 4930112 w 6459988"/>
              <a:gd name="connsiteY60" fmla="*/ 4138459 h 5753325"/>
              <a:gd name="connsiteX61" fmla="*/ 4834224 w 6459988"/>
              <a:gd name="connsiteY61" fmla="*/ 4231643 h 5753325"/>
              <a:gd name="connsiteX62" fmla="*/ 4812599 w 6459988"/>
              <a:gd name="connsiteY62" fmla="*/ 4249449 h 5753325"/>
              <a:gd name="connsiteX63" fmla="*/ 4789188 w 6459988"/>
              <a:gd name="connsiteY63" fmla="*/ 4256678 h 5753325"/>
              <a:gd name="connsiteX64" fmla="*/ 4779554 w 6459988"/>
              <a:gd name="connsiteY64" fmla="*/ 4251313 h 5753325"/>
              <a:gd name="connsiteX65" fmla="*/ 4766885 w 6459988"/>
              <a:gd name="connsiteY65" fmla="*/ 4259812 h 5753325"/>
              <a:gd name="connsiteX66" fmla="*/ 4762510 w 6459988"/>
              <a:gd name="connsiteY66" fmla="*/ 4260383 h 5753325"/>
              <a:gd name="connsiteX67" fmla="*/ 4738416 w 6459988"/>
              <a:gd name="connsiteY67" fmla="*/ 4265355 h 5753325"/>
              <a:gd name="connsiteX68" fmla="*/ 4712007 w 6459988"/>
              <a:gd name="connsiteY68" fmla="*/ 4317892 h 5753325"/>
              <a:gd name="connsiteX69" fmla="*/ 4658930 w 6459988"/>
              <a:gd name="connsiteY69" fmla="*/ 4348041 h 5753325"/>
              <a:gd name="connsiteX70" fmla="*/ 4443526 w 6459988"/>
              <a:gd name="connsiteY70" fmla="*/ 4507851 h 5753325"/>
              <a:gd name="connsiteX71" fmla="*/ 4289766 w 6459988"/>
              <a:gd name="connsiteY71" fmla="*/ 4711450 h 5753325"/>
              <a:gd name="connsiteX72" fmla="*/ 4150870 w 6459988"/>
              <a:gd name="connsiteY72" fmla="*/ 4818480 h 5753325"/>
              <a:gd name="connsiteX73" fmla="*/ 4006639 w 6459988"/>
              <a:gd name="connsiteY73" fmla="*/ 4933815 h 5753325"/>
              <a:gd name="connsiteX74" fmla="*/ 3298210 w 6459988"/>
              <a:gd name="connsiteY74" fmla="*/ 5070790 h 5753325"/>
              <a:gd name="connsiteX75" fmla="*/ 2947678 w 6459988"/>
              <a:gd name="connsiteY75" fmla="*/ 5117869 h 5753325"/>
              <a:gd name="connsiteX76" fmla="*/ 2822169 w 6459988"/>
              <a:gd name="connsiteY76" fmla="*/ 5129396 h 5753325"/>
              <a:gd name="connsiteX77" fmla="*/ 2538773 w 6459988"/>
              <a:gd name="connsiteY77" fmla="*/ 5313397 h 5753325"/>
              <a:gd name="connsiteX78" fmla="*/ 2014500 w 6459988"/>
              <a:gd name="connsiteY78" fmla="*/ 5519744 h 5753325"/>
              <a:gd name="connsiteX79" fmla="*/ 1934391 w 6459988"/>
              <a:gd name="connsiteY79" fmla="*/ 5591335 h 5753325"/>
              <a:gd name="connsiteX80" fmla="*/ 1892550 w 6459988"/>
              <a:gd name="connsiteY80" fmla="*/ 5649708 h 5753325"/>
              <a:gd name="connsiteX81" fmla="*/ 1854769 w 6459988"/>
              <a:gd name="connsiteY81" fmla="*/ 5647691 h 5753325"/>
              <a:gd name="connsiteX82" fmla="*/ 1809461 w 6459988"/>
              <a:gd name="connsiteY82" fmla="*/ 5648628 h 5753325"/>
              <a:gd name="connsiteX83" fmla="*/ 1745150 w 6459988"/>
              <a:gd name="connsiteY83" fmla="*/ 5693879 h 5753325"/>
              <a:gd name="connsiteX84" fmla="*/ 1713375 w 6459988"/>
              <a:gd name="connsiteY84" fmla="*/ 5684672 h 5753325"/>
              <a:gd name="connsiteX85" fmla="*/ 1707808 w 6459988"/>
              <a:gd name="connsiteY85" fmla="*/ 5682611 h 5753325"/>
              <a:gd name="connsiteX86" fmla="*/ 1679313 w 6459988"/>
              <a:gd name="connsiteY86" fmla="*/ 5672360 h 5753325"/>
              <a:gd name="connsiteX87" fmla="*/ 1646933 w 6459988"/>
              <a:gd name="connsiteY87" fmla="*/ 5666227 h 5753325"/>
              <a:gd name="connsiteX88" fmla="*/ 1610055 w 6459988"/>
              <a:gd name="connsiteY88" fmla="*/ 5673643 h 5753325"/>
              <a:gd name="connsiteX89" fmla="*/ 1437641 w 6459988"/>
              <a:gd name="connsiteY89" fmla="*/ 5723266 h 5753325"/>
              <a:gd name="connsiteX90" fmla="*/ 1332869 w 6459988"/>
              <a:gd name="connsiteY90" fmla="*/ 5744752 h 5753325"/>
              <a:gd name="connsiteX91" fmla="*/ 1290525 w 6459988"/>
              <a:gd name="connsiteY91" fmla="*/ 5740036 h 5753325"/>
              <a:gd name="connsiteX92" fmla="*/ 1233107 w 6459988"/>
              <a:gd name="connsiteY92" fmla="*/ 5742106 h 5753325"/>
              <a:gd name="connsiteX93" fmla="*/ 1214532 w 6459988"/>
              <a:gd name="connsiteY93" fmla="*/ 5753325 h 5753325"/>
              <a:gd name="connsiteX94" fmla="*/ 1199955 w 6459988"/>
              <a:gd name="connsiteY94" fmla="*/ 5744831 h 5753325"/>
              <a:gd name="connsiteX95" fmla="*/ 1162337 w 6459988"/>
              <a:gd name="connsiteY95" fmla="*/ 5738048 h 5753325"/>
              <a:gd name="connsiteX96" fmla="*/ 1053457 w 6459988"/>
              <a:gd name="connsiteY96" fmla="*/ 5688676 h 5753325"/>
              <a:gd name="connsiteX97" fmla="*/ 1025798 w 6459988"/>
              <a:gd name="connsiteY97" fmla="*/ 5673166 h 5753325"/>
              <a:gd name="connsiteX98" fmla="*/ 947900 w 6459988"/>
              <a:gd name="connsiteY98" fmla="*/ 5657848 h 5753325"/>
              <a:gd name="connsiteX99" fmla="*/ 815627 w 6459988"/>
              <a:gd name="connsiteY99" fmla="*/ 5642557 h 5753325"/>
              <a:gd name="connsiteX100" fmla="*/ 788251 w 6459988"/>
              <a:gd name="connsiteY100" fmla="*/ 5637065 h 5753325"/>
              <a:gd name="connsiteX101" fmla="*/ 767822 w 6459988"/>
              <a:gd name="connsiteY101" fmla="*/ 5623450 h 5753325"/>
              <a:gd name="connsiteX102" fmla="*/ 765791 w 6459988"/>
              <a:gd name="connsiteY102" fmla="*/ 5612539 h 5753325"/>
              <a:gd name="connsiteX103" fmla="*/ 751230 w 6459988"/>
              <a:gd name="connsiteY103" fmla="*/ 5608092 h 5753325"/>
              <a:gd name="connsiteX104" fmla="*/ 748008 w 6459988"/>
              <a:gd name="connsiteY104" fmla="*/ 5605052 h 5753325"/>
              <a:gd name="connsiteX105" fmla="*/ 728871 w 6459988"/>
              <a:gd name="connsiteY105" fmla="*/ 5589469 h 5753325"/>
              <a:gd name="connsiteX106" fmla="*/ 671898 w 6459988"/>
              <a:gd name="connsiteY106" fmla="*/ 5602363 h 5753325"/>
              <a:gd name="connsiteX107" fmla="*/ 615065 w 6459988"/>
              <a:gd name="connsiteY107" fmla="*/ 5580257 h 5753325"/>
              <a:gd name="connsiteX108" fmla="*/ 355785 w 6459988"/>
              <a:gd name="connsiteY108" fmla="*/ 5514383 h 5753325"/>
              <a:gd name="connsiteX109" fmla="*/ 102269 w 6459988"/>
              <a:gd name="connsiteY109" fmla="*/ 5524347 h 5753325"/>
              <a:gd name="connsiteX110" fmla="*/ 13160 w 6459988"/>
              <a:gd name="connsiteY110" fmla="*/ 5514159 h 5753325"/>
              <a:gd name="connsiteX111" fmla="*/ 0 w 6459988"/>
              <a:gd name="connsiteY111" fmla="*/ 5511735 h 5753325"/>
              <a:gd name="connsiteX112" fmla="*/ 0 w 6459988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75685 w 6447632"/>
              <a:gd name="connsiteY6" fmla="*/ 535865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447445 w 6447632"/>
              <a:gd name="connsiteY10" fmla="*/ 780003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75685 w 6447632"/>
              <a:gd name="connsiteY6" fmla="*/ 535865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362266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05877 w 6447632"/>
              <a:gd name="connsiteY14" fmla="*/ 1026728 h 5753325"/>
              <a:gd name="connsiteX15" fmla="*/ 6362266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05877 w 6447632"/>
              <a:gd name="connsiteY13" fmla="*/ 1026728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405877 w 6447632"/>
              <a:gd name="connsiteY13" fmla="*/ 1026728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20797 w 6447632"/>
              <a:gd name="connsiteY14" fmla="*/ 1146964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09888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20797 w 6447632"/>
              <a:gd name="connsiteY14" fmla="*/ 1146964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3456"/>
              <a:gd name="connsiteY0" fmla="*/ 0 h 5753325"/>
              <a:gd name="connsiteX1" fmla="*/ 6438980 w 6443456"/>
              <a:gd name="connsiteY1" fmla="*/ 0 h 5753325"/>
              <a:gd name="connsiteX2" fmla="*/ 6439047 w 6443456"/>
              <a:gd name="connsiteY2" fmla="*/ 147 h 5753325"/>
              <a:gd name="connsiteX3" fmla="*/ 6443456 w 6443456"/>
              <a:gd name="connsiteY3" fmla="*/ 130105 h 5753325"/>
              <a:gd name="connsiteX4" fmla="*/ 6422751 w 6443456"/>
              <a:gd name="connsiteY4" fmla="*/ 174163 h 5753325"/>
              <a:gd name="connsiteX5" fmla="*/ 6396598 w 6443456"/>
              <a:gd name="connsiteY5" fmla="*/ 274847 h 5753325"/>
              <a:gd name="connsiteX6" fmla="*/ 6337615 w 6443456"/>
              <a:gd name="connsiteY6" fmla="*/ 471794 h 5753325"/>
              <a:gd name="connsiteX7" fmla="*/ 6304423 w 6443456"/>
              <a:gd name="connsiteY7" fmla="*/ 582623 h 5753325"/>
              <a:gd name="connsiteX8" fmla="*/ 6303977 w 6443456"/>
              <a:gd name="connsiteY8" fmla="*/ 664291 h 5753325"/>
              <a:gd name="connsiteX9" fmla="*/ 6299372 w 6443456"/>
              <a:gd name="connsiteY9" fmla="*/ 697330 h 5753325"/>
              <a:gd name="connsiteX10" fmla="*/ 6309888 w 6443456"/>
              <a:gd name="connsiteY10" fmla="*/ 754001 h 5753325"/>
              <a:gd name="connsiteX11" fmla="*/ 6339879 w 6443456"/>
              <a:gd name="connsiteY11" fmla="*/ 811136 h 5753325"/>
              <a:gd name="connsiteX12" fmla="*/ 6330065 w 6443456"/>
              <a:gd name="connsiteY12" fmla="*/ 893399 h 5753325"/>
              <a:gd name="connsiteX13" fmla="*/ 6328618 w 6443456"/>
              <a:gd name="connsiteY13" fmla="*/ 1009766 h 5753325"/>
              <a:gd name="connsiteX14" fmla="*/ 6320797 w 6443456"/>
              <a:gd name="connsiteY14" fmla="*/ 1146964 h 5753325"/>
              <a:gd name="connsiteX15" fmla="*/ 6334400 w 6443456"/>
              <a:gd name="connsiteY15" fmla="*/ 1280757 h 5753325"/>
              <a:gd name="connsiteX16" fmla="*/ 6356023 w 6443456"/>
              <a:gd name="connsiteY16" fmla="*/ 1356227 h 5753325"/>
              <a:gd name="connsiteX17" fmla="*/ 6356157 w 6443456"/>
              <a:gd name="connsiteY17" fmla="*/ 1361967 h 5753325"/>
              <a:gd name="connsiteX18" fmla="*/ 6350613 w 6443456"/>
              <a:gd name="connsiteY18" fmla="*/ 1393569 h 5753325"/>
              <a:gd name="connsiteX19" fmla="*/ 6357062 w 6443456"/>
              <a:gd name="connsiteY19" fmla="*/ 1444071 h 5753325"/>
              <a:gd name="connsiteX20" fmla="*/ 6364832 w 6443456"/>
              <a:gd name="connsiteY20" fmla="*/ 1478763 h 5753325"/>
              <a:gd name="connsiteX21" fmla="*/ 6369745 w 6443456"/>
              <a:gd name="connsiteY21" fmla="*/ 1495680 h 5753325"/>
              <a:gd name="connsiteX22" fmla="*/ 6370898 w 6443456"/>
              <a:gd name="connsiteY22" fmla="*/ 1513331 h 5753325"/>
              <a:gd name="connsiteX23" fmla="*/ 6339773 w 6443456"/>
              <a:gd name="connsiteY23" fmla="*/ 1527414 h 5753325"/>
              <a:gd name="connsiteX24" fmla="*/ 6321854 w 6443456"/>
              <a:gd name="connsiteY24" fmla="*/ 1635366 h 5753325"/>
              <a:gd name="connsiteX25" fmla="*/ 6299489 w 6443456"/>
              <a:gd name="connsiteY25" fmla="*/ 1784860 h 5753325"/>
              <a:gd name="connsiteX26" fmla="*/ 6267878 w 6443456"/>
              <a:gd name="connsiteY26" fmla="*/ 1858572 h 5753325"/>
              <a:gd name="connsiteX27" fmla="*/ 6251146 w 6443456"/>
              <a:gd name="connsiteY27" fmla="*/ 1926167 h 5753325"/>
              <a:gd name="connsiteX28" fmla="*/ 6210686 w 6443456"/>
              <a:gd name="connsiteY28" fmla="*/ 2014834 h 5753325"/>
              <a:gd name="connsiteX29" fmla="*/ 6106652 w 6443456"/>
              <a:gd name="connsiteY29" fmla="*/ 2150572 h 5753325"/>
              <a:gd name="connsiteX30" fmla="*/ 6097813 w 6443456"/>
              <a:gd name="connsiteY30" fmla="*/ 2172208 h 5753325"/>
              <a:gd name="connsiteX31" fmla="*/ 6095990 w 6443456"/>
              <a:gd name="connsiteY31" fmla="*/ 2181185 h 5753325"/>
              <a:gd name="connsiteX32" fmla="*/ 6090126 w 6443456"/>
              <a:gd name="connsiteY32" fmla="*/ 2192533 h 5753325"/>
              <a:gd name="connsiteX33" fmla="*/ 6089503 w 6443456"/>
              <a:gd name="connsiteY33" fmla="*/ 2192543 h 5753325"/>
              <a:gd name="connsiteX34" fmla="*/ 6084946 w 6443456"/>
              <a:gd name="connsiteY34" fmla="*/ 2203694 h 5753325"/>
              <a:gd name="connsiteX35" fmla="*/ 5987861 w 6443456"/>
              <a:gd name="connsiteY35" fmla="*/ 2304868 h 5753325"/>
              <a:gd name="connsiteX36" fmla="*/ 5973439 w 6443456"/>
              <a:gd name="connsiteY36" fmla="*/ 2385635 h 5753325"/>
              <a:gd name="connsiteX37" fmla="*/ 5916727 w 6443456"/>
              <a:gd name="connsiteY37" fmla="*/ 2458777 h 5753325"/>
              <a:gd name="connsiteX38" fmla="*/ 5856524 w 6443456"/>
              <a:gd name="connsiteY38" fmla="*/ 2583281 h 5753325"/>
              <a:gd name="connsiteX39" fmla="*/ 5838091 w 6443456"/>
              <a:gd name="connsiteY39" fmla="*/ 2753474 h 5753325"/>
              <a:gd name="connsiteX40" fmla="*/ 5744296 w 6443456"/>
              <a:gd name="connsiteY40" fmla="*/ 2893276 h 5753325"/>
              <a:gd name="connsiteX41" fmla="*/ 5682522 w 6443456"/>
              <a:gd name="connsiteY41" fmla="*/ 3044368 h 5753325"/>
              <a:gd name="connsiteX42" fmla="*/ 5557886 w 6443456"/>
              <a:gd name="connsiteY42" fmla="*/ 3304853 h 5753325"/>
              <a:gd name="connsiteX43" fmla="*/ 5483942 w 6443456"/>
              <a:gd name="connsiteY43" fmla="*/ 3416604 h 5753325"/>
              <a:gd name="connsiteX44" fmla="*/ 5461007 w 6443456"/>
              <a:gd name="connsiteY44" fmla="*/ 3503742 h 5753325"/>
              <a:gd name="connsiteX45" fmla="*/ 5437889 w 6443456"/>
              <a:gd name="connsiteY45" fmla="*/ 3559927 h 5753325"/>
              <a:gd name="connsiteX46" fmla="*/ 5432770 w 6443456"/>
              <a:gd name="connsiteY46" fmla="*/ 3562948 h 5753325"/>
              <a:gd name="connsiteX47" fmla="*/ 5406795 w 6443456"/>
              <a:gd name="connsiteY47" fmla="*/ 3578594 h 5753325"/>
              <a:gd name="connsiteX48" fmla="*/ 5381495 w 6443456"/>
              <a:gd name="connsiteY48" fmla="*/ 3599883 h 5753325"/>
              <a:gd name="connsiteX49" fmla="*/ 5363689 w 6443456"/>
              <a:gd name="connsiteY49" fmla="*/ 3633299 h 5753325"/>
              <a:gd name="connsiteX50" fmla="*/ 5291870 w 6443456"/>
              <a:gd name="connsiteY50" fmla="*/ 3799039 h 5753325"/>
              <a:gd name="connsiteX51" fmla="*/ 5241600 w 6443456"/>
              <a:gd name="connsiteY51" fmla="*/ 3894238 h 5753325"/>
              <a:gd name="connsiteX52" fmla="*/ 5211041 w 6443456"/>
              <a:gd name="connsiteY52" fmla="*/ 3924184 h 5753325"/>
              <a:gd name="connsiteX53" fmla="*/ 5176073 w 6443456"/>
              <a:gd name="connsiteY53" fmla="*/ 3970179 h 5753325"/>
              <a:gd name="connsiteX54" fmla="*/ 5172826 w 6443456"/>
              <a:gd name="connsiteY54" fmla="*/ 3991773 h 5753325"/>
              <a:gd name="connsiteX55" fmla="*/ 5157053 w 6443456"/>
              <a:gd name="connsiteY55" fmla="*/ 3997708 h 5753325"/>
              <a:gd name="connsiteX56" fmla="*/ 5127922 w 6443456"/>
              <a:gd name="connsiteY56" fmla="*/ 4022660 h 5753325"/>
              <a:gd name="connsiteX57" fmla="*/ 5020872 w 6443456"/>
              <a:gd name="connsiteY57" fmla="*/ 4075951 h 5753325"/>
              <a:gd name="connsiteX58" fmla="*/ 4991410 w 6443456"/>
              <a:gd name="connsiteY58" fmla="*/ 4087598 h 5753325"/>
              <a:gd name="connsiteX59" fmla="*/ 4930112 w 6443456"/>
              <a:gd name="connsiteY59" fmla="*/ 4138459 h 5753325"/>
              <a:gd name="connsiteX60" fmla="*/ 4834224 w 6443456"/>
              <a:gd name="connsiteY60" fmla="*/ 4231643 h 5753325"/>
              <a:gd name="connsiteX61" fmla="*/ 4812599 w 6443456"/>
              <a:gd name="connsiteY61" fmla="*/ 4249449 h 5753325"/>
              <a:gd name="connsiteX62" fmla="*/ 4789188 w 6443456"/>
              <a:gd name="connsiteY62" fmla="*/ 4256678 h 5753325"/>
              <a:gd name="connsiteX63" fmla="*/ 4779554 w 6443456"/>
              <a:gd name="connsiteY63" fmla="*/ 4251313 h 5753325"/>
              <a:gd name="connsiteX64" fmla="*/ 4766885 w 6443456"/>
              <a:gd name="connsiteY64" fmla="*/ 4259812 h 5753325"/>
              <a:gd name="connsiteX65" fmla="*/ 4762510 w 6443456"/>
              <a:gd name="connsiteY65" fmla="*/ 4260383 h 5753325"/>
              <a:gd name="connsiteX66" fmla="*/ 4738416 w 6443456"/>
              <a:gd name="connsiteY66" fmla="*/ 4265355 h 5753325"/>
              <a:gd name="connsiteX67" fmla="*/ 4712007 w 6443456"/>
              <a:gd name="connsiteY67" fmla="*/ 4317892 h 5753325"/>
              <a:gd name="connsiteX68" fmla="*/ 4658930 w 6443456"/>
              <a:gd name="connsiteY68" fmla="*/ 4348041 h 5753325"/>
              <a:gd name="connsiteX69" fmla="*/ 4443526 w 6443456"/>
              <a:gd name="connsiteY69" fmla="*/ 4507851 h 5753325"/>
              <a:gd name="connsiteX70" fmla="*/ 4289766 w 6443456"/>
              <a:gd name="connsiteY70" fmla="*/ 4711450 h 5753325"/>
              <a:gd name="connsiteX71" fmla="*/ 4150870 w 6443456"/>
              <a:gd name="connsiteY71" fmla="*/ 4818480 h 5753325"/>
              <a:gd name="connsiteX72" fmla="*/ 4006639 w 6443456"/>
              <a:gd name="connsiteY72" fmla="*/ 4933815 h 5753325"/>
              <a:gd name="connsiteX73" fmla="*/ 3298210 w 6443456"/>
              <a:gd name="connsiteY73" fmla="*/ 5070790 h 5753325"/>
              <a:gd name="connsiteX74" fmla="*/ 2947678 w 6443456"/>
              <a:gd name="connsiteY74" fmla="*/ 5117869 h 5753325"/>
              <a:gd name="connsiteX75" fmla="*/ 2822169 w 6443456"/>
              <a:gd name="connsiteY75" fmla="*/ 5129396 h 5753325"/>
              <a:gd name="connsiteX76" fmla="*/ 2538773 w 6443456"/>
              <a:gd name="connsiteY76" fmla="*/ 5313397 h 5753325"/>
              <a:gd name="connsiteX77" fmla="*/ 2014500 w 6443456"/>
              <a:gd name="connsiteY77" fmla="*/ 5519744 h 5753325"/>
              <a:gd name="connsiteX78" fmla="*/ 1934391 w 6443456"/>
              <a:gd name="connsiteY78" fmla="*/ 5591335 h 5753325"/>
              <a:gd name="connsiteX79" fmla="*/ 1892550 w 6443456"/>
              <a:gd name="connsiteY79" fmla="*/ 5649708 h 5753325"/>
              <a:gd name="connsiteX80" fmla="*/ 1854769 w 6443456"/>
              <a:gd name="connsiteY80" fmla="*/ 5647691 h 5753325"/>
              <a:gd name="connsiteX81" fmla="*/ 1809461 w 6443456"/>
              <a:gd name="connsiteY81" fmla="*/ 5648628 h 5753325"/>
              <a:gd name="connsiteX82" fmla="*/ 1745150 w 6443456"/>
              <a:gd name="connsiteY82" fmla="*/ 5693879 h 5753325"/>
              <a:gd name="connsiteX83" fmla="*/ 1713375 w 6443456"/>
              <a:gd name="connsiteY83" fmla="*/ 5684672 h 5753325"/>
              <a:gd name="connsiteX84" fmla="*/ 1707808 w 6443456"/>
              <a:gd name="connsiteY84" fmla="*/ 5682611 h 5753325"/>
              <a:gd name="connsiteX85" fmla="*/ 1679313 w 6443456"/>
              <a:gd name="connsiteY85" fmla="*/ 5672360 h 5753325"/>
              <a:gd name="connsiteX86" fmla="*/ 1646933 w 6443456"/>
              <a:gd name="connsiteY86" fmla="*/ 5666227 h 5753325"/>
              <a:gd name="connsiteX87" fmla="*/ 1610055 w 6443456"/>
              <a:gd name="connsiteY87" fmla="*/ 5673643 h 5753325"/>
              <a:gd name="connsiteX88" fmla="*/ 1437641 w 6443456"/>
              <a:gd name="connsiteY88" fmla="*/ 5723266 h 5753325"/>
              <a:gd name="connsiteX89" fmla="*/ 1332869 w 6443456"/>
              <a:gd name="connsiteY89" fmla="*/ 5744752 h 5753325"/>
              <a:gd name="connsiteX90" fmla="*/ 1290525 w 6443456"/>
              <a:gd name="connsiteY90" fmla="*/ 5740036 h 5753325"/>
              <a:gd name="connsiteX91" fmla="*/ 1233107 w 6443456"/>
              <a:gd name="connsiteY91" fmla="*/ 5742106 h 5753325"/>
              <a:gd name="connsiteX92" fmla="*/ 1214532 w 6443456"/>
              <a:gd name="connsiteY92" fmla="*/ 5753325 h 5753325"/>
              <a:gd name="connsiteX93" fmla="*/ 1199955 w 6443456"/>
              <a:gd name="connsiteY93" fmla="*/ 5744831 h 5753325"/>
              <a:gd name="connsiteX94" fmla="*/ 1162337 w 6443456"/>
              <a:gd name="connsiteY94" fmla="*/ 5738048 h 5753325"/>
              <a:gd name="connsiteX95" fmla="*/ 1053457 w 6443456"/>
              <a:gd name="connsiteY95" fmla="*/ 5688676 h 5753325"/>
              <a:gd name="connsiteX96" fmla="*/ 1025798 w 6443456"/>
              <a:gd name="connsiteY96" fmla="*/ 5673166 h 5753325"/>
              <a:gd name="connsiteX97" fmla="*/ 947900 w 6443456"/>
              <a:gd name="connsiteY97" fmla="*/ 5657848 h 5753325"/>
              <a:gd name="connsiteX98" fmla="*/ 815627 w 6443456"/>
              <a:gd name="connsiteY98" fmla="*/ 5642557 h 5753325"/>
              <a:gd name="connsiteX99" fmla="*/ 788251 w 6443456"/>
              <a:gd name="connsiteY99" fmla="*/ 5637065 h 5753325"/>
              <a:gd name="connsiteX100" fmla="*/ 767822 w 6443456"/>
              <a:gd name="connsiteY100" fmla="*/ 5623450 h 5753325"/>
              <a:gd name="connsiteX101" fmla="*/ 765791 w 6443456"/>
              <a:gd name="connsiteY101" fmla="*/ 5612539 h 5753325"/>
              <a:gd name="connsiteX102" fmla="*/ 751230 w 6443456"/>
              <a:gd name="connsiteY102" fmla="*/ 5608092 h 5753325"/>
              <a:gd name="connsiteX103" fmla="*/ 748008 w 6443456"/>
              <a:gd name="connsiteY103" fmla="*/ 5605052 h 5753325"/>
              <a:gd name="connsiteX104" fmla="*/ 728871 w 6443456"/>
              <a:gd name="connsiteY104" fmla="*/ 5589469 h 5753325"/>
              <a:gd name="connsiteX105" fmla="*/ 671898 w 6443456"/>
              <a:gd name="connsiteY105" fmla="*/ 5602363 h 5753325"/>
              <a:gd name="connsiteX106" fmla="*/ 615065 w 6443456"/>
              <a:gd name="connsiteY106" fmla="*/ 5580257 h 5753325"/>
              <a:gd name="connsiteX107" fmla="*/ 355785 w 6443456"/>
              <a:gd name="connsiteY107" fmla="*/ 5514383 h 5753325"/>
              <a:gd name="connsiteX108" fmla="*/ 102269 w 6443456"/>
              <a:gd name="connsiteY108" fmla="*/ 5524347 h 5753325"/>
              <a:gd name="connsiteX109" fmla="*/ 13160 w 6443456"/>
              <a:gd name="connsiteY109" fmla="*/ 5514159 h 5753325"/>
              <a:gd name="connsiteX110" fmla="*/ 0 w 6443456"/>
              <a:gd name="connsiteY110" fmla="*/ 5511735 h 5753325"/>
              <a:gd name="connsiteX111" fmla="*/ 0 w 6443456"/>
              <a:gd name="connsiteY111" fmla="*/ 0 h 5753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6443456" h="5753325">
                <a:moveTo>
                  <a:pt x="0" y="0"/>
                </a:moveTo>
                <a:lnTo>
                  <a:pt x="6438980" y="0"/>
                </a:lnTo>
                <a:cubicBezTo>
                  <a:pt x="6439002" y="49"/>
                  <a:pt x="6439025" y="98"/>
                  <a:pt x="6439047" y="147"/>
                </a:cubicBezTo>
                <a:lnTo>
                  <a:pt x="6443456" y="130105"/>
                </a:lnTo>
                <a:cubicBezTo>
                  <a:pt x="6430828" y="154008"/>
                  <a:pt x="6411458" y="168030"/>
                  <a:pt x="6422751" y="174163"/>
                </a:cubicBezTo>
                <a:cubicBezTo>
                  <a:pt x="6418487" y="214830"/>
                  <a:pt x="6390727" y="235497"/>
                  <a:pt x="6396598" y="274847"/>
                </a:cubicBezTo>
                <a:cubicBezTo>
                  <a:pt x="6403386" y="335822"/>
                  <a:pt x="6333127" y="414969"/>
                  <a:pt x="6337615" y="471794"/>
                </a:cubicBezTo>
                <a:cubicBezTo>
                  <a:pt x="6324407" y="534783"/>
                  <a:pt x="6296331" y="556933"/>
                  <a:pt x="6304423" y="582623"/>
                </a:cubicBezTo>
                <a:cubicBezTo>
                  <a:pt x="6293676" y="611941"/>
                  <a:pt x="6296956" y="631352"/>
                  <a:pt x="6303977" y="664291"/>
                </a:cubicBezTo>
                <a:cubicBezTo>
                  <a:pt x="6302444" y="677879"/>
                  <a:pt x="6301462" y="685268"/>
                  <a:pt x="6299372" y="697330"/>
                </a:cubicBezTo>
                <a:cubicBezTo>
                  <a:pt x="6314387" y="714913"/>
                  <a:pt x="6313827" y="721408"/>
                  <a:pt x="6309888" y="754001"/>
                </a:cubicBezTo>
                <a:cubicBezTo>
                  <a:pt x="6306930" y="769492"/>
                  <a:pt x="6343751" y="814234"/>
                  <a:pt x="6339879" y="811136"/>
                </a:cubicBezTo>
                <a:lnTo>
                  <a:pt x="6330065" y="893399"/>
                </a:lnTo>
                <a:cubicBezTo>
                  <a:pt x="6341065" y="929331"/>
                  <a:pt x="6340586" y="969703"/>
                  <a:pt x="6328618" y="1009766"/>
                </a:cubicBezTo>
                <a:cubicBezTo>
                  <a:pt x="6286987" y="1110847"/>
                  <a:pt x="6336677" y="1067927"/>
                  <a:pt x="6320797" y="1146964"/>
                </a:cubicBezTo>
                <a:cubicBezTo>
                  <a:pt x="6308238" y="1199586"/>
                  <a:pt x="6355190" y="1221191"/>
                  <a:pt x="6334400" y="1280757"/>
                </a:cubicBezTo>
                <a:lnTo>
                  <a:pt x="6356023" y="1356227"/>
                </a:lnTo>
                <a:cubicBezTo>
                  <a:pt x="6356068" y="1358140"/>
                  <a:pt x="6356112" y="1360054"/>
                  <a:pt x="6356157" y="1361967"/>
                </a:cubicBezTo>
                <a:cubicBezTo>
                  <a:pt x="6355533" y="1373512"/>
                  <a:pt x="6353847" y="1384370"/>
                  <a:pt x="6350613" y="1393569"/>
                </a:cubicBezTo>
                <a:cubicBezTo>
                  <a:pt x="6364468" y="1383914"/>
                  <a:pt x="6345614" y="1435855"/>
                  <a:pt x="6357062" y="1444071"/>
                </a:cubicBezTo>
                <a:cubicBezTo>
                  <a:pt x="6366618" y="1448518"/>
                  <a:pt x="6363125" y="1465312"/>
                  <a:pt x="6364832" y="1478763"/>
                </a:cubicBezTo>
                <a:cubicBezTo>
                  <a:pt x="6367033" y="1481449"/>
                  <a:pt x="6368644" y="1487606"/>
                  <a:pt x="6369745" y="1495680"/>
                </a:cubicBezTo>
                <a:cubicBezTo>
                  <a:pt x="6370129" y="1501564"/>
                  <a:pt x="6370514" y="1507447"/>
                  <a:pt x="6370898" y="1513331"/>
                </a:cubicBezTo>
                <a:lnTo>
                  <a:pt x="6339773" y="1527414"/>
                </a:lnTo>
                <a:cubicBezTo>
                  <a:pt x="6334226" y="1566662"/>
                  <a:pt x="6321052" y="1604564"/>
                  <a:pt x="6321854" y="1635366"/>
                </a:cubicBezTo>
                <a:cubicBezTo>
                  <a:pt x="6320655" y="1701187"/>
                  <a:pt x="6292278" y="1721205"/>
                  <a:pt x="6299489" y="1784860"/>
                </a:cubicBezTo>
                <a:cubicBezTo>
                  <a:pt x="6294212" y="1831400"/>
                  <a:pt x="6277478" y="1829559"/>
                  <a:pt x="6267878" y="1858572"/>
                </a:cubicBezTo>
                <a:lnTo>
                  <a:pt x="6251146" y="1926167"/>
                </a:lnTo>
                <a:lnTo>
                  <a:pt x="6210686" y="2014834"/>
                </a:lnTo>
                <a:lnTo>
                  <a:pt x="6106652" y="2150572"/>
                </a:lnTo>
                <a:lnTo>
                  <a:pt x="6097813" y="2172208"/>
                </a:lnTo>
                <a:lnTo>
                  <a:pt x="6095990" y="2181185"/>
                </a:lnTo>
                <a:cubicBezTo>
                  <a:pt x="6094176" y="2187056"/>
                  <a:pt x="6092249" y="2190556"/>
                  <a:pt x="6090126" y="2192533"/>
                </a:cubicBezTo>
                <a:lnTo>
                  <a:pt x="6089503" y="2192543"/>
                </a:lnTo>
                <a:lnTo>
                  <a:pt x="6084946" y="2203694"/>
                </a:lnTo>
                <a:cubicBezTo>
                  <a:pt x="6068006" y="2222414"/>
                  <a:pt x="6006445" y="2274546"/>
                  <a:pt x="5987861" y="2304868"/>
                </a:cubicBezTo>
                <a:lnTo>
                  <a:pt x="5973439" y="2385635"/>
                </a:lnTo>
                <a:lnTo>
                  <a:pt x="5916727" y="2458777"/>
                </a:lnTo>
                <a:cubicBezTo>
                  <a:pt x="5897241" y="2491718"/>
                  <a:pt x="5869630" y="2534165"/>
                  <a:pt x="5856524" y="2583281"/>
                </a:cubicBezTo>
                <a:cubicBezTo>
                  <a:pt x="5857506" y="2592319"/>
                  <a:pt x="5833326" y="2744711"/>
                  <a:pt x="5838091" y="2753474"/>
                </a:cubicBezTo>
                <a:cubicBezTo>
                  <a:pt x="5785248" y="2871502"/>
                  <a:pt x="5778642" y="2803565"/>
                  <a:pt x="5744296" y="2893276"/>
                </a:cubicBezTo>
                <a:cubicBezTo>
                  <a:pt x="5695297" y="2988328"/>
                  <a:pt x="5724634" y="2958553"/>
                  <a:pt x="5682522" y="3044368"/>
                </a:cubicBezTo>
                <a:cubicBezTo>
                  <a:pt x="5632185" y="3125072"/>
                  <a:pt x="5597317" y="3217236"/>
                  <a:pt x="5557886" y="3304853"/>
                </a:cubicBezTo>
                <a:cubicBezTo>
                  <a:pt x="5482395" y="3325072"/>
                  <a:pt x="5519234" y="3371478"/>
                  <a:pt x="5483942" y="3416604"/>
                </a:cubicBezTo>
                <a:cubicBezTo>
                  <a:pt x="5462927" y="3437263"/>
                  <a:pt x="5484515" y="3475608"/>
                  <a:pt x="5461007" y="3503742"/>
                </a:cubicBezTo>
                <a:cubicBezTo>
                  <a:pt x="5452964" y="3510933"/>
                  <a:pt x="5447709" y="3554203"/>
                  <a:pt x="5437889" y="3559927"/>
                </a:cubicBezTo>
                <a:lnTo>
                  <a:pt x="5432770" y="3562948"/>
                </a:lnTo>
                <a:lnTo>
                  <a:pt x="5406795" y="3578594"/>
                </a:lnTo>
                <a:lnTo>
                  <a:pt x="5381495" y="3599883"/>
                </a:lnTo>
                <a:cubicBezTo>
                  <a:pt x="5373777" y="3608845"/>
                  <a:pt x="5367528" y="3619642"/>
                  <a:pt x="5363689" y="3633299"/>
                </a:cubicBezTo>
                <a:cubicBezTo>
                  <a:pt x="5370837" y="3689178"/>
                  <a:pt x="5280250" y="3728687"/>
                  <a:pt x="5291870" y="3799039"/>
                </a:cubicBezTo>
                <a:cubicBezTo>
                  <a:pt x="5291660" y="3823262"/>
                  <a:pt x="5263601" y="3888134"/>
                  <a:pt x="5241600" y="3894238"/>
                </a:cubicBezTo>
                <a:cubicBezTo>
                  <a:pt x="5232312" y="3906493"/>
                  <a:pt x="5231731" y="3924583"/>
                  <a:pt x="5211041" y="3924184"/>
                </a:cubicBezTo>
                <a:cubicBezTo>
                  <a:pt x="5184976" y="3926521"/>
                  <a:pt x="5198956" y="3986438"/>
                  <a:pt x="5176073" y="3970179"/>
                </a:cubicBezTo>
                <a:lnTo>
                  <a:pt x="5172826" y="3991773"/>
                </a:lnTo>
                <a:lnTo>
                  <a:pt x="5157053" y="3997708"/>
                </a:lnTo>
                <a:cubicBezTo>
                  <a:pt x="5140589" y="4003541"/>
                  <a:pt x="5128715" y="4008828"/>
                  <a:pt x="5127922" y="4022660"/>
                </a:cubicBezTo>
                <a:cubicBezTo>
                  <a:pt x="5105225" y="4035701"/>
                  <a:pt x="5043623" y="4065128"/>
                  <a:pt x="5020872" y="4075951"/>
                </a:cubicBezTo>
                <a:cubicBezTo>
                  <a:pt x="5006705" y="4069570"/>
                  <a:pt x="5001251" y="4081880"/>
                  <a:pt x="4991410" y="4087598"/>
                </a:cubicBezTo>
                <a:cubicBezTo>
                  <a:pt x="4974522" y="4085320"/>
                  <a:pt x="4937025" y="4121806"/>
                  <a:pt x="4930112" y="4138459"/>
                </a:cubicBezTo>
                <a:cubicBezTo>
                  <a:pt x="4918473" y="4190437"/>
                  <a:pt x="4844909" y="4190974"/>
                  <a:pt x="4834224" y="4231643"/>
                </a:cubicBezTo>
                <a:cubicBezTo>
                  <a:pt x="4827758" y="4239937"/>
                  <a:pt x="4820427" y="4245543"/>
                  <a:pt x="4812599" y="4249449"/>
                </a:cubicBezTo>
                <a:lnTo>
                  <a:pt x="4789188" y="4256678"/>
                </a:lnTo>
                <a:lnTo>
                  <a:pt x="4779554" y="4251313"/>
                </a:lnTo>
                <a:lnTo>
                  <a:pt x="4766885" y="4259812"/>
                </a:lnTo>
                <a:lnTo>
                  <a:pt x="4762510" y="4260383"/>
                </a:lnTo>
                <a:cubicBezTo>
                  <a:pt x="4754131" y="4261437"/>
                  <a:pt x="4745977" y="4262766"/>
                  <a:pt x="4738416" y="4265355"/>
                </a:cubicBezTo>
                <a:cubicBezTo>
                  <a:pt x="4764694" y="4302719"/>
                  <a:pt x="4678447" y="4293536"/>
                  <a:pt x="4712007" y="4317892"/>
                </a:cubicBezTo>
                <a:cubicBezTo>
                  <a:pt x="4675039" y="4338619"/>
                  <a:pt x="4716682" y="4356361"/>
                  <a:pt x="4658930" y="4348041"/>
                </a:cubicBezTo>
                <a:cubicBezTo>
                  <a:pt x="4614182" y="4379702"/>
                  <a:pt x="4505053" y="4447283"/>
                  <a:pt x="4443526" y="4507851"/>
                </a:cubicBezTo>
                <a:cubicBezTo>
                  <a:pt x="4410144" y="4540439"/>
                  <a:pt x="4338540" y="4659677"/>
                  <a:pt x="4289766" y="4711450"/>
                </a:cubicBezTo>
                <a:cubicBezTo>
                  <a:pt x="4238344" y="4747694"/>
                  <a:pt x="4215457" y="4807131"/>
                  <a:pt x="4150870" y="4818480"/>
                </a:cubicBezTo>
                <a:cubicBezTo>
                  <a:pt x="4103683" y="4855538"/>
                  <a:pt x="4148748" y="4891762"/>
                  <a:pt x="4006639" y="4933815"/>
                </a:cubicBezTo>
                <a:cubicBezTo>
                  <a:pt x="3736045" y="4990755"/>
                  <a:pt x="3474704" y="5040115"/>
                  <a:pt x="3298210" y="5070790"/>
                </a:cubicBezTo>
                <a:cubicBezTo>
                  <a:pt x="3121717" y="5101466"/>
                  <a:pt x="3041810" y="5115566"/>
                  <a:pt x="2947678" y="5117869"/>
                </a:cubicBezTo>
                <a:cubicBezTo>
                  <a:pt x="2853544" y="5120174"/>
                  <a:pt x="2858560" y="5135060"/>
                  <a:pt x="2822169" y="5129396"/>
                </a:cubicBezTo>
                <a:lnTo>
                  <a:pt x="2538773" y="5313397"/>
                </a:lnTo>
                <a:cubicBezTo>
                  <a:pt x="2405817" y="5334661"/>
                  <a:pt x="2144167" y="5431620"/>
                  <a:pt x="2014500" y="5519744"/>
                </a:cubicBezTo>
                <a:cubicBezTo>
                  <a:pt x="1982084" y="5541774"/>
                  <a:pt x="1956346" y="5565847"/>
                  <a:pt x="1934391" y="5591335"/>
                </a:cubicBezTo>
                <a:lnTo>
                  <a:pt x="1892550" y="5649708"/>
                </a:lnTo>
                <a:lnTo>
                  <a:pt x="1854769" y="5647691"/>
                </a:lnTo>
                <a:cubicBezTo>
                  <a:pt x="1838936" y="5647705"/>
                  <a:pt x="1823701" y="5648312"/>
                  <a:pt x="1809461" y="5648628"/>
                </a:cubicBezTo>
                <a:cubicBezTo>
                  <a:pt x="1834147" y="5698228"/>
                  <a:pt x="1737274" y="5633540"/>
                  <a:pt x="1745150" y="5693879"/>
                </a:cubicBezTo>
                <a:cubicBezTo>
                  <a:pt x="1734532" y="5692199"/>
                  <a:pt x="1724002" y="5688669"/>
                  <a:pt x="1713375" y="5684672"/>
                </a:cubicBezTo>
                <a:lnTo>
                  <a:pt x="1707808" y="5682611"/>
                </a:lnTo>
                <a:lnTo>
                  <a:pt x="1679313" y="5672360"/>
                </a:lnTo>
                <a:lnTo>
                  <a:pt x="1646933" y="5666227"/>
                </a:lnTo>
                <a:cubicBezTo>
                  <a:pt x="1635170" y="5665926"/>
                  <a:pt x="1622939" y="5667937"/>
                  <a:pt x="1610055" y="5673643"/>
                </a:cubicBezTo>
                <a:cubicBezTo>
                  <a:pt x="1571890" y="5714775"/>
                  <a:pt x="1484024" y="5669440"/>
                  <a:pt x="1437641" y="5723266"/>
                </a:cubicBezTo>
                <a:cubicBezTo>
                  <a:pt x="1418992" y="5738521"/>
                  <a:pt x="1351540" y="5757985"/>
                  <a:pt x="1332869" y="5744752"/>
                </a:cubicBezTo>
                <a:cubicBezTo>
                  <a:pt x="1317589" y="5745326"/>
                  <a:pt x="1303391" y="5756388"/>
                  <a:pt x="1290525" y="5740036"/>
                </a:cubicBezTo>
                <a:cubicBezTo>
                  <a:pt x="1272146" y="5721242"/>
                  <a:pt x="1235243" y="5770261"/>
                  <a:pt x="1233107" y="5742106"/>
                </a:cubicBezTo>
                <a:lnTo>
                  <a:pt x="1214532" y="5753325"/>
                </a:lnTo>
                <a:lnTo>
                  <a:pt x="1199955" y="5744831"/>
                </a:lnTo>
                <a:cubicBezTo>
                  <a:pt x="1185016" y="5735734"/>
                  <a:pt x="1173414" y="5729861"/>
                  <a:pt x="1162337" y="5738048"/>
                </a:cubicBezTo>
                <a:cubicBezTo>
                  <a:pt x="1137920" y="5728689"/>
                  <a:pt x="1076212" y="5699490"/>
                  <a:pt x="1053457" y="5688676"/>
                </a:cubicBezTo>
                <a:cubicBezTo>
                  <a:pt x="1049315" y="5673592"/>
                  <a:pt x="1036434" y="5677184"/>
                  <a:pt x="1025798" y="5673166"/>
                </a:cubicBezTo>
                <a:cubicBezTo>
                  <a:pt x="1016787" y="5658576"/>
                  <a:pt x="965030" y="5652626"/>
                  <a:pt x="947900" y="5657848"/>
                </a:cubicBezTo>
                <a:cubicBezTo>
                  <a:pt x="900757" y="5681878"/>
                  <a:pt x="853518" y="5624981"/>
                  <a:pt x="815627" y="5642557"/>
                </a:cubicBezTo>
                <a:cubicBezTo>
                  <a:pt x="805172" y="5642805"/>
                  <a:pt x="796221" y="5640669"/>
                  <a:pt x="788251" y="5637065"/>
                </a:cubicBezTo>
                <a:lnTo>
                  <a:pt x="767822" y="5623450"/>
                </a:lnTo>
                <a:lnTo>
                  <a:pt x="765791" y="5612539"/>
                </a:lnTo>
                <a:lnTo>
                  <a:pt x="751230" y="5608092"/>
                </a:lnTo>
                <a:lnTo>
                  <a:pt x="748008" y="5605052"/>
                </a:lnTo>
                <a:cubicBezTo>
                  <a:pt x="741868" y="5599203"/>
                  <a:pt x="735661" y="5593704"/>
                  <a:pt x="728871" y="5589469"/>
                </a:cubicBezTo>
                <a:cubicBezTo>
                  <a:pt x="717035" y="5633700"/>
                  <a:pt x="669153" y="5560747"/>
                  <a:pt x="671898" y="5602363"/>
                </a:cubicBezTo>
                <a:cubicBezTo>
                  <a:pt x="632522" y="5586794"/>
                  <a:pt x="645467" y="5630489"/>
                  <a:pt x="615065" y="5580257"/>
                </a:cubicBezTo>
                <a:cubicBezTo>
                  <a:pt x="562379" y="5565593"/>
                  <a:pt x="441250" y="5523701"/>
                  <a:pt x="355785" y="5514383"/>
                </a:cubicBezTo>
                <a:cubicBezTo>
                  <a:pt x="309622" y="5509152"/>
                  <a:pt x="172894" y="5529342"/>
                  <a:pt x="102269" y="5524347"/>
                </a:cubicBezTo>
                <a:cubicBezTo>
                  <a:pt x="72050" y="5515878"/>
                  <a:pt x="41939" y="5516649"/>
                  <a:pt x="13160" y="5514159"/>
                </a:cubicBezTo>
                <a:lnTo>
                  <a:pt x="0" y="551173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581FA9-6482-E255-D0B0-2DB1E4F09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68891"/>
            <a:ext cx="4259731" cy="1985085"/>
          </a:xfrm>
        </p:spPr>
        <p:txBody>
          <a:bodyPr anchor="b">
            <a:normAutofit/>
          </a:bodyPr>
          <a:lstStyle/>
          <a:p>
            <a:pPr algn="ctr"/>
            <a:r>
              <a:rPr lang="en-AU" dirty="0"/>
              <a:t>DQL: Who are our top 10 spenders?</a:t>
            </a:r>
            <a:br>
              <a:rPr lang="en-US" dirty="0"/>
            </a:br>
            <a:endParaRPr lang="en-AU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F93DC6C-1BFD-4414-BF23-471C8831C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664" y="3440576"/>
            <a:ext cx="4114800" cy="2675059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8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F363D8-9A24-6DB5-981C-C5F1AF79BC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617" y="4043046"/>
            <a:ext cx="3836894" cy="1475728"/>
          </a:xfrm>
          <a:prstGeom prst="rect">
            <a:avLst/>
          </a:prstGeom>
        </p:spPr>
      </p:pic>
      <p:sp>
        <p:nvSpPr>
          <p:cNvPr id="16" name="Rectangle 6">
            <a:extLst>
              <a:ext uri="{FF2B5EF4-FFF2-40B4-BE49-F238E27FC236}">
                <a16:creationId xmlns:a16="http://schemas.microsoft.com/office/drawing/2014/main" id="{001928A5-13A8-4372-8A77-BCAAE5553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4188" y="5840345"/>
            <a:ext cx="1707751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4E043-3E0E-B57B-3650-B1D1BAA39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6415" y="723153"/>
            <a:ext cx="4555782" cy="5392482"/>
          </a:xfrm>
        </p:spPr>
        <p:txBody>
          <a:bodyPr anchor="ctr">
            <a:normAutofit fontScale="92500" lnSpcReduction="10000"/>
          </a:bodyPr>
          <a:lstStyle/>
          <a:p>
            <a:r>
              <a:rPr lang="en-AU" sz="1700">
                <a:highlight>
                  <a:srgbClr val="FFFFFF"/>
                </a:highlight>
                <a:latin typeface="Cascadia Mono" panose="020B0609020000020004" pitchFamily="49" charset="0"/>
              </a:rPr>
              <a:t>SELECT TOP 10</a:t>
            </a:r>
          </a:p>
          <a:p>
            <a:r>
              <a:rPr lang="en-AU" sz="1700">
                <a:highlight>
                  <a:srgbClr val="FFFFFF"/>
                </a:highlight>
                <a:latin typeface="Cascadia Mono" panose="020B0609020000020004" pitchFamily="49" charset="0"/>
              </a:rPr>
              <a:t>    t.card_number,</a:t>
            </a:r>
          </a:p>
          <a:p>
            <a:r>
              <a:rPr lang="en-AU" sz="1700">
                <a:highlight>
                  <a:srgbClr val="FFFFFF"/>
                </a:highlight>
                <a:latin typeface="Cascadia Mono" panose="020B0609020000020004" pitchFamily="49" charset="0"/>
              </a:rPr>
              <a:t>    c.customer_name,</a:t>
            </a:r>
          </a:p>
          <a:p>
            <a:r>
              <a:rPr lang="en-AU" sz="1700">
                <a:highlight>
                  <a:srgbClr val="FFFFFF"/>
                </a:highlight>
                <a:latin typeface="Cascadia Mono" panose="020B0609020000020004" pitchFamily="49" charset="0"/>
              </a:rPr>
              <a:t>    c.card_tier,</a:t>
            </a:r>
          </a:p>
          <a:p>
            <a:r>
              <a:rPr lang="en-US" sz="1700">
                <a:highlight>
                  <a:srgbClr val="FFFFFF"/>
                </a:highlight>
                <a:latin typeface="Cascadia Mono" panose="020B0609020000020004" pitchFamily="49" charset="0"/>
              </a:rPr>
              <a:t>    COUNT(t.transaction_id) AS transaction_count,</a:t>
            </a:r>
          </a:p>
          <a:p>
            <a:r>
              <a:rPr lang="en-US" sz="1700">
                <a:highlight>
                  <a:srgbClr val="FFFFFF"/>
                </a:highlight>
                <a:latin typeface="Cascadia Mono" panose="020B0609020000020004" pitchFamily="49" charset="0"/>
              </a:rPr>
              <a:t>    SUM(t.amount) AS total_spent,</a:t>
            </a:r>
          </a:p>
          <a:p>
            <a:r>
              <a:rPr lang="en-US" sz="1700">
                <a:highlight>
                  <a:srgbClr val="FFFFFF"/>
                </a:highlight>
                <a:latin typeface="Cascadia Mono" panose="020B0609020000020004" pitchFamily="49" charset="0"/>
              </a:rPr>
              <a:t>    AVG(t.amount) AS avg_transaction</a:t>
            </a:r>
          </a:p>
          <a:p>
            <a:r>
              <a:rPr lang="en-AU" sz="1700">
                <a:highlight>
                  <a:srgbClr val="FFFFFF"/>
                </a:highlight>
                <a:latin typeface="Cascadia Mono" panose="020B0609020000020004" pitchFamily="49" charset="0"/>
              </a:rPr>
              <a:t>FROM cba_transactions t</a:t>
            </a:r>
          </a:p>
          <a:p>
            <a:r>
              <a:rPr lang="en-US" sz="1700">
                <a:highlight>
                  <a:srgbClr val="FFFFFF"/>
                </a:highlight>
                <a:latin typeface="Cascadia Mono" panose="020B0609020000020004" pitchFamily="49" charset="0"/>
              </a:rPr>
              <a:t>INNER JOIN cba_cardholders c ON t.card_number = c.card_number</a:t>
            </a:r>
          </a:p>
          <a:p>
            <a:r>
              <a:rPr lang="en-US" sz="1700">
                <a:highlight>
                  <a:srgbClr val="FFFFFF"/>
                </a:highlight>
                <a:latin typeface="Cascadia Mono" panose="020B0609020000020004" pitchFamily="49" charset="0"/>
              </a:rPr>
              <a:t>WHERE t.transaction_date &gt;= '2024-11-01' </a:t>
            </a:r>
          </a:p>
          <a:p>
            <a:r>
              <a:rPr lang="en-US" sz="1700">
                <a:highlight>
                  <a:srgbClr val="FFFFFF"/>
                </a:highlight>
                <a:latin typeface="Cascadia Mono" panose="020B0609020000020004" pitchFamily="49" charset="0"/>
              </a:rPr>
              <a:t>  AND t.transaction_date &lt; '2024-12-01'</a:t>
            </a:r>
          </a:p>
          <a:p>
            <a:r>
              <a:rPr lang="en-US" sz="1700">
                <a:highlight>
                  <a:srgbClr val="FFFFFF"/>
                </a:highlight>
                <a:latin typeface="Cascadia Mono" panose="020B0609020000020004" pitchFamily="49" charset="0"/>
              </a:rPr>
              <a:t>GROUP BY t.card_number, c.customer_name, c.card_tier</a:t>
            </a:r>
          </a:p>
          <a:p>
            <a:r>
              <a:rPr lang="en-US" sz="1700">
                <a:highlight>
                  <a:srgbClr val="FFFFFF"/>
                </a:highlight>
                <a:latin typeface="Cascadia Mono" panose="020B0609020000020004" pitchFamily="49" charset="0"/>
              </a:rPr>
              <a:t>ORDER BY total_spent DESC;</a:t>
            </a:r>
          </a:p>
          <a:p>
            <a:endParaRPr lang="en-AU" sz="1700"/>
          </a:p>
        </p:txBody>
      </p:sp>
    </p:spTree>
    <p:extLst>
      <p:ext uri="{BB962C8B-B14F-4D97-AF65-F5344CB8AC3E}">
        <p14:creationId xmlns:p14="http://schemas.microsoft.com/office/powerpoint/2010/main" val="11849480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2DD2FC-F3E4-5DA7-030B-6374D948B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AU" sz="3100">
                <a:solidFill>
                  <a:srgbClr val="FFFFFF"/>
                </a:solidFill>
              </a:rPr>
              <a:t>DQL: Segment ALL customers by spending: Low/Medium/High</a:t>
            </a:r>
            <a:br>
              <a:rPr lang="en-US" sz="3100">
                <a:solidFill>
                  <a:srgbClr val="FFFFFF"/>
                </a:solidFill>
              </a:rPr>
            </a:br>
            <a:endParaRPr lang="en-AU" sz="31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BD5A3-842A-7554-9977-1AAF91704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025303" cy="5546047"/>
          </a:xfrm>
        </p:spPr>
        <p:txBody>
          <a:bodyPr anchor="ctr">
            <a:normAutofit lnSpcReduction="10000"/>
          </a:bodyPr>
          <a:lstStyle/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t.card_number,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c.customer_name,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c.card_tier,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    SUM(t.amount) AS total_spent,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    COUNT(t.transaction_id) AS transaction_count,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CASE 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        WHEN SUM(t.amount) &lt; 500 THEN 'Low Value'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        WHEN SUM(t.amount) &gt;= 500 AND SUM(t.amount) &lt; 2000 THEN 'Medium Value'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        WHEN SUM(t.amount) &gt;= 2000 THEN 'High Value'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END AS spending_segment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FROM cba_transactions t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INNER JOIN cba_cardholders c ON t.card_number = c.card_number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WHERE t.transaction_date &gt;= '2024-11-01' 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  AND t.transaction_date &lt; '2024-12-01'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GROUP BY t.card_number, c.customer_name, c.card_tier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ORDER BY total_spent DESC;</a:t>
            </a:r>
            <a:endParaRPr lang="en-AU" sz="1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8AAE65-9044-FCF9-6EB9-6592E83794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502" y="1310508"/>
            <a:ext cx="3615776" cy="424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5589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64D7C-4ED8-D838-E196-DAE338DF2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0682"/>
            <a:ext cx="3687041" cy="2368317"/>
          </a:xfrm>
        </p:spPr>
        <p:txBody>
          <a:bodyPr anchor="t">
            <a:normAutofit/>
          </a:bodyPr>
          <a:lstStyle/>
          <a:p>
            <a:r>
              <a:rPr lang="en-AU" sz="3200"/>
              <a:t>DQL: Which merchant categories drive the most revenue?</a:t>
            </a:r>
            <a:br>
              <a:rPr lang="en-US" sz="3200"/>
            </a:br>
            <a:endParaRPr lang="en-AU" sz="3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060123-E6E2-6356-12C5-5A7DF7FC9A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" y="4343407"/>
            <a:ext cx="3648941" cy="117394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ADCEC-8F65-88E2-4F4D-25A309FF26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8086" y="1035843"/>
            <a:ext cx="6005713" cy="4945857"/>
          </a:xfrm>
        </p:spPr>
        <p:txBody>
          <a:bodyPr>
            <a:normAutofit fontScale="92500" lnSpcReduction="10000"/>
          </a:bodyPr>
          <a:lstStyle/>
          <a:p>
            <a:r>
              <a:rPr lang="en-AU" sz="1600"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</a:p>
          <a:p>
            <a:r>
              <a:rPr lang="en-AU" sz="1600">
                <a:highlight>
                  <a:srgbClr val="FFFFFF"/>
                </a:highlight>
                <a:latin typeface="Cascadia Mono" panose="020B0609020000020004" pitchFamily="49" charset="0"/>
              </a:rPr>
              <a:t>    merchant_category,</a:t>
            </a:r>
          </a:p>
          <a:p>
            <a:r>
              <a:rPr lang="en-US" sz="1600">
                <a:highlight>
                  <a:srgbClr val="FFFFFF"/>
                </a:highlight>
                <a:latin typeface="Cascadia Mono" panose="020B0609020000020004" pitchFamily="49" charset="0"/>
              </a:rPr>
              <a:t>    COUNT(transaction_id) AS transaction_count,</a:t>
            </a:r>
          </a:p>
          <a:p>
            <a:r>
              <a:rPr lang="en-US" sz="1600">
                <a:highlight>
                  <a:srgbClr val="FFFFFF"/>
                </a:highlight>
                <a:latin typeface="Cascadia Mono" panose="020B0609020000020004" pitchFamily="49" charset="0"/>
              </a:rPr>
              <a:t>    SUM(amount) AS total_revenue,</a:t>
            </a:r>
          </a:p>
          <a:p>
            <a:r>
              <a:rPr lang="en-US" sz="1600">
                <a:highlight>
                  <a:srgbClr val="FFFFFF"/>
                </a:highlight>
                <a:latin typeface="Cascadia Mono" panose="020B0609020000020004" pitchFamily="49" charset="0"/>
              </a:rPr>
              <a:t>    AVG(amount) AS avg_transaction,</a:t>
            </a:r>
          </a:p>
          <a:p>
            <a:r>
              <a:rPr lang="en-US" sz="1600">
                <a:highlight>
                  <a:srgbClr val="FFFFFF"/>
                </a:highlight>
                <a:latin typeface="Cascadia Mono" panose="020B0609020000020004" pitchFamily="49" charset="0"/>
              </a:rPr>
              <a:t>    ROUND(SUM(amount) * 100.0 / (SELECT SUM(amount) FROM cba_transactions </a:t>
            </a:r>
          </a:p>
          <a:p>
            <a:r>
              <a:rPr lang="en-AU" sz="1600"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    WHERE transaction_date &gt;= '2024-11-01' </a:t>
            </a:r>
          </a:p>
          <a:p>
            <a:r>
              <a:rPr lang="en-US" sz="1600"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      AND transaction_date &lt; '2024-12-01'), 2) AS pct_of_total</a:t>
            </a:r>
          </a:p>
          <a:p>
            <a:r>
              <a:rPr lang="en-AU" sz="1600">
                <a:highlight>
                  <a:srgbClr val="FFFFFF"/>
                </a:highlight>
                <a:latin typeface="Cascadia Mono" panose="020B0609020000020004" pitchFamily="49" charset="0"/>
              </a:rPr>
              <a:t>FROM cba_transactions</a:t>
            </a:r>
          </a:p>
          <a:p>
            <a:r>
              <a:rPr lang="en-AU" sz="1600">
                <a:highlight>
                  <a:srgbClr val="FFFFFF"/>
                </a:highlight>
                <a:latin typeface="Cascadia Mono" panose="020B0609020000020004" pitchFamily="49" charset="0"/>
              </a:rPr>
              <a:t>WHERE transaction_date &gt;= '2024-11-01' </a:t>
            </a:r>
          </a:p>
          <a:p>
            <a:r>
              <a:rPr lang="en-AU" sz="1600">
                <a:highlight>
                  <a:srgbClr val="FFFFFF"/>
                </a:highlight>
                <a:latin typeface="Cascadia Mono" panose="020B0609020000020004" pitchFamily="49" charset="0"/>
              </a:rPr>
              <a:t>  AND transaction_date &lt; '2024-12-01'</a:t>
            </a:r>
          </a:p>
          <a:p>
            <a:r>
              <a:rPr lang="en-AU" sz="1600">
                <a:highlight>
                  <a:srgbClr val="FFFFFF"/>
                </a:highlight>
                <a:latin typeface="Cascadia Mono" panose="020B0609020000020004" pitchFamily="49" charset="0"/>
              </a:rPr>
              <a:t>GROUP BY merchant_category</a:t>
            </a:r>
          </a:p>
          <a:p>
            <a:r>
              <a:rPr lang="en-US" sz="1600">
                <a:highlight>
                  <a:srgbClr val="FFFFFF"/>
                </a:highlight>
                <a:latin typeface="Cascadia Mono" panose="020B0609020000020004" pitchFamily="49" charset="0"/>
              </a:rPr>
              <a:t>ORDER BY total_revenue DESC;</a:t>
            </a:r>
            <a:endParaRPr lang="en-AU" sz="160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D2D829D-2830-5F07-E40B-C351944AB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21FC5EF-435E-F74E-11C5-A935C70665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CF3CE81-94AA-585B-379D-CB757AFCC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891087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636A9-B57E-A103-4883-A042EE45D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FCD0A-FF6B-5344-E599-D2E516A6DC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9784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950</TotalTime>
  <Words>5050</Words>
  <Application>Microsoft Office PowerPoint</Application>
  <PresentationFormat>Widescreen</PresentationFormat>
  <Paragraphs>391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Cascadia Mono</vt:lpstr>
      <vt:lpstr>Office Theme</vt:lpstr>
      <vt:lpstr>Commonwealth Bank SQL Project (Aggregations)</vt:lpstr>
      <vt:lpstr>Requirements</vt:lpstr>
      <vt:lpstr>Context</vt:lpstr>
      <vt:lpstr>DDL: Create CBA Cardholders Tables </vt:lpstr>
      <vt:lpstr>DML: Create CBA Cardholders Tables Platinum cardholders </vt:lpstr>
      <vt:lpstr>DML: Create CBA Cardholders Tables Gold cardholders </vt:lpstr>
      <vt:lpstr>DML: Create CBA Cardholders Tables Silver and Bronze cardholders </vt:lpstr>
      <vt:lpstr>DDL: Create CBA Transactions </vt:lpstr>
      <vt:lpstr>DML: Create CBA Transactions Premium Part 1 </vt:lpstr>
      <vt:lpstr>DML: Create CBA Transactions  Premium Part 2</vt:lpstr>
      <vt:lpstr>DML: Create CBA Transactions  Platinum Part 3</vt:lpstr>
      <vt:lpstr>DML: Create CBA Transactions Gold Part 1</vt:lpstr>
      <vt:lpstr>DML: Create CBA Transactions Gold Part 2</vt:lpstr>
      <vt:lpstr>DML: Create CBA Transactions Gold Part 3</vt:lpstr>
      <vt:lpstr>DML: Create CBA Transactions Silver Part 1</vt:lpstr>
      <vt:lpstr>DML: Create CBA Transactions Silver Part 2</vt:lpstr>
      <vt:lpstr>DML: Create CBA Transactions Bronze Part 1</vt:lpstr>
      <vt:lpstr>DML: Create CBA Transactions Bronze Part 2</vt:lpstr>
      <vt:lpstr>DQL: How much revenue did each card tier generate in November? </vt:lpstr>
      <vt:lpstr>DQL: Complete Executive Dashboard (Multiple Aggregates) </vt:lpstr>
      <vt:lpstr>DQL: ONLY tiers with total revenue over $10,000 in November 2024  </vt:lpstr>
      <vt:lpstr>DQL: Who are our top 10 spenders? </vt:lpstr>
      <vt:lpstr>DQL: Segment ALL customers by spending: Low/Medium/High </vt:lpstr>
      <vt:lpstr>DQL: Which merchant categories drive the most revenue?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LE</dc:creator>
  <cp:lastModifiedBy>MICHAEL LE</cp:lastModifiedBy>
  <cp:revision>28</cp:revision>
  <dcterms:created xsi:type="dcterms:W3CDTF">2026-03-16T18:58:00Z</dcterms:created>
  <dcterms:modified xsi:type="dcterms:W3CDTF">2026-03-18T11:06:44Z</dcterms:modified>
</cp:coreProperties>
</file>