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>
        <p:scale>
          <a:sx n="100" d="100"/>
          <a:sy n="100" d="100"/>
        </p:scale>
        <p:origin x="702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hyperlink" Target="https://github.com/Mikele02171/Main-Stuff/tree/main/DA%20Bootcamp%202026%20Emergi%20Mentors/Week%202%20SQL%20Mastery/Module%202%20SQL%20for%20Business%20Analytics%20Beginner%20Projects" TargetMode="Externa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github.com/Mikele02171/Main-Stuff/tree/main/DA%20Bootcamp%202026%20Emergi%20Mentors/Week%202%20SQL%20Mastery/Module%202%20SQL%20for%20Business%20Analytics%20Beginner%20Projects" TargetMode="External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EADC8-57D0-42AB-9186-7EC204963A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3C33F76-3D70-4B11-80F0-84B084E1D71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/>
            <a:t>Install and Download SQL Server Express (2022,or 2025 (much preferred)) from Microsoft</a:t>
          </a:r>
          <a:endParaRPr lang="en-US"/>
        </a:p>
      </dgm:t>
    </dgm:pt>
    <dgm:pt modelId="{839A3900-C8D4-43B0-BB2E-7F6DDBEBCE51}" type="parTrans" cxnId="{AC39D355-2FAB-4206-87B3-094B888393A8}">
      <dgm:prSet/>
      <dgm:spPr/>
      <dgm:t>
        <a:bodyPr/>
        <a:lstStyle/>
        <a:p>
          <a:endParaRPr lang="en-US"/>
        </a:p>
      </dgm:t>
    </dgm:pt>
    <dgm:pt modelId="{C4062C67-7DA8-4541-82B0-22989C32C653}" type="sibTrans" cxnId="{AC39D355-2FAB-4206-87B3-094B888393A8}">
      <dgm:prSet/>
      <dgm:spPr/>
      <dgm:t>
        <a:bodyPr/>
        <a:lstStyle/>
        <a:p>
          <a:endParaRPr lang="en-US"/>
        </a:p>
      </dgm:t>
    </dgm:pt>
    <dgm:pt modelId="{34F193AB-67D7-4756-9D40-78E054E96E5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AU"/>
            <a:t>Files and sources from my repository: </a:t>
          </a:r>
          <a:endParaRPr lang="en-US"/>
        </a:p>
      </dgm:t>
    </dgm:pt>
    <dgm:pt modelId="{C3A83794-7937-4FAF-B048-8CFA05527798}" type="parTrans" cxnId="{BB4912AE-61CB-45F9-9D0B-58D570550D59}">
      <dgm:prSet/>
      <dgm:spPr/>
      <dgm:t>
        <a:bodyPr/>
        <a:lstStyle/>
        <a:p>
          <a:endParaRPr lang="en-US"/>
        </a:p>
      </dgm:t>
    </dgm:pt>
    <dgm:pt modelId="{EED8082F-719D-4844-AD66-AD823CF67E89}" type="sibTrans" cxnId="{BB4912AE-61CB-45F9-9D0B-58D570550D59}">
      <dgm:prSet/>
      <dgm:spPr/>
      <dgm:t>
        <a:bodyPr/>
        <a:lstStyle/>
        <a:p>
          <a:endParaRPr lang="en-US"/>
        </a:p>
      </dgm:t>
    </dgm:pt>
    <dgm:pt modelId="{26AEFD03-D657-4F3C-8BB9-5541B90D4C9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>
              <a:hlinkClick xmlns:r="http://schemas.openxmlformats.org/officeDocument/2006/relationships" r:id="rId1"/>
            </a:rPr>
            <a:t>Main-Stuff/DA Bootcamp 2026 Emergi Mentors/Week 2 SQL Mastery/Module 2 SQL for Business Analytics Beginner Projects at main · Mikele02171/Main-Stuff</a:t>
          </a:r>
          <a:endParaRPr lang="en-US"/>
        </a:p>
      </dgm:t>
    </dgm:pt>
    <dgm:pt modelId="{F1E8CA12-9666-477A-B62C-8659BD03BDBC}" type="parTrans" cxnId="{3AB66282-8B89-4FBA-99BF-F5CF6F28EAE1}">
      <dgm:prSet/>
      <dgm:spPr/>
      <dgm:t>
        <a:bodyPr/>
        <a:lstStyle/>
        <a:p>
          <a:endParaRPr lang="en-US"/>
        </a:p>
      </dgm:t>
    </dgm:pt>
    <dgm:pt modelId="{8AD2409D-B376-4978-B40B-4CF167CBDD6E}" type="sibTrans" cxnId="{3AB66282-8B89-4FBA-99BF-F5CF6F28EAE1}">
      <dgm:prSet/>
      <dgm:spPr/>
      <dgm:t>
        <a:bodyPr/>
        <a:lstStyle/>
        <a:p>
          <a:endParaRPr lang="en-US"/>
        </a:p>
      </dgm:t>
    </dgm:pt>
    <dgm:pt modelId="{97A0EDDD-7876-482E-BDAE-6E1ACA121B17}" type="pres">
      <dgm:prSet presAssocID="{575EADC8-57D0-42AB-9186-7EC204963A93}" presName="root" presStyleCnt="0">
        <dgm:presLayoutVars>
          <dgm:dir/>
          <dgm:resizeHandles val="exact"/>
        </dgm:presLayoutVars>
      </dgm:prSet>
      <dgm:spPr/>
    </dgm:pt>
    <dgm:pt modelId="{E1A964EA-0BC3-42FA-83B7-790D290E036C}" type="pres">
      <dgm:prSet presAssocID="{43C33F76-3D70-4B11-80F0-84B084E1D71A}" presName="compNode" presStyleCnt="0"/>
      <dgm:spPr/>
    </dgm:pt>
    <dgm:pt modelId="{E4E06116-6EFD-49E1-B458-767B4853C221}" type="pres">
      <dgm:prSet presAssocID="{43C33F76-3D70-4B11-80F0-84B084E1D71A}" presName="iconBgRect" presStyleLbl="bgShp" presStyleIdx="0" presStyleCnt="3"/>
      <dgm:spPr/>
    </dgm:pt>
    <dgm:pt modelId="{8DC3353B-8827-41D4-B12E-4283327F13A7}" type="pres">
      <dgm:prSet presAssocID="{43C33F76-3D70-4B11-80F0-84B084E1D71A}" presName="iconRect" presStyleLbl="node1" presStyleIdx="0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6F741B5D-20A8-4CDA-A3E0-996962CA2FAF}" type="pres">
      <dgm:prSet presAssocID="{43C33F76-3D70-4B11-80F0-84B084E1D71A}" presName="spaceRect" presStyleCnt="0"/>
      <dgm:spPr/>
    </dgm:pt>
    <dgm:pt modelId="{8B082479-FB70-48A7-A061-0B514F239DDA}" type="pres">
      <dgm:prSet presAssocID="{43C33F76-3D70-4B11-80F0-84B084E1D71A}" presName="textRect" presStyleLbl="revTx" presStyleIdx="0" presStyleCnt="3">
        <dgm:presLayoutVars>
          <dgm:chMax val="1"/>
          <dgm:chPref val="1"/>
        </dgm:presLayoutVars>
      </dgm:prSet>
      <dgm:spPr/>
    </dgm:pt>
    <dgm:pt modelId="{A79C7F5E-3FB9-4333-AD23-42659E541D6B}" type="pres">
      <dgm:prSet presAssocID="{C4062C67-7DA8-4541-82B0-22989C32C653}" presName="sibTrans" presStyleCnt="0"/>
      <dgm:spPr/>
    </dgm:pt>
    <dgm:pt modelId="{C17C969C-27DB-44AA-A3C2-83344E1667D3}" type="pres">
      <dgm:prSet presAssocID="{34F193AB-67D7-4756-9D40-78E054E96E52}" presName="compNode" presStyleCnt="0"/>
      <dgm:spPr/>
    </dgm:pt>
    <dgm:pt modelId="{9E6DC567-8739-414B-B9B1-EC4074705A47}" type="pres">
      <dgm:prSet presAssocID="{34F193AB-67D7-4756-9D40-78E054E96E52}" presName="iconBgRect" presStyleLbl="bgShp" presStyleIdx="1" presStyleCnt="3"/>
      <dgm:spPr/>
    </dgm:pt>
    <dgm:pt modelId="{0352BD4A-0F54-4492-A008-2229299A1EB5}" type="pres">
      <dgm:prSet presAssocID="{34F193AB-67D7-4756-9D40-78E054E96E52}" presName="iconRect" presStyleLbl="node1" presStyleIdx="1" presStyleCnt="3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5C76E62D-206D-4302-B34D-84CF574F7570}" type="pres">
      <dgm:prSet presAssocID="{34F193AB-67D7-4756-9D40-78E054E96E52}" presName="spaceRect" presStyleCnt="0"/>
      <dgm:spPr/>
    </dgm:pt>
    <dgm:pt modelId="{16A2CE9B-17BF-4ECD-9049-67BFCAD53838}" type="pres">
      <dgm:prSet presAssocID="{34F193AB-67D7-4756-9D40-78E054E96E52}" presName="textRect" presStyleLbl="revTx" presStyleIdx="1" presStyleCnt="3">
        <dgm:presLayoutVars>
          <dgm:chMax val="1"/>
          <dgm:chPref val="1"/>
        </dgm:presLayoutVars>
      </dgm:prSet>
      <dgm:spPr/>
    </dgm:pt>
    <dgm:pt modelId="{97F040AD-1A87-4DF2-A318-4997DA51F71F}" type="pres">
      <dgm:prSet presAssocID="{EED8082F-719D-4844-AD66-AD823CF67E89}" presName="sibTrans" presStyleCnt="0"/>
      <dgm:spPr/>
    </dgm:pt>
    <dgm:pt modelId="{5DE8FE85-FF8D-4CCD-9102-DB560330155E}" type="pres">
      <dgm:prSet presAssocID="{26AEFD03-D657-4F3C-8BB9-5541B90D4C9A}" presName="compNode" presStyleCnt="0"/>
      <dgm:spPr/>
    </dgm:pt>
    <dgm:pt modelId="{DE5D115F-97FA-4963-A761-A7DB371B3D10}" type="pres">
      <dgm:prSet presAssocID="{26AEFD03-D657-4F3C-8BB9-5541B90D4C9A}" presName="iconBgRect" presStyleLbl="bgShp" presStyleIdx="2" presStyleCnt="3"/>
      <dgm:spPr/>
    </dgm:pt>
    <dgm:pt modelId="{4916DB09-9BBF-40CE-B298-30A5B8AF4B5E}" type="pres">
      <dgm:prSet presAssocID="{26AEFD03-D657-4F3C-8BB9-5541B90D4C9A}" presName="iconRect" presStyleLbl="node1" presStyleIdx="2" presStyleCnt="3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E0AB6945-6989-402D-BF78-14124D213354}" type="pres">
      <dgm:prSet presAssocID="{26AEFD03-D657-4F3C-8BB9-5541B90D4C9A}" presName="spaceRect" presStyleCnt="0"/>
      <dgm:spPr/>
    </dgm:pt>
    <dgm:pt modelId="{15CD49B5-7BD2-4508-A5C6-2097C861DBC3}" type="pres">
      <dgm:prSet presAssocID="{26AEFD03-D657-4F3C-8BB9-5541B90D4C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D99170-7DDA-4264-801E-EDD569808570}" type="presOf" srcId="{34F193AB-67D7-4756-9D40-78E054E96E52}" destId="{16A2CE9B-17BF-4ECD-9049-67BFCAD53838}" srcOrd="0" destOrd="0" presId="urn:microsoft.com/office/officeart/2018/5/layout/IconCircleLabelList"/>
    <dgm:cxn modelId="{AC39D355-2FAB-4206-87B3-094B888393A8}" srcId="{575EADC8-57D0-42AB-9186-7EC204963A93}" destId="{43C33F76-3D70-4B11-80F0-84B084E1D71A}" srcOrd="0" destOrd="0" parTransId="{839A3900-C8D4-43B0-BB2E-7F6DDBEBCE51}" sibTransId="{C4062C67-7DA8-4541-82B0-22989C32C653}"/>
    <dgm:cxn modelId="{ECCF5A7B-2238-4D67-AA0E-97C0BE563109}" type="presOf" srcId="{575EADC8-57D0-42AB-9186-7EC204963A93}" destId="{97A0EDDD-7876-482E-BDAE-6E1ACA121B17}" srcOrd="0" destOrd="0" presId="urn:microsoft.com/office/officeart/2018/5/layout/IconCircleLabelList"/>
    <dgm:cxn modelId="{3AB66282-8B89-4FBA-99BF-F5CF6F28EAE1}" srcId="{575EADC8-57D0-42AB-9186-7EC204963A93}" destId="{26AEFD03-D657-4F3C-8BB9-5541B90D4C9A}" srcOrd="2" destOrd="0" parTransId="{F1E8CA12-9666-477A-B62C-8659BD03BDBC}" sibTransId="{8AD2409D-B376-4978-B40B-4CF167CBDD6E}"/>
    <dgm:cxn modelId="{BB4912AE-61CB-45F9-9D0B-58D570550D59}" srcId="{575EADC8-57D0-42AB-9186-7EC204963A93}" destId="{34F193AB-67D7-4756-9D40-78E054E96E52}" srcOrd="1" destOrd="0" parTransId="{C3A83794-7937-4FAF-B048-8CFA05527798}" sibTransId="{EED8082F-719D-4844-AD66-AD823CF67E89}"/>
    <dgm:cxn modelId="{F9C246D1-D079-4167-AA93-4E1AAF0A763B}" type="presOf" srcId="{26AEFD03-D657-4F3C-8BB9-5541B90D4C9A}" destId="{15CD49B5-7BD2-4508-A5C6-2097C861DBC3}" srcOrd="0" destOrd="0" presId="urn:microsoft.com/office/officeart/2018/5/layout/IconCircleLabelList"/>
    <dgm:cxn modelId="{C7BD9DE9-E636-4B02-BFE2-035F3474330A}" type="presOf" srcId="{43C33F76-3D70-4B11-80F0-84B084E1D71A}" destId="{8B082479-FB70-48A7-A061-0B514F239DDA}" srcOrd="0" destOrd="0" presId="urn:microsoft.com/office/officeart/2018/5/layout/IconCircleLabelList"/>
    <dgm:cxn modelId="{069E221C-AA8F-4069-94C6-010D26013A57}" type="presParOf" srcId="{97A0EDDD-7876-482E-BDAE-6E1ACA121B17}" destId="{E1A964EA-0BC3-42FA-83B7-790D290E036C}" srcOrd="0" destOrd="0" presId="urn:microsoft.com/office/officeart/2018/5/layout/IconCircleLabelList"/>
    <dgm:cxn modelId="{7B68930D-E32A-497F-96C4-F706C3E2BB5D}" type="presParOf" srcId="{E1A964EA-0BC3-42FA-83B7-790D290E036C}" destId="{E4E06116-6EFD-49E1-B458-767B4853C221}" srcOrd="0" destOrd="0" presId="urn:microsoft.com/office/officeart/2018/5/layout/IconCircleLabelList"/>
    <dgm:cxn modelId="{D170C4DC-2003-458F-A133-FB43ECBB1F55}" type="presParOf" srcId="{E1A964EA-0BC3-42FA-83B7-790D290E036C}" destId="{8DC3353B-8827-41D4-B12E-4283327F13A7}" srcOrd="1" destOrd="0" presId="urn:microsoft.com/office/officeart/2018/5/layout/IconCircleLabelList"/>
    <dgm:cxn modelId="{0ABC11CD-E3D4-4FFF-A814-8F5DDCCFDBDA}" type="presParOf" srcId="{E1A964EA-0BC3-42FA-83B7-790D290E036C}" destId="{6F741B5D-20A8-4CDA-A3E0-996962CA2FAF}" srcOrd="2" destOrd="0" presId="urn:microsoft.com/office/officeart/2018/5/layout/IconCircleLabelList"/>
    <dgm:cxn modelId="{02165BDF-E596-4CF0-9015-7DFDC994F013}" type="presParOf" srcId="{E1A964EA-0BC3-42FA-83B7-790D290E036C}" destId="{8B082479-FB70-48A7-A061-0B514F239DDA}" srcOrd="3" destOrd="0" presId="urn:microsoft.com/office/officeart/2018/5/layout/IconCircleLabelList"/>
    <dgm:cxn modelId="{C2A9F463-59DA-4F77-9677-3BE437D9E854}" type="presParOf" srcId="{97A0EDDD-7876-482E-BDAE-6E1ACA121B17}" destId="{A79C7F5E-3FB9-4333-AD23-42659E541D6B}" srcOrd="1" destOrd="0" presId="urn:microsoft.com/office/officeart/2018/5/layout/IconCircleLabelList"/>
    <dgm:cxn modelId="{8C91CAAD-BE46-4D42-A6EF-470DFC571D4E}" type="presParOf" srcId="{97A0EDDD-7876-482E-BDAE-6E1ACA121B17}" destId="{C17C969C-27DB-44AA-A3C2-83344E1667D3}" srcOrd="2" destOrd="0" presId="urn:microsoft.com/office/officeart/2018/5/layout/IconCircleLabelList"/>
    <dgm:cxn modelId="{BA9CA493-E8D8-4062-AC18-F090210B8A9F}" type="presParOf" srcId="{C17C969C-27DB-44AA-A3C2-83344E1667D3}" destId="{9E6DC567-8739-414B-B9B1-EC4074705A47}" srcOrd="0" destOrd="0" presId="urn:microsoft.com/office/officeart/2018/5/layout/IconCircleLabelList"/>
    <dgm:cxn modelId="{1A850E32-132F-4BEA-A468-DCBFE5B5D8AB}" type="presParOf" srcId="{C17C969C-27DB-44AA-A3C2-83344E1667D3}" destId="{0352BD4A-0F54-4492-A008-2229299A1EB5}" srcOrd="1" destOrd="0" presId="urn:microsoft.com/office/officeart/2018/5/layout/IconCircleLabelList"/>
    <dgm:cxn modelId="{C532CFAD-07EE-464F-ACBA-0534EE066B07}" type="presParOf" srcId="{C17C969C-27DB-44AA-A3C2-83344E1667D3}" destId="{5C76E62D-206D-4302-B34D-84CF574F7570}" srcOrd="2" destOrd="0" presId="urn:microsoft.com/office/officeart/2018/5/layout/IconCircleLabelList"/>
    <dgm:cxn modelId="{C1A847F5-8773-4328-A011-7E043D8B06A9}" type="presParOf" srcId="{C17C969C-27DB-44AA-A3C2-83344E1667D3}" destId="{16A2CE9B-17BF-4ECD-9049-67BFCAD53838}" srcOrd="3" destOrd="0" presId="urn:microsoft.com/office/officeart/2018/5/layout/IconCircleLabelList"/>
    <dgm:cxn modelId="{59358600-EC6C-4CEC-8183-C35F4A6D7DE1}" type="presParOf" srcId="{97A0EDDD-7876-482E-BDAE-6E1ACA121B17}" destId="{97F040AD-1A87-4DF2-A318-4997DA51F71F}" srcOrd="3" destOrd="0" presId="urn:microsoft.com/office/officeart/2018/5/layout/IconCircleLabelList"/>
    <dgm:cxn modelId="{0079A026-789D-4A2F-9F0A-04F2922C826D}" type="presParOf" srcId="{97A0EDDD-7876-482E-BDAE-6E1ACA121B17}" destId="{5DE8FE85-FF8D-4CCD-9102-DB560330155E}" srcOrd="4" destOrd="0" presId="urn:microsoft.com/office/officeart/2018/5/layout/IconCircleLabelList"/>
    <dgm:cxn modelId="{2A12B5D8-2037-4DCA-9EDB-06BBE963AAEA}" type="presParOf" srcId="{5DE8FE85-FF8D-4CCD-9102-DB560330155E}" destId="{DE5D115F-97FA-4963-A761-A7DB371B3D10}" srcOrd="0" destOrd="0" presId="urn:microsoft.com/office/officeart/2018/5/layout/IconCircleLabelList"/>
    <dgm:cxn modelId="{729FA627-902E-45BD-86F2-A7C5874CF1C1}" type="presParOf" srcId="{5DE8FE85-FF8D-4CCD-9102-DB560330155E}" destId="{4916DB09-9BBF-40CE-B298-30A5B8AF4B5E}" srcOrd="1" destOrd="0" presId="urn:microsoft.com/office/officeart/2018/5/layout/IconCircleLabelList"/>
    <dgm:cxn modelId="{85335BC4-A698-4286-8020-08F67FA56DA6}" type="presParOf" srcId="{5DE8FE85-FF8D-4CCD-9102-DB560330155E}" destId="{E0AB6945-6989-402D-BF78-14124D213354}" srcOrd="2" destOrd="0" presId="urn:microsoft.com/office/officeart/2018/5/layout/IconCircleLabelList"/>
    <dgm:cxn modelId="{79A8AF20-D3A7-43AC-BC45-18D71BB2C91E}" type="presParOf" srcId="{5DE8FE85-FF8D-4CCD-9102-DB560330155E}" destId="{15CD49B5-7BD2-4508-A5C6-2097C861DB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1F47B9E-E3EC-45C7-BD0B-E266493F26D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B91ADE7-6179-4D8A-8BB5-CED295466E9E}">
      <dgm:prSet/>
      <dgm:spPr/>
      <dgm:t>
        <a:bodyPr/>
        <a:lstStyle/>
        <a:p>
          <a:r>
            <a:rPr lang="en-AU"/>
            <a:t>Which Stores do we have in Victoria?</a:t>
          </a:r>
          <a:endParaRPr lang="en-US"/>
        </a:p>
      </dgm:t>
    </dgm:pt>
    <dgm:pt modelId="{BFD9C96B-4BAB-47B2-A32B-067D452449CE}" type="parTrans" cxnId="{6BB3B87E-57D6-492C-9DD8-6CACF5A0EE76}">
      <dgm:prSet/>
      <dgm:spPr/>
      <dgm:t>
        <a:bodyPr/>
        <a:lstStyle/>
        <a:p>
          <a:endParaRPr lang="en-US"/>
        </a:p>
      </dgm:t>
    </dgm:pt>
    <dgm:pt modelId="{282B4084-3EDC-4145-B4E4-1FFDE420EE50}" type="sibTrans" cxnId="{6BB3B87E-57D6-492C-9DD8-6CACF5A0EE76}">
      <dgm:prSet/>
      <dgm:spPr/>
      <dgm:t>
        <a:bodyPr/>
        <a:lstStyle/>
        <a:p>
          <a:endParaRPr lang="en-US"/>
        </a:p>
      </dgm:t>
    </dgm:pt>
    <dgm:pt modelId="{A2EA22F9-5F1F-420B-AFFA-FEFDCCD381CB}">
      <dgm:prSet/>
      <dgm:spPr/>
      <dgm:t>
        <a:bodyPr/>
        <a:lstStyle/>
        <a:p>
          <a:r>
            <a:rPr lang="en-AU"/>
            <a:t>List all premium products priced over $500</a:t>
          </a:r>
          <a:endParaRPr lang="en-US"/>
        </a:p>
      </dgm:t>
    </dgm:pt>
    <dgm:pt modelId="{BB39130D-D04E-4E44-910E-62B066C4F4F8}" type="parTrans" cxnId="{6211AED0-3BDA-4623-85DE-BC9F823434A6}">
      <dgm:prSet/>
      <dgm:spPr/>
      <dgm:t>
        <a:bodyPr/>
        <a:lstStyle/>
        <a:p>
          <a:endParaRPr lang="en-US"/>
        </a:p>
      </dgm:t>
    </dgm:pt>
    <dgm:pt modelId="{2914471F-DE54-4B7F-B045-5B58B2F9C87B}" type="sibTrans" cxnId="{6211AED0-3BDA-4623-85DE-BC9F823434A6}">
      <dgm:prSet/>
      <dgm:spPr/>
      <dgm:t>
        <a:bodyPr/>
        <a:lstStyle/>
        <a:p>
          <a:endParaRPr lang="en-US"/>
        </a:p>
      </dgm:t>
    </dgm:pt>
    <dgm:pt modelId="{197EA473-658A-4EA2-90FD-0EE3826AD561}">
      <dgm:prSet/>
      <dgm:spPr/>
      <dgm:t>
        <a:bodyPr/>
        <a:lstStyle/>
        <a:p>
          <a:r>
            <a:rPr lang="en-AU"/>
            <a:t>Transaction volume for December 3</a:t>
          </a:r>
          <a:endParaRPr lang="en-US"/>
        </a:p>
      </dgm:t>
    </dgm:pt>
    <dgm:pt modelId="{70AC2BD3-EEEB-49E6-B19D-246897DB15B2}" type="parTrans" cxnId="{F0CBA9D3-1850-4C2A-B3C4-051E4709359D}">
      <dgm:prSet/>
      <dgm:spPr/>
      <dgm:t>
        <a:bodyPr/>
        <a:lstStyle/>
        <a:p>
          <a:endParaRPr lang="en-US"/>
        </a:p>
      </dgm:t>
    </dgm:pt>
    <dgm:pt modelId="{D04C0156-E5B1-47BC-80C3-A53FC1834827}" type="sibTrans" cxnId="{F0CBA9D3-1850-4C2A-B3C4-051E4709359D}">
      <dgm:prSet/>
      <dgm:spPr/>
      <dgm:t>
        <a:bodyPr/>
        <a:lstStyle/>
        <a:p>
          <a:endParaRPr lang="en-US"/>
        </a:p>
      </dgm:t>
    </dgm:pt>
    <dgm:pt modelId="{0F2489BD-1D63-4709-9539-DC5AD3F248CE}">
      <dgm:prSet/>
      <dgm:spPr/>
      <dgm:t>
        <a:bodyPr/>
        <a:lstStyle/>
        <a:p>
          <a:r>
            <a:rPr lang="en-AU"/>
            <a:t>Top-selling products this week?</a:t>
          </a:r>
          <a:endParaRPr lang="en-US"/>
        </a:p>
      </dgm:t>
    </dgm:pt>
    <dgm:pt modelId="{36CF3D7F-8448-499E-BACE-A6BDC27EF10D}" type="parTrans" cxnId="{480A9066-15AD-4649-8244-20AA881CA93E}">
      <dgm:prSet/>
      <dgm:spPr/>
      <dgm:t>
        <a:bodyPr/>
        <a:lstStyle/>
        <a:p>
          <a:endParaRPr lang="en-US"/>
        </a:p>
      </dgm:t>
    </dgm:pt>
    <dgm:pt modelId="{D3013022-E283-49D2-A44A-CA246B4F5FF7}" type="sibTrans" cxnId="{480A9066-15AD-4649-8244-20AA881CA93E}">
      <dgm:prSet/>
      <dgm:spPr/>
      <dgm:t>
        <a:bodyPr/>
        <a:lstStyle/>
        <a:p>
          <a:endParaRPr lang="en-US"/>
        </a:p>
      </dgm:t>
    </dgm:pt>
    <dgm:pt modelId="{31F476A7-7DCB-4BE5-9F9A-7029522910E3}">
      <dgm:prSet/>
      <dgm:spPr/>
      <dgm:t>
        <a:bodyPr/>
        <a:lstStyle/>
        <a:p>
          <a:r>
            <a:rPr lang="en-AU"/>
            <a:t>Store Performance Dashboard</a:t>
          </a:r>
          <a:endParaRPr lang="en-US"/>
        </a:p>
      </dgm:t>
    </dgm:pt>
    <dgm:pt modelId="{0180E601-A9AC-4AA1-BAF3-6E7E9E11D69C}" type="parTrans" cxnId="{C26BD0C6-4A04-4F29-86AB-47E7CCB68DED}">
      <dgm:prSet/>
      <dgm:spPr/>
      <dgm:t>
        <a:bodyPr/>
        <a:lstStyle/>
        <a:p>
          <a:endParaRPr lang="en-US"/>
        </a:p>
      </dgm:t>
    </dgm:pt>
    <dgm:pt modelId="{84D51D90-811B-46C1-9E6C-ABF90B24A2F9}" type="sibTrans" cxnId="{C26BD0C6-4A04-4F29-86AB-47E7CCB68DED}">
      <dgm:prSet/>
      <dgm:spPr/>
      <dgm:t>
        <a:bodyPr/>
        <a:lstStyle/>
        <a:p>
          <a:endParaRPr lang="en-US"/>
        </a:p>
      </dgm:t>
    </dgm:pt>
    <dgm:pt modelId="{EC51ABEA-283F-4C33-B56D-706392A492E6}" type="pres">
      <dgm:prSet presAssocID="{01F47B9E-E3EC-45C7-BD0B-E266493F26D0}" presName="root" presStyleCnt="0">
        <dgm:presLayoutVars>
          <dgm:dir/>
          <dgm:resizeHandles val="exact"/>
        </dgm:presLayoutVars>
      </dgm:prSet>
      <dgm:spPr/>
    </dgm:pt>
    <dgm:pt modelId="{067970D4-9345-4440-A635-52E886D59E0A}" type="pres">
      <dgm:prSet presAssocID="{5B91ADE7-6179-4D8A-8BB5-CED295466E9E}" presName="compNode" presStyleCnt="0"/>
      <dgm:spPr/>
    </dgm:pt>
    <dgm:pt modelId="{833E8CF3-973E-4A76-9BE6-301FEC470A3A}" type="pres">
      <dgm:prSet presAssocID="{5B91ADE7-6179-4D8A-8BB5-CED295466E9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"/>
        </a:ext>
      </dgm:extLst>
    </dgm:pt>
    <dgm:pt modelId="{4E930EB9-DBBC-466F-A851-4091D311F060}" type="pres">
      <dgm:prSet presAssocID="{5B91ADE7-6179-4D8A-8BB5-CED295466E9E}" presName="spaceRect" presStyleCnt="0"/>
      <dgm:spPr/>
    </dgm:pt>
    <dgm:pt modelId="{B4C49E6E-6ABC-40B8-B735-10B16508DFBE}" type="pres">
      <dgm:prSet presAssocID="{5B91ADE7-6179-4D8A-8BB5-CED295466E9E}" presName="textRect" presStyleLbl="revTx" presStyleIdx="0" presStyleCnt="5">
        <dgm:presLayoutVars>
          <dgm:chMax val="1"/>
          <dgm:chPref val="1"/>
        </dgm:presLayoutVars>
      </dgm:prSet>
      <dgm:spPr/>
    </dgm:pt>
    <dgm:pt modelId="{DA506E48-73F0-4B55-AA1F-67D24FEA4D9A}" type="pres">
      <dgm:prSet presAssocID="{282B4084-3EDC-4145-B4E4-1FFDE420EE50}" presName="sibTrans" presStyleCnt="0"/>
      <dgm:spPr/>
    </dgm:pt>
    <dgm:pt modelId="{C3F748CB-703B-42EA-BDEC-D455AE5CE774}" type="pres">
      <dgm:prSet presAssocID="{A2EA22F9-5F1F-420B-AFFA-FEFDCCD381CB}" presName="compNode" presStyleCnt="0"/>
      <dgm:spPr/>
    </dgm:pt>
    <dgm:pt modelId="{F9795F65-415E-4336-9224-E2964BEAB08C}" type="pres">
      <dgm:prSet presAssocID="{A2EA22F9-5F1F-420B-AFFA-FEFDCCD381C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rified Brand"/>
        </a:ext>
      </dgm:extLst>
    </dgm:pt>
    <dgm:pt modelId="{C6B31AB6-FD77-4E67-BBFB-9D5BB177BB19}" type="pres">
      <dgm:prSet presAssocID="{A2EA22F9-5F1F-420B-AFFA-FEFDCCD381CB}" presName="spaceRect" presStyleCnt="0"/>
      <dgm:spPr/>
    </dgm:pt>
    <dgm:pt modelId="{CFFB84E1-97C1-4A2F-9E0B-10E65A63CFF7}" type="pres">
      <dgm:prSet presAssocID="{A2EA22F9-5F1F-420B-AFFA-FEFDCCD381CB}" presName="textRect" presStyleLbl="revTx" presStyleIdx="1" presStyleCnt="5">
        <dgm:presLayoutVars>
          <dgm:chMax val="1"/>
          <dgm:chPref val="1"/>
        </dgm:presLayoutVars>
      </dgm:prSet>
      <dgm:spPr/>
    </dgm:pt>
    <dgm:pt modelId="{BFC3D92D-AAB1-45B2-BB31-381BB82007B8}" type="pres">
      <dgm:prSet presAssocID="{2914471F-DE54-4B7F-B045-5B58B2F9C87B}" presName="sibTrans" presStyleCnt="0"/>
      <dgm:spPr/>
    </dgm:pt>
    <dgm:pt modelId="{F1430076-21CA-4C41-A90E-384F2C8C1F4C}" type="pres">
      <dgm:prSet presAssocID="{197EA473-658A-4EA2-90FD-0EE3826AD561}" presName="compNode" presStyleCnt="0"/>
      <dgm:spPr/>
    </dgm:pt>
    <dgm:pt modelId="{449E4E36-5DB6-4AEB-90F0-F60216FE989A}" type="pres">
      <dgm:prSet presAssocID="{197EA473-658A-4EA2-90FD-0EE3826AD56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B"/>
        </a:ext>
      </dgm:extLst>
    </dgm:pt>
    <dgm:pt modelId="{9BBC87BB-F0DA-4A54-82DA-E22C127FF638}" type="pres">
      <dgm:prSet presAssocID="{197EA473-658A-4EA2-90FD-0EE3826AD561}" presName="spaceRect" presStyleCnt="0"/>
      <dgm:spPr/>
    </dgm:pt>
    <dgm:pt modelId="{EFF674CE-4EF5-4022-B6A3-3DEA3BEB8048}" type="pres">
      <dgm:prSet presAssocID="{197EA473-658A-4EA2-90FD-0EE3826AD561}" presName="textRect" presStyleLbl="revTx" presStyleIdx="2" presStyleCnt="5">
        <dgm:presLayoutVars>
          <dgm:chMax val="1"/>
          <dgm:chPref val="1"/>
        </dgm:presLayoutVars>
      </dgm:prSet>
      <dgm:spPr/>
    </dgm:pt>
    <dgm:pt modelId="{A936B047-D527-4DEF-B26D-6B759CF491F4}" type="pres">
      <dgm:prSet presAssocID="{D04C0156-E5B1-47BC-80C3-A53FC1834827}" presName="sibTrans" presStyleCnt="0"/>
      <dgm:spPr/>
    </dgm:pt>
    <dgm:pt modelId="{FAF1406D-5083-40DD-83CA-1E44721A4F26}" type="pres">
      <dgm:prSet presAssocID="{0F2489BD-1D63-4709-9539-DC5AD3F248CE}" presName="compNode" presStyleCnt="0"/>
      <dgm:spPr/>
    </dgm:pt>
    <dgm:pt modelId="{3614F524-6621-4090-82F4-2C2AA9AAFD08}" type="pres">
      <dgm:prSet presAssocID="{0F2489BD-1D63-4709-9539-DC5AD3F248CE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ll"/>
        </a:ext>
      </dgm:extLst>
    </dgm:pt>
    <dgm:pt modelId="{4777E3EC-052D-4498-A269-2201804543DD}" type="pres">
      <dgm:prSet presAssocID="{0F2489BD-1D63-4709-9539-DC5AD3F248CE}" presName="spaceRect" presStyleCnt="0"/>
      <dgm:spPr/>
    </dgm:pt>
    <dgm:pt modelId="{8E645147-5107-461F-A475-38839C916345}" type="pres">
      <dgm:prSet presAssocID="{0F2489BD-1D63-4709-9539-DC5AD3F248CE}" presName="textRect" presStyleLbl="revTx" presStyleIdx="3" presStyleCnt="5">
        <dgm:presLayoutVars>
          <dgm:chMax val="1"/>
          <dgm:chPref val="1"/>
        </dgm:presLayoutVars>
      </dgm:prSet>
      <dgm:spPr/>
    </dgm:pt>
    <dgm:pt modelId="{68BBF8DA-4E6F-427A-8C91-4A214EB4E4CF}" type="pres">
      <dgm:prSet presAssocID="{D3013022-E283-49D2-A44A-CA246B4F5FF7}" presName="sibTrans" presStyleCnt="0"/>
      <dgm:spPr/>
    </dgm:pt>
    <dgm:pt modelId="{AD69B302-B049-4487-9B04-7451E319A506}" type="pres">
      <dgm:prSet presAssocID="{31F476A7-7DCB-4BE5-9F9A-7029522910E3}" presName="compNode" presStyleCnt="0"/>
      <dgm:spPr/>
    </dgm:pt>
    <dgm:pt modelId="{EACF74E2-8C52-4B87-8D71-C943DB5F66AA}" type="pres">
      <dgm:prSet presAssocID="{31F476A7-7DCB-4BE5-9F9A-7029522910E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w Mail"/>
        </a:ext>
      </dgm:extLst>
    </dgm:pt>
    <dgm:pt modelId="{782633D9-85EE-4998-AAB4-018AEDA1125B}" type="pres">
      <dgm:prSet presAssocID="{31F476A7-7DCB-4BE5-9F9A-7029522910E3}" presName="spaceRect" presStyleCnt="0"/>
      <dgm:spPr/>
    </dgm:pt>
    <dgm:pt modelId="{5570A5CD-05F3-44DD-9E10-F26FB965F773}" type="pres">
      <dgm:prSet presAssocID="{31F476A7-7DCB-4BE5-9F9A-7029522910E3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0E693807-52AF-45E2-80E0-07B0C57CEDFD}" type="presOf" srcId="{31F476A7-7DCB-4BE5-9F9A-7029522910E3}" destId="{5570A5CD-05F3-44DD-9E10-F26FB965F773}" srcOrd="0" destOrd="0" presId="urn:microsoft.com/office/officeart/2018/2/layout/IconLabelList"/>
    <dgm:cxn modelId="{480A9066-15AD-4649-8244-20AA881CA93E}" srcId="{01F47B9E-E3EC-45C7-BD0B-E266493F26D0}" destId="{0F2489BD-1D63-4709-9539-DC5AD3F248CE}" srcOrd="3" destOrd="0" parTransId="{36CF3D7F-8448-499E-BACE-A6BDC27EF10D}" sibTransId="{D3013022-E283-49D2-A44A-CA246B4F5FF7}"/>
    <dgm:cxn modelId="{8376C86D-C83F-453F-907D-0F68F30B23B7}" type="presOf" srcId="{0F2489BD-1D63-4709-9539-DC5AD3F248CE}" destId="{8E645147-5107-461F-A475-38839C916345}" srcOrd="0" destOrd="0" presId="urn:microsoft.com/office/officeart/2018/2/layout/IconLabelList"/>
    <dgm:cxn modelId="{9B707E4E-78FD-471A-BEFC-E56719684E2C}" type="presOf" srcId="{01F47B9E-E3EC-45C7-BD0B-E266493F26D0}" destId="{EC51ABEA-283F-4C33-B56D-706392A492E6}" srcOrd="0" destOrd="0" presId="urn:microsoft.com/office/officeart/2018/2/layout/IconLabelList"/>
    <dgm:cxn modelId="{A5C6C758-5768-48DD-BE2F-EC4CE2B74B7B}" type="presOf" srcId="{197EA473-658A-4EA2-90FD-0EE3826AD561}" destId="{EFF674CE-4EF5-4022-B6A3-3DEA3BEB8048}" srcOrd="0" destOrd="0" presId="urn:microsoft.com/office/officeart/2018/2/layout/IconLabelList"/>
    <dgm:cxn modelId="{6BB3B87E-57D6-492C-9DD8-6CACF5A0EE76}" srcId="{01F47B9E-E3EC-45C7-BD0B-E266493F26D0}" destId="{5B91ADE7-6179-4D8A-8BB5-CED295466E9E}" srcOrd="0" destOrd="0" parTransId="{BFD9C96B-4BAB-47B2-A32B-067D452449CE}" sibTransId="{282B4084-3EDC-4145-B4E4-1FFDE420EE50}"/>
    <dgm:cxn modelId="{C26BD0C6-4A04-4F29-86AB-47E7CCB68DED}" srcId="{01F47B9E-E3EC-45C7-BD0B-E266493F26D0}" destId="{31F476A7-7DCB-4BE5-9F9A-7029522910E3}" srcOrd="4" destOrd="0" parTransId="{0180E601-A9AC-4AA1-BAF3-6E7E9E11D69C}" sibTransId="{84D51D90-811B-46C1-9E6C-ABF90B24A2F9}"/>
    <dgm:cxn modelId="{F8A075CF-39F2-482C-8525-122FA970046A}" type="presOf" srcId="{5B91ADE7-6179-4D8A-8BB5-CED295466E9E}" destId="{B4C49E6E-6ABC-40B8-B735-10B16508DFBE}" srcOrd="0" destOrd="0" presId="urn:microsoft.com/office/officeart/2018/2/layout/IconLabelList"/>
    <dgm:cxn modelId="{6211AED0-3BDA-4623-85DE-BC9F823434A6}" srcId="{01F47B9E-E3EC-45C7-BD0B-E266493F26D0}" destId="{A2EA22F9-5F1F-420B-AFFA-FEFDCCD381CB}" srcOrd="1" destOrd="0" parTransId="{BB39130D-D04E-4E44-910E-62B066C4F4F8}" sibTransId="{2914471F-DE54-4B7F-B045-5B58B2F9C87B}"/>
    <dgm:cxn modelId="{F0CBA9D3-1850-4C2A-B3C4-051E4709359D}" srcId="{01F47B9E-E3EC-45C7-BD0B-E266493F26D0}" destId="{197EA473-658A-4EA2-90FD-0EE3826AD561}" srcOrd="2" destOrd="0" parTransId="{70AC2BD3-EEEB-49E6-B19D-246897DB15B2}" sibTransId="{D04C0156-E5B1-47BC-80C3-A53FC1834827}"/>
    <dgm:cxn modelId="{4A2F44E0-9AB6-4863-A001-2A70B7B8DA6C}" type="presOf" srcId="{A2EA22F9-5F1F-420B-AFFA-FEFDCCD381CB}" destId="{CFFB84E1-97C1-4A2F-9E0B-10E65A63CFF7}" srcOrd="0" destOrd="0" presId="urn:microsoft.com/office/officeart/2018/2/layout/IconLabelList"/>
    <dgm:cxn modelId="{96A5B36A-FB32-4C7B-9BF1-D061A7DFD05D}" type="presParOf" srcId="{EC51ABEA-283F-4C33-B56D-706392A492E6}" destId="{067970D4-9345-4440-A635-52E886D59E0A}" srcOrd="0" destOrd="0" presId="urn:microsoft.com/office/officeart/2018/2/layout/IconLabelList"/>
    <dgm:cxn modelId="{5131BB81-8970-449A-B523-4701D652A717}" type="presParOf" srcId="{067970D4-9345-4440-A635-52E886D59E0A}" destId="{833E8CF3-973E-4A76-9BE6-301FEC470A3A}" srcOrd="0" destOrd="0" presId="urn:microsoft.com/office/officeart/2018/2/layout/IconLabelList"/>
    <dgm:cxn modelId="{72932FB8-9529-4920-B6F1-FD868461CE19}" type="presParOf" srcId="{067970D4-9345-4440-A635-52E886D59E0A}" destId="{4E930EB9-DBBC-466F-A851-4091D311F060}" srcOrd="1" destOrd="0" presId="urn:microsoft.com/office/officeart/2018/2/layout/IconLabelList"/>
    <dgm:cxn modelId="{7C3ACD55-3DA6-4C3B-86EB-67511E0AA529}" type="presParOf" srcId="{067970D4-9345-4440-A635-52E886D59E0A}" destId="{B4C49E6E-6ABC-40B8-B735-10B16508DFBE}" srcOrd="2" destOrd="0" presId="urn:microsoft.com/office/officeart/2018/2/layout/IconLabelList"/>
    <dgm:cxn modelId="{21D704C8-65D5-4533-A96B-AAB39E29AA7C}" type="presParOf" srcId="{EC51ABEA-283F-4C33-B56D-706392A492E6}" destId="{DA506E48-73F0-4B55-AA1F-67D24FEA4D9A}" srcOrd="1" destOrd="0" presId="urn:microsoft.com/office/officeart/2018/2/layout/IconLabelList"/>
    <dgm:cxn modelId="{A5AACD9F-0FBF-4F1B-BAD5-E5972EE61367}" type="presParOf" srcId="{EC51ABEA-283F-4C33-B56D-706392A492E6}" destId="{C3F748CB-703B-42EA-BDEC-D455AE5CE774}" srcOrd="2" destOrd="0" presId="urn:microsoft.com/office/officeart/2018/2/layout/IconLabelList"/>
    <dgm:cxn modelId="{BFBE87D1-9623-49A8-8C25-4C9676D4ED6A}" type="presParOf" srcId="{C3F748CB-703B-42EA-BDEC-D455AE5CE774}" destId="{F9795F65-415E-4336-9224-E2964BEAB08C}" srcOrd="0" destOrd="0" presId="urn:microsoft.com/office/officeart/2018/2/layout/IconLabelList"/>
    <dgm:cxn modelId="{BA909466-33DF-4DF5-93CE-BBE8A6963C41}" type="presParOf" srcId="{C3F748CB-703B-42EA-BDEC-D455AE5CE774}" destId="{C6B31AB6-FD77-4E67-BBFB-9D5BB177BB19}" srcOrd="1" destOrd="0" presId="urn:microsoft.com/office/officeart/2018/2/layout/IconLabelList"/>
    <dgm:cxn modelId="{0BAFDD99-EB63-4F46-8932-5CF9D06308E7}" type="presParOf" srcId="{C3F748CB-703B-42EA-BDEC-D455AE5CE774}" destId="{CFFB84E1-97C1-4A2F-9E0B-10E65A63CFF7}" srcOrd="2" destOrd="0" presId="urn:microsoft.com/office/officeart/2018/2/layout/IconLabelList"/>
    <dgm:cxn modelId="{7683D374-E625-4E78-916B-BE57AB974DE3}" type="presParOf" srcId="{EC51ABEA-283F-4C33-B56D-706392A492E6}" destId="{BFC3D92D-AAB1-45B2-BB31-381BB82007B8}" srcOrd="3" destOrd="0" presId="urn:microsoft.com/office/officeart/2018/2/layout/IconLabelList"/>
    <dgm:cxn modelId="{FEA9824A-0D40-4704-B5CE-2F23711A00B9}" type="presParOf" srcId="{EC51ABEA-283F-4C33-B56D-706392A492E6}" destId="{F1430076-21CA-4C41-A90E-384F2C8C1F4C}" srcOrd="4" destOrd="0" presId="urn:microsoft.com/office/officeart/2018/2/layout/IconLabelList"/>
    <dgm:cxn modelId="{E90FF68D-8267-4C98-829F-B8D126876B44}" type="presParOf" srcId="{F1430076-21CA-4C41-A90E-384F2C8C1F4C}" destId="{449E4E36-5DB6-4AEB-90F0-F60216FE989A}" srcOrd="0" destOrd="0" presId="urn:microsoft.com/office/officeart/2018/2/layout/IconLabelList"/>
    <dgm:cxn modelId="{EDEA6266-856F-4410-B451-93E17C3CE42B}" type="presParOf" srcId="{F1430076-21CA-4C41-A90E-384F2C8C1F4C}" destId="{9BBC87BB-F0DA-4A54-82DA-E22C127FF638}" srcOrd="1" destOrd="0" presId="urn:microsoft.com/office/officeart/2018/2/layout/IconLabelList"/>
    <dgm:cxn modelId="{0947B171-2AA8-4905-AE5F-D5688AF9B7CC}" type="presParOf" srcId="{F1430076-21CA-4C41-A90E-384F2C8C1F4C}" destId="{EFF674CE-4EF5-4022-B6A3-3DEA3BEB8048}" srcOrd="2" destOrd="0" presId="urn:microsoft.com/office/officeart/2018/2/layout/IconLabelList"/>
    <dgm:cxn modelId="{BECAF03C-86F4-4E0C-A992-8FB138C5328E}" type="presParOf" srcId="{EC51ABEA-283F-4C33-B56D-706392A492E6}" destId="{A936B047-D527-4DEF-B26D-6B759CF491F4}" srcOrd="5" destOrd="0" presId="urn:microsoft.com/office/officeart/2018/2/layout/IconLabelList"/>
    <dgm:cxn modelId="{8B1C96DB-AE7B-454C-BB91-5F001B98E749}" type="presParOf" srcId="{EC51ABEA-283F-4C33-B56D-706392A492E6}" destId="{FAF1406D-5083-40DD-83CA-1E44721A4F26}" srcOrd="6" destOrd="0" presId="urn:microsoft.com/office/officeart/2018/2/layout/IconLabelList"/>
    <dgm:cxn modelId="{ACEA397F-EE90-4590-89BE-985C2B82D5F4}" type="presParOf" srcId="{FAF1406D-5083-40DD-83CA-1E44721A4F26}" destId="{3614F524-6621-4090-82F4-2C2AA9AAFD08}" srcOrd="0" destOrd="0" presId="urn:microsoft.com/office/officeart/2018/2/layout/IconLabelList"/>
    <dgm:cxn modelId="{2FA82432-14B9-4964-A131-546B9FAFCC19}" type="presParOf" srcId="{FAF1406D-5083-40DD-83CA-1E44721A4F26}" destId="{4777E3EC-052D-4498-A269-2201804543DD}" srcOrd="1" destOrd="0" presId="urn:microsoft.com/office/officeart/2018/2/layout/IconLabelList"/>
    <dgm:cxn modelId="{2FE7E0F4-F502-4B01-B78C-F1B9E391C2CA}" type="presParOf" srcId="{FAF1406D-5083-40DD-83CA-1E44721A4F26}" destId="{8E645147-5107-461F-A475-38839C916345}" srcOrd="2" destOrd="0" presId="urn:microsoft.com/office/officeart/2018/2/layout/IconLabelList"/>
    <dgm:cxn modelId="{70852029-4194-4B8D-86CD-36159DF4909A}" type="presParOf" srcId="{EC51ABEA-283F-4C33-B56D-706392A492E6}" destId="{68BBF8DA-4E6F-427A-8C91-4A214EB4E4CF}" srcOrd="7" destOrd="0" presId="urn:microsoft.com/office/officeart/2018/2/layout/IconLabelList"/>
    <dgm:cxn modelId="{1F8DA600-8A89-4636-9172-AE53C056A239}" type="presParOf" srcId="{EC51ABEA-283F-4C33-B56D-706392A492E6}" destId="{AD69B302-B049-4487-9B04-7451E319A506}" srcOrd="8" destOrd="0" presId="urn:microsoft.com/office/officeart/2018/2/layout/IconLabelList"/>
    <dgm:cxn modelId="{57863DE0-4221-4813-BD55-F1C60E4576A9}" type="presParOf" srcId="{AD69B302-B049-4487-9B04-7451E319A506}" destId="{EACF74E2-8C52-4B87-8D71-C943DB5F66AA}" srcOrd="0" destOrd="0" presId="urn:microsoft.com/office/officeart/2018/2/layout/IconLabelList"/>
    <dgm:cxn modelId="{05B61081-860B-4385-A1A3-FF5219F88B1F}" type="presParOf" srcId="{AD69B302-B049-4487-9B04-7451E319A506}" destId="{782633D9-85EE-4998-AAB4-018AEDA1125B}" srcOrd="1" destOrd="0" presId="urn:microsoft.com/office/officeart/2018/2/layout/IconLabelList"/>
    <dgm:cxn modelId="{585DC020-167A-4221-994D-054629DD2566}" type="presParOf" srcId="{AD69B302-B049-4487-9B04-7451E319A506}" destId="{5570A5CD-05F3-44DD-9E10-F26FB965F77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E06116-6EFD-49E1-B458-767B4853C221}">
      <dsp:nvSpPr>
        <dsp:cNvPr id="0" name=""/>
        <dsp:cNvSpPr/>
      </dsp:nvSpPr>
      <dsp:spPr>
        <a:xfrm>
          <a:off x="679050" y="578168"/>
          <a:ext cx="1887187" cy="188718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3353B-8827-41D4-B12E-4283327F13A7}">
      <dsp:nvSpPr>
        <dsp:cNvPr id="0" name=""/>
        <dsp:cNvSpPr/>
      </dsp:nvSpPr>
      <dsp:spPr>
        <a:xfrm>
          <a:off x="1081237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82479-FB70-48A7-A061-0B514F239DDA}">
      <dsp:nvSpPr>
        <dsp:cNvPr id="0" name=""/>
        <dsp:cNvSpPr/>
      </dsp:nvSpPr>
      <dsp:spPr>
        <a:xfrm>
          <a:off x="75768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/>
            <a:t>Install and Download SQL Server Express (2022,or 2025 (much preferred)) from Microsoft</a:t>
          </a:r>
          <a:endParaRPr lang="en-US" sz="1100" kern="1200"/>
        </a:p>
      </dsp:txBody>
      <dsp:txXfrm>
        <a:off x="75768" y="3053169"/>
        <a:ext cx="3093750" cy="720000"/>
      </dsp:txXfrm>
    </dsp:sp>
    <dsp:sp modelId="{9E6DC567-8739-414B-B9B1-EC4074705A47}">
      <dsp:nvSpPr>
        <dsp:cNvPr id="0" name=""/>
        <dsp:cNvSpPr/>
      </dsp:nvSpPr>
      <dsp:spPr>
        <a:xfrm>
          <a:off x="4314206" y="578168"/>
          <a:ext cx="1887187" cy="188718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52BD4A-0F54-4492-A008-2229299A1EB5}">
      <dsp:nvSpPr>
        <dsp:cNvPr id="0" name=""/>
        <dsp:cNvSpPr/>
      </dsp:nvSpPr>
      <dsp:spPr>
        <a:xfrm>
          <a:off x="4716393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A2CE9B-17BF-4ECD-9049-67BFCAD53838}">
      <dsp:nvSpPr>
        <dsp:cNvPr id="0" name=""/>
        <dsp:cNvSpPr/>
      </dsp:nvSpPr>
      <dsp:spPr>
        <a:xfrm>
          <a:off x="3710925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AU" sz="1100" kern="1200"/>
            <a:t>Files and sources from my repository: </a:t>
          </a:r>
          <a:endParaRPr lang="en-US" sz="1100" kern="1200"/>
        </a:p>
      </dsp:txBody>
      <dsp:txXfrm>
        <a:off x="3710925" y="3053169"/>
        <a:ext cx="3093750" cy="720000"/>
      </dsp:txXfrm>
    </dsp:sp>
    <dsp:sp modelId="{DE5D115F-97FA-4963-A761-A7DB371B3D10}">
      <dsp:nvSpPr>
        <dsp:cNvPr id="0" name=""/>
        <dsp:cNvSpPr/>
      </dsp:nvSpPr>
      <dsp:spPr>
        <a:xfrm>
          <a:off x="7949362" y="578168"/>
          <a:ext cx="1887187" cy="188718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6DB09-9BBF-40CE-B298-30A5B8AF4B5E}">
      <dsp:nvSpPr>
        <dsp:cNvPr id="0" name=""/>
        <dsp:cNvSpPr/>
      </dsp:nvSpPr>
      <dsp:spPr>
        <a:xfrm>
          <a:off x="8351550" y="980356"/>
          <a:ext cx="1082812" cy="10828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CD49B5-7BD2-4508-A5C6-2097C861DBC3}">
      <dsp:nvSpPr>
        <dsp:cNvPr id="0" name=""/>
        <dsp:cNvSpPr/>
      </dsp:nvSpPr>
      <dsp:spPr>
        <a:xfrm>
          <a:off x="7346081" y="3053169"/>
          <a:ext cx="3093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>
              <a:hlinkClick xmlns:r="http://schemas.openxmlformats.org/officeDocument/2006/relationships" r:id="rId7"/>
            </a:rPr>
            <a:t>Main-Stuff/DA Bootcamp 2026 Emergi Mentors/Week 2 SQL Mastery/Module 2 SQL for Business Analytics Beginner Projects at main · Mikele02171/Main-Stuff</a:t>
          </a:r>
          <a:endParaRPr lang="en-US" sz="1100" kern="1200"/>
        </a:p>
      </dsp:txBody>
      <dsp:txXfrm>
        <a:off x="7346081" y="3053169"/>
        <a:ext cx="3093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E8CF3-973E-4A76-9BE6-301FEC470A3A}">
      <dsp:nvSpPr>
        <dsp:cNvPr id="0" name=""/>
        <dsp:cNvSpPr/>
      </dsp:nvSpPr>
      <dsp:spPr>
        <a:xfrm>
          <a:off x="82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49E6E-6ABC-40B8-B735-10B16508DFBE}">
      <dsp:nvSpPr>
        <dsp:cNvPr id="0" name=""/>
        <dsp:cNvSpPr/>
      </dsp:nvSpPr>
      <dsp:spPr>
        <a:xfrm>
          <a:off x="33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Which Stores do we have in Victoria?</a:t>
          </a:r>
          <a:endParaRPr lang="en-US" sz="1700" kern="1200"/>
        </a:p>
      </dsp:txBody>
      <dsp:txXfrm>
        <a:off x="333914" y="2276522"/>
        <a:ext cx="1800000" cy="720000"/>
      </dsp:txXfrm>
    </dsp:sp>
    <dsp:sp modelId="{F9795F65-415E-4336-9224-E2964BEAB08C}">
      <dsp:nvSpPr>
        <dsp:cNvPr id="0" name=""/>
        <dsp:cNvSpPr/>
      </dsp:nvSpPr>
      <dsp:spPr>
        <a:xfrm>
          <a:off x="294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B84E1-97C1-4A2F-9E0B-10E65A63CFF7}">
      <dsp:nvSpPr>
        <dsp:cNvPr id="0" name=""/>
        <dsp:cNvSpPr/>
      </dsp:nvSpPr>
      <dsp:spPr>
        <a:xfrm>
          <a:off x="244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List all premium products priced over $500</a:t>
          </a:r>
          <a:endParaRPr lang="en-US" sz="1700" kern="1200"/>
        </a:p>
      </dsp:txBody>
      <dsp:txXfrm>
        <a:off x="2448914" y="2276522"/>
        <a:ext cx="1800000" cy="720000"/>
      </dsp:txXfrm>
    </dsp:sp>
    <dsp:sp modelId="{449E4E36-5DB6-4AEB-90F0-F60216FE989A}">
      <dsp:nvSpPr>
        <dsp:cNvPr id="0" name=""/>
        <dsp:cNvSpPr/>
      </dsp:nvSpPr>
      <dsp:spPr>
        <a:xfrm>
          <a:off x="505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F674CE-4EF5-4022-B6A3-3DEA3BEB8048}">
      <dsp:nvSpPr>
        <dsp:cNvPr id="0" name=""/>
        <dsp:cNvSpPr/>
      </dsp:nvSpPr>
      <dsp:spPr>
        <a:xfrm>
          <a:off x="456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Transaction volume for December 3</a:t>
          </a:r>
          <a:endParaRPr lang="en-US" sz="1700" kern="1200"/>
        </a:p>
      </dsp:txBody>
      <dsp:txXfrm>
        <a:off x="4563914" y="2276522"/>
        <a:ext cx="1800000" cy="720000"/>
      </dsp:txXfrm>
    </dsp:sp>
    <dsp:sp modelId="{3614F524-6621-4090-82F4-2C2AA9AAFD08}">
      <dsp:nvSpPr>
        <dsp:cNvPr id="0" name=""/>
        <dsp:cNvSpPr/>
      </dsp:nvSpPr>
      <dsp:spPr>
        <a:xfrm>
          <a:off x="7173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45147-5107-461F-A475-38839C916345}">
      <dsp:nvSpPr>
        <dsp:cNvPr id="0" name=""/>
        <dsp:cNvSpPr/>
      </dsp:nvSpPr>
      <dsp:spPr>
        <a:xfrm>
          <a:off x="6678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Top-selling products this week?</a:t>
          </a:r>
          <a:endParaRPr lang="en-US" sz="1700" kern="1200"/>
        </a:p>
      </dsp:txBody>
      <dsp:txXfrm>
        <a:off x="6678914" y="2276522"/>
        <a:ext cx="1800000" cy="720000"/>
      </dsp:txXfrm>
    </dsp:sp>
    <dsp:sp modelId="{EACF74E2-8C52-4B87-8D71-C943DB5F66AA}">
      <dsp:nvSpPr>
        <dsp:cNvPr id="0" name=""/>
        <dsp:cNvSpPr/>
      </dsp:nvSpPr>
      <dsp:spPr>
        <a:xfrm>
          <a:off x="9288914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0A5CD-05F3-44DD-9E10-F26FB965F773}">
      <dsp:nvSpPr>
        <dsp:cNvPr id="0" name=""/>
        <dsp:cNvSpPr/>
      </dsp:nvSpPr>
      <dsp:spPr>
        <a:xfrm>
          <a:off x="8793914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700" kern="1200"/>
            <a:t>Store Performance Dashboard</a:t>
          </a:r>
          <a:endParaRPr lang="en-US" sz="1700" kern="1200"/>
        </a:p>
      </dsp:txBody>
      <dsp:txXfrm>
        <a:off x="8793914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F646A-7717-1521-044B-4241533E5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EDED66-2ADD-1F09-F90C-CB527216A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CE459-0A06-FF64-7C53-F4A7E19F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D18A8-7A02-981D-B67C-8F5F02632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168C4-D5A7-E79E-2C45-F4087D5B1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79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C9021-F977-AA62-D5BE-526DED356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F5588-491B-BA93-1A7F-AB075D652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4F3FB-298C-C764-AD51-E2FB198B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ADC4E-5877-40FB-25CB-044701CAB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E0918-CD2F-2AA2-4578-CA111B34E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8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20F28-2CF0-AD58-019E-7A40C82B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88AA5-97C4-415B-76D3-7435F732A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C6212-481D-1545-1E36-1BFBEFA6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05D32-763E-D31F-597D-7B4675D45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753BD-859E-4E5E-0756-B711F1AA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4634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3AFC1-5218-2583-A58C-FAF1B2A3E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FC05E-7E31-AEAF-C012-C7B425393F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E095B-DD98-6ED3-1B49-3813B6360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4A2EC-063F-56E0-EE3D-C381938FE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6876A-32F6-6441-1B22-277A832DB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75332D-3811-411F-EF13-98366384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737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79C36-EAFD-64A7-720C-5F918B469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610E5-6840-C2A6-B4BF-8751854DE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9BAC2-9352-E23A-47AD-85456D60A2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2FEF6-AA44-3A27-361F-F82A3A6F9E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29F96-B228-E47F-314B-328A1BF89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0E0C4-4436-40C4-2DF5-28412A328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649BE-9281-82F3-D550-D142D090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4E4FBD-96F0-46D7-9826-513DB88D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797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7202F-9DDA-6833-260A-C212688EC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647FF-8F53-4CCD-01BD-B45838C6E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4D82F-7D7D-1685-BF6B-E94B66507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73E7F-7479-A4AF-B7A1-378AD57C6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413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21C01A-E479-F987-9482-28186AAFC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19FE4C-80CC-C6F1-FF03-660B02C3D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F314BC-CFCD-8B73-1736-3047DC3E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103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74DC6-151C-0889-3CD8-4C0988E01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85176-B075-F96E-B1DE-4BD7EB235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DBCF05-F660-9EC3-3F28-2B26DDC474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94EAF6-EC47-DFC3-320A-E478C25D0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0C0A3-0C5C-99CC-8C52-25912493D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943BD-7C2E-7132-7035-47F4B786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931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1F20B-8663-A1CE-6FA6-E109FBADC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6B8EA5-A216-A7AA-7654-4102EE0E2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8B1A53-5367-EE46-C7C4-1E9CBDE8D9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E1AEB-DD85-7560-EFD2-BEA83EE52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39B80-F9A6-67B2-1DDF-27A95F31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E8535-3C28-26C0-967C-1B5FD065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752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4182-64B4-5AB8-6510-6A0A7F30D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A8030-6FB0-2939-AA94-A906B63DB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3FD9-2A2E-544B-9F95-0B2AF657E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4DC7B-91E8-EBAE-1529-3EDBC0E27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4984-5DBC-BC15-F910-B9F36694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7631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F41678-F451-5B86-36F1-0E078EC70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53977A-FA1F-3E26-4277-7D71B3369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5E8A2B-5393-05F6-3E2B-0B06BEEBA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5C31A-5B8B-682C-2D7C-D8C74D225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851FD-338F-2ED8-E0EB-D88C35666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666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EA9303-1FC7-72B3-2B86-711F20B96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7DD66-BF96-DA84-632A-AB102D4DD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4CAB-6BC6-9860-1B2A-601F9AF2AC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859F3-24E2-4209-9BD2-43E7B21BB310}" type="datetimeFigureOut">
              <a:rPr lang="en-AU" smtClean="0"/>
              <a:t>17/03/2026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999654-619F-9D5E-DF12-AC1BF782C0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3045B-EC5D-BEF5-D902-399D2F3B21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07DFB-C964-4DCC-B7B1-C130AFE4798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9714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27B82A-D02D-BD93-0F65-4057F69CD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AU" dirty="0" err="1"/>
              <a:t>AusRetail</a:t>
            </a:r>
            <a:r>
              <a:rPr lang="en-AU" dirty="0"/>
              <a:t> SQL Project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59480F-EDB1-17F6-07B4-2DCFCA87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r>
              <a:rPr lang="en-AU" dirty="0"/>
              <a:t>Michael Le 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8832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531D1-799B-60D2-0953-A28C797FA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AU">
                <a:solidFill>
                  <a:srgbClr val="FFFFFF"/>
                </a:solidFill>
              </a:rPr>
              <a:t>Requirements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EBE8F3B-80E5-846D-9856-94FF36BD8B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558478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389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D11232-C91C-1D8E-1AFC-8AC71155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AU" sz="4000">
                <a:solidFill>
                  <a:srgbClr val="FFFFFF"/>
                </a:solidFill>
              </a:rPr>
              <a:t>Business Questions 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0EF651-51CD-B08D-6FDF-4B11A2DFF7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614423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29667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D30887-5EC9-E2C6-D6E1-1C8D2876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3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en-AU" sz="4000">
                <a:solidFill>
                  <a:schemeClr val="bg1"/>
                </a:solidFill>
              </a:rPr>
              <a:t>Which Stores do we have in Victoria?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E62A08-20E0-80F0-9C81-43ED27C7E3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024" y="1441855"/>
            <a:ext cx="5260976" cy="455446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71E22-F825-3864-5F06-15F66403F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1824" y="3146400"/>
            <a:ext cx="4391025" cy="2454300"/>
          </a:xfrm>
        </p:spPr>
        <p:txBody>
          <a:bodyPr>
            <a:normAutofit/>
          </a:bodyPr>
          <a:lstStyle/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SELECT 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    store_name,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    suburb,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    manager_name,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    postcode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FROM stores</a:t>
            </a:r>
          </a:p>
          <a:p>
            <a:r>
              <a:rPr lang="en-AU" sz="1500">
                <a:solidFill>
                  <a:schemeClr val="bg1">
                    <a:alpha val="80000"/>
                  </a:schemeClr>
                </a:solidFill>
              </a:rPr>
              <a:t>WHERE state = 'VIC';</a:t>
            </a:r>
          </a:p>
          <a:p>
            <a:endParaRPr lang="en-AU" sz="1500">
              <a:solidFill>
                <a:schemeClr val="bg1">
                  <a:alpha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719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CE4904-FBD7-4A3D-6552-F8D22AB2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AU" dirty="0"/>
              <a:t>List all premium products priced over $500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2F323-BAE0-76B9-5C44-24DA92403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AU" sz="1700"/>
              <a:t>SELECT </a:t>
            </a:r>
          </a:p>
          <a:p>
            <a:r>
              <a:rPr lang="en-AU" sz="1700"/>
              <a:t>    product_name,</a:t>
            </a:r>
          </a:p>
          <a:p>
            <a:r>
              <a:rPr lang="en-AU" sz="1700"/>
              <a:t>    category,</a:t>
            </a:r>
          </a:p>
          <a:p>
            <a:r>
              <a:rPr lang="en-AU" sz="1700"/>
              <a:t>    unit_price,</a:t>
            </a:r>
          </a:p>
          <a:p>
            <a:r>
              <a:rPr lang="en-AU" sz="1700"/>
              <a:t>    unit_cost,</a:t>
            </a:r>
          </a:p>
          <a:p>
            <a:r>
              <a:rPr lang="en-US" sz="1700"/>
              <a:t>    (unit_price - unit_cost) AS profit_margin</a:t>
            </a:r>
          </a:p>
          <a:p>
            <a:r>
              <a:rPr lang="en-AU" sz="1700"/>
              <a:t>FROM products</a:t>
            </a:r>
          </a:p>
          <a:p>
            <a:r>
              <a:rPr lang="en-AU" sz="1700"/>
              <a:t>WHERE unit_price &gt; 500</a:t>
            </a:r>
          </a:p>
          <a:p>
            <a:r>
              <a:rPr lang="en-US" sz="1700"/>
              <a:t>ORDER BY unit_price DESC;</a:t>
            </a:r>
            <a:endParaRPr lang="en-AU" sz="1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30E275-A4C5-4D7C-02AD-B3EC5FB4A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3481205"/>
            <a:ext cx="5150277" cy="172034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F9261-1035-C968-EEC5-9E35C823B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Transaction volume for December 3</a:t>
            </a:r>
            <a:br>
              <a:rPr lang="en-AU"/>
            </a:b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0EACC-3309-867A-EF70-D3584060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SELECT </a:t>
            </a:r>
          </a:p>
          <a:p>
            <a:r>
              <a:rPr lang="en-AU"/>
              <a:t>    COUNT(*) AS total_transactions,</a:t>
            </a:r>
          </a:p>
          <a:p>
            <a:r>
              <a:rPr lang="en-US"/>
              <a:t>    SUM(amount) AS total_revenue,</a:t>
            </a:r>
          </a:p>
          <a:p>
            <a:r>
              <a:rPr lang="en-US"/>
              <a:t>    AVG(amount) AS average_transaction_value</a:t>
            </a:r>
          </a:p>
          <a:p>
            <a:r>
              <a:rPr lang="en-AU"/>
              <a:t>FROM transactions</a:t>
            </a:r>
          </a:p>
          <a:p>
            <a:r>
              <a:rPr lang="en-AU"/>
              <a:t>WHERE transaction_date = '2024-12-03';</a:t>
            </a:r>
            <a:endParaRPr lang="en-AU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5885BF-FAAB-E8D8-85B5-1FC1B2EF5C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047" y="4968239"/>
            <a:ext cx="7846053" cy="110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24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61E25-7D4A-6C69-CED2-4FBF91E5D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5035" y="425469"/>
            <a:ext cx="4786138" cy="1663995"/>
          </a:xfrm>
        </p:spPr>
        <p:txBody>
          <a:bodyPr anchor="t">
            <a:normAutofit/>
          </a:bodyPr>
          <a:lstStyle/>
          <a:p>
            <a:pPr algn="ctr"/>
            <a:r>
              <a:rPr lang="en-A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Top-selling products this week?</a:t>
            </a:r>
            <a:br>
              <a:rPr lang="en-AU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</a:br>
            <a:endParaRPr lang="en-AU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96AF2-4F7C-303D-264D-BB87B38B79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209" y="3070757"/>
            <a:ext cx="4775791" cy="107528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CD908-1318-41EB-DD84-7AE5BCB3F4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814" y="818707"/>
            <a:ext cx="3131288" cy="5310963"/>
          </a:xfrm>
        </p:spPr>
        <p:txBody>
          <a:bodyPr anchor="ctr">
            <a:normAutofit/>
          </a:bodyPr>
          <a:lstStyle/>
          <a:p>
            <a:r>
              <a:rPr lang="en-AU" sz="1400">
                <a:solidFill>
                  <a:srgbClr val="595959"/>
                </a:solidFill>
              </a:rPr>
              <a:t>SELECT </a:t>
            </a:r>
          </a:p>
          <a:p>
            <a:r>
              <a:rPr lang="en-AU" sz="1400">
                <a:solidFill>
                  <a:srgbClr val="595959"/>
                </a:solidFill>
              </a:rPr>
              <a:t>    p.product_name,</a:t>
            </a:r>
          </a:p>
          <a:p>
            <a:r>
              <a:rPr lang="en-AU" sz="1400">
                <a:solidFill>
                  <a:srgbClr val="595959"/>
                </a:solidFill>
              </a:rPr>
              <a:t>    p.category,</a:t>
            </a:r>
          </a:p>
          <a:p>
            <a:r>
              <a:rPr lang="en-US" sz="1400">
                <a:solidFill>
                  <a:srgbClr val="595959"/>
                </a:solidFill>
              </a:rPr>
              <a:t>    COUNT(t.transaction_id) AS times_sold,</a:t>
            </a:r>
          </a:p>
          <a:p>
            <a:r>
              <a:rPr lang="en-US" sz="1400">
                <a:solidFill>
                  <a:srgbClr val="595959"/>
                </a:solidFill>
              </a:rPr>
              <a:t>    SUM(t.quantity) AS total_units_sold,</a:t>
            </a:r>
          </a:p>
          <a:p>
            <a:r>
              <a:rPr lang="en-US" sz="1400">
                <a:solidFill>
                  <a:srgbClr val="595959"/>
                </a:solidFill>
              </a:rPr>
              <a:t>    SUM(t.amount) AS total_revenue</a:t>
            </a:r>
          </a:p>
          <a:p>
            <a:r>
              <a:rPr lang="en-AU" sz="1400">
                <a:solidFill>
                  <a:srgbClr val="595959"/>
                </a:solidFill>
              </a:rPr>
              <a:t>FROM transactions t</a:t>
            </a:r>
          </a:p>
          <a:p>
            <a:r>
              <a:rPr lang="en-US" sz="1400">
                <a:solidFill>
                  <a:srgbClr val="595959"/>
                </a:solidFill>
              </a:rPr>
              <a:t>JOIN products p ON t.product_id = p.product_id</a:t>
            </a:r>
          </a:p>
          <a:p>
            <a:r>
              <a:rPr lang="en-US" sz="1400">
                <a:solidFill>
                  <a:srgbClr val="595959"/>
                </a:solidFill>
              </a:rPr>
              <a:t>WHERE t.transaction_date &gt;= '2024-12-01'  -- This week (Dec 1-7)</a:t>
            </a:r>
          </a:p>
          <a:p>
            <a:r>
              <a:rPr lang="en-US" sz="1400">
                <a:solidFill>
                  <a:srgbClr val="595959"/>
                </a:solidFill>
              </a:rPr>
              <a:t>  AND t.transaction_date &lt; '2024-12-08'</a:t>
            </a:r>
          </a:p>
          <a:p>
            <a:r>
              <a:rPr lang="en-US" sz="1400">
                <a:solidFill>
                  <a:srgbClr val="595959"/>
                </a:solidFill>
              </a:rPr>
              <a:t>GROUP BY p.product_name, p.category</a:t>
            </a:r>
          </a:p>
          <a:p>
            <a:r>
              <a:rPr lang="en-US" sz="1400">
                <a:solidFill>
                  <a:srgbClr val="595959"/>
                </a:solidFill>
              </a:rPr>
              <a:t>ORDER BY total_revenue DESC;</a:t>
            </a:r>
            <a:endParaRPr lang="en-AU" sz="14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81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FA2666-2196-2DA6-1E61-C4135F0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393361" cy="1325563"/>
          </a:xfrm>
        </p:spPr>
        <p:txBody>
          <a:bodyPr>
            <a:normAutofit/>
          </a:bodyPr>
          <a:lstStyle/>
          <a:p>
            <a:r>
              <a:rPr lang="en-AU" sz="3100"/>
              <a:t>Store Performance Dashboard</a:t>
            </a:r>
            <a:br>
              <a:rPr lang="en-AU" sz="3100"/>
            </a:br>
            <a:endParaRPr lang="en-AU" sz="310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982F3ACE-944B-3797-28B4-9BCE1D6BD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r>
              <a:rPr lang="en-AU" sz="1300"/>
              <a:t>SELECT </a:t>
            </a:r>
          </a:p>
          <a:p>
            <a:r>
              <a:rPr lang="en-AU" sz="1300"/>
              <a:t>    s.state,</a:t>
            </a:r>
          </a:p>
          <a:p>
            <a:r>
              <a:rPr lang="en-AU" sz="1300"/>
              <a:t>    s.store_name,</a:t>
            </a:r>
          </a:p>
          <a:p>
            <a:r>
              <a:rPr lang="en-AU" sz="1300"/>
              <a:t>    s.suburb,</a:t>
            </a:r>
          </a:p>
          <a:p>
            <a:r>
              <a:rPr lang="en-US" sz="1300"/>
              <a:t>    COUNT(t.transaction_id) AS total_transactions,</a:t>
            </a:r>
          </a:p>
          <a:p>
            <a:r>
              <a:rPr lang="en-US" sz="1300"/>
              <a:t>    SUM(t.amount) AS total_revenue,</a:t>
            </a:r>
          </a:p>
          <a:p>
            <a:r>
              <a:rPr lang="en-US" sz="1300"/>
              <a:t>    AVG(t.amount) AS avg_transaction_value,</a:t>
            </a:r>
          </a:p>
          <a:p>
            <a:r>
              <a:rPr lang="en-AU" sz="1300"/>
              <a:t>    MAX(t.transaction_date) AS last_transaction_date</a:t>
            </a:r>
          </a:p>
          <a:p>
            <a:r>
              <a:rPr lang="en-AU" sz="1300"/>
              <a:t>FROM stores s</a:t>
            </a:r>
          </a:p>
          <a:p>
            <a:r>
              <a:rPr lang="en-AU" sz="1300"/>
              <a:t>LEFT JOIN transactions t ON s.store_id = t.store_id</a:t>
            </a:r>
          </a:p>
          <a:p>
            <a:r>
              <a:rPr lang="en-AU" sz="1300"/>
              <a:t>WHERE t.transaction_date &gt;= '2024-10-01'  -- Q4 2024</a:t>
            </a:r>
          </a:p>
          <a:p>
            <a:r>
              <a:rPr lang="en-US" sz="1300"/>
              <a:t>  AND t.transaction_date &lt; '2025-01-01'</a:t>
            </a:r>
          </a:p>
          <a:p>
            <a:r>
              <a:rPr lang="en-US" sz="1300"/>
              <a:t>GROUP BY s.state, s.store_name, s.suburb</a:t>
            </a:r>
          </a:p>
          <a:p>
            <a:r>
              <a:rPr lang="en-US" sz="1300"/>
              <a:t>ORDER BY total_revenue DESC;</a:t>
            </a:r>
            <a:endParaRPr lang="en-AU" sz="13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24F63-3ED6-38F4-FB99-EB9A5D2B9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1103" y="1809579"/>
            <a:ext cx="7019916" cy="1614379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233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480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AusRetail SQL Project</vt:lpstr>
      <vt:lpstr>Requirements</vt:lpstr>
      <vt:lpstr>Business Questions  </vt:lpstr>
      <vt:lpstr>Which Stores do we have in Victoria?</vt:lpstr>
      <vt:lpstr>List all premium products priced over $500</vt:lpstr>
      <vt:lpstr>Transaction volume for December 3 </vt:lpstr>
      <vt:lpstr>Top-selling products this week? </vt:lpstr>
      <vt:lpstr>Store Performance Dashboard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LE</dc:creator>
  <cp:lastModifiedBy>MICHAEL LE</cp:lastModifiedBy>
  <cp:revision>4</cp:revision>
  <dcterms:created xsi:type="dcterms:W3CDTF">2026-03-16T16:39:55Z</dcterms:created>
  <dcterms:modified xsi:type="dcterms:W3CDTF">2026-03-16T17:29:31Z</dcterms:modified>
</cp:coreProperties>
</file>