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hyperlink" Target="https://github.com/Mikele02171/Main-Stuff/tree/main/DA%20Bootcamp%202026%20Emergi%20Mentors/Week%202%20SQL%20Mastery/Module%202%20SQL%20for%20Business%20Analytics%20Beginner%20Projects/Telstra_Telecom_Churn_Analysis" TargetMode="Externa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github.com/Mikele02171/Main-Stuff/tree/main/DA%20Bootcamp%202026%20Emergi%20Mentors/Week%202%20SQL%20Mastery/Module%202%20SQL%20for%20Business%20Analytics%20Beginner%20Projects/Telstra_Telecom_Churn_Analysis" TargetMode="External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EADC8-57D0-42AB-9186-7EC204963A9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C33F76-3D70-4B11-80F0-84B084E1D71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AU" sz="1200" dirty="0"/>
            <a:t>Install and Download SQL Server Express (2022,or 2025 (much preferred)) from Microsoft</a:t>
          </a:r>
          <a:endParaRPr lang="en-US" sz="1200" dirty="0"/>
        </a:p>
      </dgm:t>
    </dgm:pt>
    <dgm:pt modelId="{839A3900-C8D4-43B0-BB2E-7F6DDBEBCE51}" type="parTrans" cxnId="{AC39D355-2FAB-4206-87B3-094B888393A8}">
      <dgm:prSet/>
      <dgm:spPr/>
      <dgm:t>
        <a:bodyPr/>
        <a:lstStyle/>
        <a:p>
          <a:endParaRPr lang="en-US"/>
        </a:p>
      </dgm:t>
    </dgm:pt>
    <dgm:pt modelId="{C4062C67-7DA8-4541-82B0-22989C32C653}" type="sibTrans" cxnId="{AC39D355-2FAB-4206-87B3-094B888393A8}">
      <dgm:prSet/>
      <dgm:spPr/>
      <dgm:t>
        <a:bodyPr/>
        <a:lstStyle/>
        <a:p>
          <a:endParaRPr lang="en-US"/>
        </a:p>
      </dgm:t>
    </dgm:pt>
    <dgm:pt modelId="{34F193AB-67D7-4756-9D40-78E054E96E52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b="1" dirty="0">
              <a:solidFill>
                <a:schemeClr val="tx1"/>
              </a:solidFill>
            </a:rPr>
            <a:t>Files and sources from my repository: </a:t>
          </a:r>
          <a:endParaRPr lang="en-US" b="1" dirty="0">
            <a:solidFill>
              <a:schemeClr val="tx1"/>
            </a:solidFill>
          </a:endParaRPr>
        </a:p>
      </dgm:t>
    </dgm:pt>
    <dgm:pt modelId="{C3A83794-7937-4FAF-B048-8CFA05527798}" type="parTrans" cxnId="{BB4912AE-61CB-45F9-9D0B-58D570550D59}">
      <dgm:prSet/>
      <dgm:spPr/>
      <dgm:t>
        <a:bodyPr/>
        <a:lstStyle/>
        <a:p>
          <a:endParaRPr lang="en-US"/>
        </a:p>
      </dgm:t>
    </dgm:pt>
    <dgm:pt modelId="{EED8082F-719D-4844-AD66-AD823CF67E89}" type="sibTrans" cxnId="{BB4912AE-61CB-45F9-9D0B-58D570550D59}">
      <dgm:prSet/>
      <dgm:spPr/>
      <dgm:t>
        <a:bodyPr/>
        <a:lstStyle/>
        <a:p>
          <a:endParaRPr lang="en-US"/>
        </a:p>
      </dgm:t>
    </dgm:pt>
    <dgm:pt modelId="{26AEFD03-D657-4F3C-8BB9-5541B90D4C9A}">
      <dgm:prSet/>
      <dgm:spPr/>
      <dgm:t>
        <a:bodyPr/>
        <a:lstStyle/>
        <a:p>
          <a:pPr>
            <a:lnSpc>
              <a:spcPct val="100000"/>
            </a:lnSpc>
          </a:pPr>
          <a:r>
            <a:rPr lang="en-AU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Main-Stuff/DA Bootcamp 2026 </a:t>
          </a:r>
          <a:r>
            <a:rPr lang="en-AU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Emergi</a:t>
          </a:r>
          <a:r>
            <a:rPr lang="en-AU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Mentors/Week 2 SQL Mastery/Module 2 SQL for Business Analytics Beginner Projects/</a:t>
          </a:r>
          <a:r>
            <a:rPr lang="en-AU" dirty="0" err="1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Telstra_Telecom_Churn_Analysis</a:t>
          </a:r>
          <a:r>
            <a:rPr lang="en-AU" dirty="0">
              <a:solidFill>
                <a:schemeClr val="tx1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at main · Mikele02171/Main-Stuff</a:t>
          </a:r>
          <a:endParaRPr lang="en-US" dirty="0">
            <a:solidFill>
              <a:schemeClr val="tx1"/>
            </a:solidFill>
          </a:endParaRPr>
        </a:p>
      </dgm:t>
    </dgm:pt>
    <dgm:pt modelId="{F1E8CA12-9666-477A-B62C-8659BD03BDBC}" type="parTrans" cxnId="{3AB66282-8B89-4FBA-99BF-F5CF6F28EAE1}">
      <dgm:prSet/>
      <dgm:spPr/>
      <dgm:t>
        <a:bodyPr/>
        <a:lstStyle/>
        <a:p>
          <a:endParaRPr lang="en-US"/>
        </a:p>
      </dgm:t>
    </dgm:pt>
    <dgm:pt modelId="{8AD2409D-B376-4978-B40B-4CF167CBDD6E}" type="sibTrans" cxnId="{3AB66282-8B89-4FBA-99BF-F5CF6F28EAE1}">
      <dgm:prSet/>
      <dgm:spPr/>
      <dgm:t>
        <a:bodyPr/>
        <a:lstStyle/>
        <a:p>
          <a:endParaRPr lang="en-US"/>
        </a:p>
      </dgm:t>
    </dgm:pt>
    <dgm:pt modelId="{AAC4A40C-362E-4E72-A993-A059AA1EDD31}" type="pres">
      <dgm:prSet presAssocID="{575EADC8-57D0-42AB-9186-7EC204963A93}" presName="root" presStyleCnt="0">
        <dgm:presLayoutVars>
          <dgm:dir/>
          <dgm:resizeHandles val="exact"/>
        </dgm:presLayoutVars>
      </dgm:prSet>
      <dgm:spPr/>
    </dgm:pt>
    <dgm:pt modelId="{B4D5E328-5B52-4ABC-8892-A52C8F1AF75A}" type="pres">
      <dgm:prSet presAssocID="{43C33F76-3D70-4B11-80F0-84B084E1D71A}" presName="compNode" presStyleCnt="0"/>
      <dgm:spPr/>
    </dgm:pt>
    <dgm:pt modelId="{87596383-4D59-43A0-92D3-987C569AA954}" type="pres">
      <dgm:prSet presAssocID="{43C33F76-3D70-4B11-80F0-84B084E1D71A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7D0FCC5B-185C-4BCC-80EC-612CFEC186D5}" type="pres">
      <dgm:prSet presAssocID="{43C33F76-3D70-4B11-80F0-84B084E1D71A}" presName="spaceRect" presStyleCnt="0"/>
      <dgm:spPr/>
    </dgm:pt>
    <dgm:pt modelId="{84DFB61A-4F72-4364-B3B3-583C6D92CDFC}" type="pres">
      <dgm:prSet presAssocID="{43C33F76-3D70-4B11-80F0-84B084E1D71A}" presName="textRect" presStyleLbl="revTx" presStyleIdx="0" presStyleCnt="3">
        <dgm:presLayoutVars>
          <dgm:chMax val="1"/>
          <dgm:chPref val="1"/>
        </dgm:presLayoutVars>
      </dgm:prSet>
      <dgm:spPr/>
    </dgm:pt>
    <dgm:pt modelId="{59E9F9DD-BFB2-43DC-9853-0F87EA4BA5C6}" type="pres">
      <dgm:prSet presAssocID="{C4062C67-7DA8-4541-82B0-22989C32C653}" presName="sibTrans" presStyleCnt="0"/>
      <dgm:spPr/>
    </dgm:pt>
    <dgm:pt modelId="{7097866B-E68E-45A9-A65D-AEEAF165D75E}" type="pres">
      <dgm:prSet presAssocID="{34F193AB-67D7-4756-9D40-78E054E96E52}" presName="compNode" presStyleCnt="0"/>
      <dgm:spPr/>
    </dgm:pt>
    <dgm:pt modelId="{76D98688-242E-4601-92F7-014494BED513}" type="pres">
      <dgm:prSet presAssocID="{34F193AB-67D7-4756-9D40-78E054E96E52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E9EF951-DA63-4BA4-B97E-B8009527DE25}" type="pres">
      <dgm:prSet presAssocID="{34F193AB-67D7-4756-9D40-78E054E96E52}" presName="spaceRect" presStyleCnt="0"/>
      <dgm:spPr/>
    </dgm:pt>
    <dgm:pt modelId="{052CAD20-4F30-4FD5-8282-32F820B38E6A}" type="pres">
      <dgm:prSet presAssocID="{34F193AB-67D7-4756-9D40-78E054E96E52}" presName="textRect" presStyleLbl="revTx" presStyleIdx="1" presStyleCnt="3">
        <dgm:presLayoutVars>
          <dgm:chMax val="1"/>
          <dgm:chPref val="1"/>
        </dgm:presLayoutVars>
      </dgm:prSet>
      <dgm:spPr/>
    </dgm:pt>
    <dgm:pt modelId="{7D3534FE-8BFE-4B79-9DD0-F46710AFAC7F}" type="pres">
      <dgm:prSet presAssocID="{EED8082F-719D-4844-AD66-AD823CF67E89}" presName="sibTrans" presStyleCnt="0"/>
      <dgm:spPr/>
    </dgm:pt>
    <dgm:pt modelId="{285DA802-079C-4257-9DD8-4433516C6FB2}" type="pres">
      <dgm:prSet presAssocID="{26AEFD03-D657-4F3C-8BB9-5541B90D4C9A}" presName="compNode" presStyleCnt="0"/>
      <dgm:spPr/>
    </dgm:pt>
    <dgm:pt modelId="{91FC0951-73EA-4668-B2BE-91930015E203}" type="pres">
      <dgm:prSet presAssocID="{26AEFD03-D657-4F3C-8BB9-5541B90D4C9A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796D212-B9F3-45B1-B907-59C7CD80DC57}" type="pres">
      <dgm:prSet presAssocID="{26AEFD03-D657-4F3C-8BB9-5541B90D4C9A}" presName="spaceRect" presStyleCnt="0"/>
      <dgm:spPr/>
    </dgm:pt>
    <dgm:pt modelId="{E905FAB9-80AA-4185-8D1A-98CE80BAFBFD}" type="pres">
      <dgm:prSet presAssocID="{26AEFD03-D657-4F3C-8BB9-5541B90D4C9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7221C1F-D6B2-4E15-8709-7074467265CE}" type="presOf" srcId="{26AEFD03-D657-4F3C-8BB9-5541B90D4C9A}" destId="{E905FAB9-80AA-4185-8D1A-98CE80BAFBFD}" srcOrd="0" destOrd="0" presId="urn:microsoft.com/office/officeart/2018/2/layout/IconLabelList"/>
    <dgm:cxn modelId="{A130652C-3A1D-4071-B234-E4B159C183CD}" type="presOf" srcId="{575EADC8-57D0-42AB-9186-7EC204963A93}" destId="{AAC4A40C-362E-4E72-A993-A059AA1EDD31}" srcOrd="0" destOrd="0" presId="urn:microsoft.com/office/officeart/2018/2/layout/IconLabelList"/>
    <dgm:cxn modelId="{A39BE636-54F2-4329-A3E5-DE8324576181}" type="presOf" srcId="{43C33F76-3D70-4B11-80F0-84B084E1D71A}" destId="{84DFB61A-4F72-4364-B3B3-583C6D92CDFC}" srcOrd="0" destOrd="0" presId="urn:microsoft.com/office/officeart/2018/2/layout/IconLabelList"/>
    <dgm:cxn modelId="{AC39D355-2FAB-4206-87B3-094B888393A8}" srcId="{575EADC8-57D0-42AB-9186-7EC204963A93}" destId="{43C33F76-3D70-4B11-80F0-84B084E1D71A}" srcOrd="0" destOrd="0" parTransId="{839A3900-C8D4-43B0-BB2E-7F6DDBEBCE51}" sibTransId="{C4062C67-7DA8-4541-82B0-22989C32C653}"/>
    <dgm:cxn modelId="{3AB66282-8B89-4FBA-99BF-F5CF6F28EAE1}" srcId="{575EADC8-57D0-42AB-9186-7EC204963A93}" destId="{26AEFD03-D657-4F3C-8BB9-5541B90D4C9A}" srcOrd="2" destOrd="0" parTransId="{F1E8CA12-9666-477A-B62C-8659BD03BDBC}" sibTransId="{8AD2409D-B376-4978-B40B-4CF167CBDD6E}"/>
    <dgm:cxn modelId="{BB4912AE-61CB-45F9-9D0B-58D570550D59}" srcId="{575EADC8-57D0-42AB-9186-7EC204963A93}" destId="{34F193AB-67D7-4756-9D40-78E054E96E52}" srcOrd="1" destOrd="0" parTransId="{C3A83794-7937-4FAF-B048-8CFA05527798}" sibTransId="{EED8082F-719D-4844-AD66-AD823CF67E89}"/>
    <dgm:cxn modelId="{09C610D6-0F49-4AB1-9DDE-83709F3974CF}" type="presOf" srcId="{34F193AB-67D7-4756-9D40-78E054E96E52}" destId="{052CAD20-4F30-4FD5-8282-32F820B38E6A}" srcOrd="0" destOrd="0" presId="urn:microsoft.com/office/officeart/2018/2/layout/IconLabelList"/>
    <dgm:cxn modelId="{39C0E52A-2771-40F6-9C04-CBD1ACC5BC24}" type="presParOf" srcId="{AAC4A40C-362E-4E72-A993-A059AA1EDD31}" destId="{B4D5E328-5B52-4ABC-8892-A52C8F1AF75A}" srcOrd="0" destOrd="0" presId="urn:microsoft.com/office/officeart/2018/2/layout/IconLabelList"/>
    <dgm:cxn modelId="{F79D7638-7ED3-4BCF-9F58-5B9D5BB273AE}" type="presParOf" srcId="{B4D5E328-5B52-4ABC-8892-A52C8F1AF75A}" destId="{87596383-4D59-43A0-92D3-987C569AA954}" srcOrd="0" destOrd="0" presId="urn:microsoft.com/office/officeart/2018/2/layout/IconLabelList"/>
    <dgm:cxn modelId="{3FF77B18-18A7-4EDE-9903-75641D50EF47}" type="presParOf" srcId="{B4D5E328-5B52-4ABC-8892-A52C8F1AF75A}" destId="{7D0FCC5B-185C-4BCC-80EC-612CFEC186D5}" srcOrd="1" destOrd="0" presId="urn:microsoft.com/office/officeart/2018/2/layout/IconLabelList"/>
    <dgm:cxn modelId="{42D9F4E8-AC6F-4900-A534-E5520DB33CDD}" type="presParOf" srcId="{B4D5E328-5B52-4ABC-8892-A52C8F1AF75A}" destId="{84DFB61A-4F72-4364-B3B3-583C6D92CDFC}" srcOrd="2" destOrd="0" presId="urn:microsoft.com/office/officeart/2018/2/layout/IconLabelList"/>
    <dgm:cxn modelId="{B5103F05-2081-4552-8F78-24F394F7E956}" type="presParOf" srcId="{AAC4A40C-362E-4E72-A993-A059AA1EDD31}" destId="{59E9F9DD-BFB2-43DC-9853-0F87EA4BA5C6}" srcOrd="1" destOrd="0" presId="urn:microsoft.com/office/officeart/2018/2/layout/IconLabelList"/>
    <dgm:cxn modelId="{1EEE698F-A0FF-4EAE-944F-49FE00F5AEEF}" type="presParOf" srcId="{AAC4A40C-362E-4E72-A993-A059AA1EDD31}" destId="{7097866B-E68E-45A9-A65D-AEEAF165D75E}" srcOrd="2" destOrd="0" presId="urn:microsoft.com/office/officeart/2018/2/layout/IconLabelList"/>
    <dgm:cxn modelId="{9F1F574D-E383-48AF-A6FF-C40AD56A3478}" type="presParOf" srcId="{7097866B-E68E-45A9-A65D-AEEAF165D75E}" destId="{76D98688-242E-4601-92F7-014494BED513}" srcOrd="0" destOrd="0" presId="urn:microsoft.com/office/officeart/2018/2/layout/IconLabelList"/>
    <dgm:cxn modelId="{CE68AA40-973E-48A2-A0D8-E71C079E27B6}" type="presParOf" srcId="{7097866B-E68E-45A9-A65D-AEEAF165D75E}" destId="{4E9EF951-DA63-4BA4-B97E-B8009527DE25}" srcOrd="1" destOrd="0" presId="urn:microsoft.com/office/officeart/2018/2/layout/IconLabelList"/>
    <dgm:cxn modelId="{61DF6713-D727-4862-808C-6BA996D932C8}" type="presParOf" srcId="{7097866B-E68E-45A9-A65D-AEEAF165D75E}" destId="{052CAD20-4F30-4FD5-8282-32F820B38E6A}" srcOrd="2" destOrd="0" presId="urn:microsoft.com/office/officeart/2018/2/layout/IconLabelList"/>
    <dgm:cxn modelId="{F0F9FFDA-6C01-4020-B527-31B4DECE2939}" type="presParOf" srcId="{AAC4A40C-362E-4E72-A993-A059AA1EDD31}" destId="{7D3534FE-8BFE-4B79-9DD0-F46710AFAC7F}" srcOrd="3" destOrd="0" presId="urn:microsoft.com/office/officeart/2018/2/layout/IconLabelList"/>
    <dgm:cxn modelId="{2A5AD0F0-6B40-49C6-AFC6-096795D9FB65}" type="presParOf" srcId="{AAC4A40C-362E-4E72-A993-A059AA1EDD31}" destId="{285DA802-079C-4257-9DD8-4433516C6FB2}" srcOrd="4" destOrd="0" presId="urn:microsoft.com/office/officeart/2018/2/layout/IconLabelList"/>
    <dgm:cxn modelId="{18CFC281-7DD4-4567-8496-1F9D20138969}" type="presParOf" srcId="{285DA802-079C-4257-9DD8-4433516C6FB2}" destId="{91FC0951-73EA-4668-B2BE-91930015E203}" srcOrd="0" destOrd="0" presId="urn:microsoft.com/office/officeart/2018/2/layout/IconLabelList"/>
    <dgm:cxn modelId="{F147CA45-7A5A-4046-A31E-1D45E1F58570}" type="presParOf" srcId="{285DA802-079C-4257-9DD8-4433516C6FB2}" destId="{6796D212-B9F3-45B1-B907-59C7CD80DC57}" srcOrd="1" destOrd="0" presId="urn:microsoft.com/office/officeart/2018/2/layout/IconLabelList"/>
    <dgm:cxn modelId="{76623304-9043-491E-B8C7-E09C0F65E04F}" type="presParOf" srcId="{285DA802-079C-4257-9DD8-4433516C6FB2}" destId="{E905FAB9-80AA-4185-8D1A-98CE80BAFBF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04F6E9-9A30-4B91-B568-9DE78B014812}" type="doc">
      <dgm:prSet loTypeId="urn:microsoft.com/office/officeart/2005/8/layout/default" loCatId="list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E2852C4-1F6B-4C85-B6B9-BE5E8A97FC26}">
      <dgm:prSet/>
      <dgm:spPr/>
      <dgm:t>
        <a:bodyPr/>
        <a:lstStyle/>
        <a:p>
          <a:r>
            <a:rPr lang="en-AU"/>
            <a:t>Creating Telstra Tables</a:t>
          </a:r>
          <a:endParaRPr lang="en-US"/>
        </a:p>
      </dgm:t>
    </dgm:pt>
    <dgm:pt modelId="{BBB47E81-3F72-4559-9A79-34B4A3C309F4}" type="parTrans" cxnId="{80B930E5-F7B2-408D-83EF-E6BF3A463849}">
      <dgm:prSet/>
      <dgm:spPr/>
      <dgm:t>
        <a:bodyPr/>
        <a:lstStyle/>
        <a:p>
          <a:endParaRPr lang="en-US"/>
        </a:p>
      </dgm:t>
    </dgm:pt>
    <dgm:pt modelId="{0E5850D1-010B-491B-A1EA-23884F22345D}" type="sibTrans" cxnId="{80B930E5-F7B2-408D-83EF-E6BF3A463849}">
      <dgm:prSet/>
      <dgm:spPr/>
      <dgm:t>
        <a:bodyPr/>
        <a:lstStyle/>
        <a:p>
          <a:endParaRPr lang="en-US"/>
        </a:p>
      </dgm:t>
    </dgm:pt>
    <dgm:pt modelId="{5CA43915-17A2-43E9-9010-115C35E8775B}">
      <dgm:prSet/>
      <dgm:spPr/>
      <dgm:t>
        <a:bodyPr/>
        <a:lstStyle/>
        <a:p>
          <a:r>
            <a:rPr lang="en-AU"/>
            <a:t>1. Telstra Customers Table </a:t>
          </a:r>
          <a:endParaRPr lang="en-US"/>
        </a:p>
      </dgm:t>
    </dgm:pt>
    <dgm:pt modelId="{E5D1082A-9C9E-4CE2-A845-6A42E3E7627A}" type="parTrans" cxnId="{F9875465-CFB6-4E3D-B663-C6A88671AA12}">
      <dgm:prSet/>
      <dgm:spPr/>
      <dgm:t>
        <a:bodyPr/>
        <a:lstStyle/>
        <a:p>
          <a:endParaRPr lang="en-US"/>
        </a:p>
      </dgm:t>
    </dgm:pt>
    <dgm:pt modelId="{AAB5E4D5-4F5A-4B95-9190-A959BBB9C490}" type="sibTrans" cxnId="{F9875465-CFB6-4E3D-B663-C6A88671AA12}">
      <dgm:prSet/>
      <dgm:spPr/>
      <dgm:t>
        <a:bodyPr/>
        <a:lstStyle/>
        <a:p>
          <a:endParaRPr lang="en-US"/>
        </a:p>
      </dgm:t>
    </dgm:pt>
    <dgm:pt modelId="{8423FD1D-0BC7-4610-8430-FEADF5DA0459}">
      <dgm:prSet/>
      <dgm:spPr/>
      <dgm:t>
        <a:bodyPr/>
        <a:lstStyle/>
        <a:p>
          <a:r>
            <a:rPr lang="en-AU"/>
            <a:t>2. Usage Records Table </a:t>
          </a:r>
          <a:endParaRPr lang="en-US"/>
        </a:p>
      </dgm:t>
    </dgm:pt>
    <dgm:pt modelId="{3B545D43-6F75-4C97-9292-916B3A4AE017}" type="parTrans" cxnId="{AD7E5DF9-A0C9-4F00-B7EE-A50D8004F08F}">
      <dgm:prSet/>
      <dgm:spPr/>
      <dgm:t>
        <a:bodyPr/>
        <a:lstStyle/>
        <a:p>
          <a:endParaRPr lang="en-US"/>
        </a:p>
      </dgm:t>
    </dgm:pt>
    <dgm:pt modelId="{2DC87936-EA45-4C93-9D03-3857228B11CB}" type="sibTrans" cxnId="{AD7E5DF9-A0C9-4F00-B7EE-A50D8004F08F}">
      <dgm:prSet/>
      <dgm:spPr/>
      <dgm:t>
        <a:bodyPr/>
        <a:lstStyle/>
        <a:p>
          <a:endParaRPr lang="en-US"/>
        </a:p>
      </dgm:t>
    </dgm:pt>
    <dgm:pt modelId="{E6460F08-94E8-476A-ACCB-6399CA1744D4}">
      <dgm:prSet/>
      <dgm:spPr/>
      <dgm:t>
        <a:bodyPr/>
        <a:lstStyle/>
        <a:p>
          <a:r>
            <a:rPr lang="en-AU" dirty="0"/>
            <a:t>Show Customer names WITH their Dec Usage</a:t>
          </a:r>
          <a:endParaRPr lang="en-US" dirty="0"/>
        </a:p>
      </dgm:t>
    </dgm:pt>
    <dgm:pt modelId="{4502E713-185F-4919-A129-9B6F84EDB28B}" type="parTrans" cxnId="{19C16E83-238D-453D-A98D-BF302B315F1A}">
      <dgm:prSet/>
      <dgm:spPr/>
      <dgm:t>
        <a:bodyPr/>
        <a:lstStyle/>
        <a:p>
          <a:endParaRPr lang="en-US"/>
        </a:p>
      </dgm:t>
    </dgm:pt>
    <dgm:pt modelId="{1FEC301A-FF07-410F-AAB4-65903A574B32}" type="sibTrans" cxnId="{19C16E83-238D-453D-A98D-BF302B315F1A}">
      <dgm:prSet/>
      <dgm:spPr/>
      <dgm:t>
        <a:bodyPr/>
        <a:lstStyle/>
        <a:p>
          <a:endParaRPr lang="en-US"/>
        </a:p>
      </dgm:t>
    </dgm:pt>
    <dgm:pt modelId="{BA135BA5-8FCB-4785-B9E3-99A013254ABF}">
      <dgm:prSet/>
      <dgm:spPr/>
      <dgm:t>
        <a:bodyPr/>
        <a:lstStyle/>
        <a:p>
          <a:r>
            <a:rPr lang="en-AU" dirty="0"/>
            <a:t>Which customers had NO usage in December? </a:t>
          </a:r>
          <a:endParaRPr lang="en-US" dirty="0"/>
        </a:p>
      </dgm:t>
    </dgm:pt>
    <dgm:pt modelId="{D3999CDA-77A7-41B4-B53C-E2D05841CA12}" type="parTrans" cxnId="{EB86F357-2696-4F17-A9B4-E7EAF4AD72AB}">
      <dgm:prSet/>
      <dgm:spPr/>
      <dgm:t>
        <a:bodyPr/>
        <a:lstStyle/>
        <a:p>
          <a:endParaRPr lang="en-US"/>
        </a:p>
      </dgm:t>
    </dgm:pt>
    <dgm:pt modelId="{86A08DF7-54E4-410F-A9EB-320BB47CAB45}" type="sibTrans" cxnId="{EB86F357-2696-4F17-A9B4-E7EAF4AD72AB}">
      <dgm:prSet/>
      <dgm:spPr/>
      <dgm:t>
        <a:bodyPr/>
        <a:lstStyle/>
        <a:p>
          <a:endParaRPr lang="en-US"/>
        </a:p>
      </dgm:t>
    </dgm:pt>
    <dgm:pt modelId="{4D53333C-43B8-4E75-AF23-F6DF036EF378}">
      <dgm:prSet/>
      <dgm:spPr/>
      <dgm:t>
        <a:bodyPr/>
        <a:lstStyle/>
        <a:p>
          <a:r>
            <a:rPr lang="en-AU" dirty="0"/>
            <a:t>Average usage by plan tier (Bronze/Silver/Gold)</a:t>
          </a:r>
          <a:endParaRPr lang="en-US" dirty="0"/>
        </a:p>
      </dgm:t>
    </dgm:pt>
    <dgm:pt modelId="{50C4A4E6-AAD8-405D-AD7B-67C545C434D3}" type="parTrans" cxnId="{C07E325C-7CFF-48BB-B37F-66FBAAC574C7}">
      <dgm:prSet/>
      <dgm:spPr/>
      <dgm:t>
        <a:bodyPr/>
        <a:lstStyle/>
        <a:p>
          <a:endParaRPr lang="en-US"/>
        </a:p>
      </dgm:t>
    </dgm:pt>
    <dgm:pt modelId="{F42AF596-0995-441D-B376-696058D08730}" type="sibTrans" cxnId="{C07E325C-7CFF-48BB-B37F-66FBAAC574C7}">
      <dgm:prSet/>
      <dgm:spPr/>
      <dgm:t>
        <a:bodyPr/>
        <a:lstStyle/>
        <a:p>
          <a:endParaRPr lang="en-US"/>
        </a:p>
      </dgm:t>
    </dgm:pt>
    <dgm:pt modelId="{00FAE8E3-5F32-4EEE-8D11-B1694D912106}">
      <dgm:prSet/>
      <dgm:spPr/>
      <dgm:t>
        <a:bodyPr/>
        <a:lstStyle/>
        <a:p>
          <a:r>
            <a:rPr lang="en-AU" dirty="0"/>
            <a:t>Joining Customers, Usage and Transaction Tables</a:t>
          </a:r>
          <a:endParaRPr lang="en-US" dirty="0"/>
        </a:p>
      </dgm:t>
    </dgm:pt>
    <dgm:pt modelId="{0EE4790B-F7A0-4013-B24F-E4CDFEC0B07B}" type="parTrans" cxnId="{52213280-399E-4365-89A0-8849C1623CC6}">
      <dgm:prSet/>
      <dgm:spPr/>
      <dgm:t>
        <a:bodyPr/>
        <a:lstStyle/>
        <a:p>
          <a:endParaRPr lang="en-US"/>
        </a:p>
      </dgm:t>
    </dgm:pt>
    <dgm:pt modelId="{DFF547E9-E97D-4ED3-BBD6-6D5789F1001C}" type="sibTrans" cxnId="{52213280-399E-4365-89A0-8849C1623CC6}">
      <dgm:prSet/>
      <dgm:spPr/>
      <dgm:t>
        <a:bodyPr/>
        <a:lstStyle/>
        <a:p>
          <a:endParaRPr lang="en-US"/>
        </a:p>
      </dgm:t>
    </dgm:pt>
    <dgm:pt modelId="{E8837D34-2990-48EF-BE0D-1EB7517E3400}">
      <dgm:prSet/>
      <dgm:spPr/>
      <dgm:t>
        <a:bodyPr/>
        <a:lstStyle/>
        <a:p>
          <a:r>
            <a:rPr lang="en-AU" dirty="0"/>
            <a:t>Usage summary by plan tier </a:t>
          </a:r>
        </a:p>
      </dgm:t>
    </dgm:pt>
    <dgm:pt modelId="{3BBFA44F-8675-466C-97D2-2D2E8E02A725}" type="parTrans" cxnId="{1DD7C449-75A4-4630-875A-AC90CD0D10DF}">
      <dgm:prSet/>
      <dgm:spPr/>
      <dgm:t>
        <a:bodyPr/>
        <a:lstStyle/>
        <a:p>
          <a:endParaRPr lang="en-AU"/>
        </a:p>
      </dgm:t>
    </dgm:pt>
    <dgm:pt modelId="{68BAA8E0-7B90-446A-A41A-A447F849D56C}" type="sibTrans" cxnId="{1DD7C449-75A4-4630-875A-AC90CD0D10DF}">
      <dgm:prSet/>
      <dgm:spPr/>
      <dgm:t>
        <a:bodyPr/>
        <a:lstStyle/>
        <a:p>
          <a:endParaRPr lang="en-AU"/>
        </a:p>
      </dgm:t>
    </dgm:pt>
    <dgm:pt modelId="{A8078588-1BAF-4732-8368-775FD861EF26}" type="pres">
      <dgm:prSet presAssocID="{E004F6E9-9A30-4B91-B568-9DE78B014812}" presName="diagram" presStyleCnt="0">
        <dgm:presLayoutVars>
          <dgm:dir/>
          <dgm:resizeHandles val="exact"/>
        </dgm:presLayoutVars>
      </dgm:prSet>
      <dgm:spPr/>
    </dgm:pt>
    <dgm:pt modelId="{CBDBAE1E-3C18-4870-AB6D-EC47FF2AB97A}" type="pres">
      <dgm:prSet presAssocID="{DE2852C4-1F6B-4C85-B6B9-BE5E8A97FC26}" presName="node" presStyleLbl="node1" presStyleIdx="0" presStyleCnt="8">
        <dgm:presLayoutVars>
          <dgm:bulletEnabled val="1"/>
        </dgm:presLayoutVars>
      </dgm:prSet>
      <dgm:spPr/>
    </dgm:pt>
    <dgm:pt modelId="{0400627D-6342-43C5-AC14-9F3FBB00983C}" type="pres">
      <dgm:prSet presAssocID="{0E5850D1-010B-491B-A1EA-23884F22345D}" presName="sibTrans" presStyleCnt="0"/>
      <dgm:spPr/>
    </dgm:pt>
    <dgm:pt modelId="{BD3F3FAA-F887-4C3A-970E-FC32F024F073}" type="pres">
      <dgm:prSet presAssocID="{5CA43915-17A2-43E9-9010-115C35E8775B}" presName="node" presStyleLbl="node1" presStyleIdx="1" presStyleCnt="8">
        <dgm:presLayoutVars>
          <dgm:bulletEnabled val="1"/>
        </dgm:presLayoutVars>
      </dgm:prSet>
      <dgm:spPr/>
    </dgm:pt>
    <dgm:pt modelId="{34D3DBF3-18F8-4CC7-9D72-5D1B92D6E04E}" type="pres">
      <dgm:prSet presAssocID="{AAB5E4D5-4F5A-4B95-9190-A959BBB9C490}" presName="sibTrans" presStyleCnt="0"/>
      <dgm:spPr/>
    </dgm:pt>
    <dgm:pt modelId="{BF02F829-D0B2-4663-BCBD-7EE8A15A94EF}" type="pres">
      <dgm:prSet presAssocID="{8423FD1D-0BC7-4610-8430-FEADF5DA0459}" presName="node" presStyleLbl="node1" presStyleIdx="2" presStyleCnt="8">
        <dgm:presLayoutVars>
          <dgm:bulletEnabled val="1"/>
        </dgm:presLayoutVars>
      </dgm:prSet>
      <dgm:spPr/>
    </dgm:pt>
    <dgm:pt modelId="{ECB8245E-67CD-4C17-9305-B47B89775730}" type="pres">
      <dgm:prSet presAssocID="{2DC87936-EA45-4C93-9D03-3857228B11CB}" presName="sibTrans" presStyleCnt="0"/>
      <dgm:spPr/>
    </dgm:pt>
    <dgm:pt modelId="{DEB2DD43-5DA9-4C04-ABAC-FEB7511C55BB}" type="pres">
      <dgm:prSet presAssocID="{E6460F08-94E8-476A-ACCB-6399CA1744D4}" presName="node" presStyleLbl="node1" presStyleIdx="3" presStyleCnt="8">
        <dgm:presLayoutVars>
          <dgm:bulletEnabled val="1"/>
        </dgm:presLayoutVars>
      </dgm:prSet>
      <dgm:spPr/>
    </dgm:pt>
    <dgm:pt modelId="{7508C42F-44E1-4B67-A59C-6BE74D187095}" type="pres">
      <dgm:prSet presAssocID="{1FEC301A-FF07-410F-AAB4-65903A574B32}" presName="sibTrans" presStyleCnt="0"/>
      <dgm:spPr/>
    </dgm:pt>
    <dgm:pt modelId="{4BD512F8-4CEE-4D59-8FB6-E07507031EB6}" type="pres">
      <dgm:prSet presAssocID="{BA135BA5-8FCB-4785-B9E3-99A013254ABF}" presName="node" presStyleLbl="node1" presStyleIdx="4" presStyleCnt="8">
        <dgm:presLayoutVars>
          <dgm:bulletEnabled val="1"/>
        </dgm:presLayoutVars>
      </dgm:prSet>
      <dgm:spPr/>
    </dgm:pt>
    <dgm:pt modelId="{955217C6-06CE-4A2B-8421-B5893A11F51D}" type="pres">
      <dgm:prSet presAssocID="{86A08DF7-54E4-410F-A9EB-320BB47CAB45}" presName="sibTrans" presStyleCnt="0"/>
      <dgm:spPr/>
    </dgm:pt>
    <dgm:pt modelId="{CEBA22D9-7D8D-4E0B-9659-B3ACF4927084}" type="pres">
      <dgm:prSet presAssocID="{4D53333C-43B8-4E75-AF23-F6DF036EF378}" presName="node" presStyleLbl="node1" presStyleIdx="5" presStyleCnt="8">
        <dgm:presLayoutVars>
          <dgm:bulletEnabled val="1"/>
        </dgm:presLayoutVars>
      </dgm:prSet>
      <dgm:spPr/>
    </dgm:pt>
    <dgm:pt modelId="{324F805E-6959-48C8-BB03-7B448C76E613}" type="pres">
      <dgm:prSet presAssocID="{F42AF596-0995-441D-B376-696058D08730}" presName="sibTrans" presStyleCnt="0"/>
      <dgm:spPr/>
    </dgm:pt>
    <dgm:pt modelId="{D2D8F95E-A286-4AF8-B572-7A1D71D252C9}" type="pres">
      <dgm:prSet presAssocID="{E8837D34-2990-48EF-BE0D-1EB7517E3400}" presName="node" presStyleLbl="node1" presStyleIdx="6" presStyleCnt="8">
        <dgm:presLayoutVars>
          <dgm:bulletEnabled val="1"/>
        </dgm:presLayoutVars>
      </dgm:prSet>
      <dgm:spPr/>
    </dgm:pt>
    <dgm:pt modelId="{B76E1C1D-3E14-42AA-8D16-612FFAC2F3FB}" type="pres">
      <dgm:prSet presAssocID="{68BAA8E0-7B90-446A-A41A-A447F849D56C}" presName="sibTrans" presStyleCnt="0"/>
      <dgm:spPr/>
    </dgm:pt>
    <dgm:pt modelId="{846CB7AD-6206-4504-8304-3048FF21AAB8}" type="pres">
      <dgm:prSet presAssocID="{00FAE8E3-5F32-4EEE-8D11-B1694D912106}" presName="node" presStyleLbl="node1" presStyleIdx="7" presStyleCnt="8">
        <dgm:presLayoutVars>
          <dgm:bulletEnabled val="1"/>
        </dgm:presLayoutVars>
      </dgm:prSet>
      <dgm:spPr/>
    </dgm:pt>
  </dgm:ptLst>
  <dgm:cxnLst>
    <dgm:cxn modelId="{C07E325C-7CFF-48BB-B37F-66FBAAC574C7}" srcId="{E004F6E9-9A30-4B91-B568-9DE78B014812}" destId="{4D53333C-43B8-4E75-AF23-F6DF036EF378}" srcOrd="5" destOrd="0" parTransId="{50C4A4E6-AAD8-405D-AD7B-67C545C434D3}" sibTransId="{F42AF596-0995-441D-B376-696058D08730}"/>
    <dgm:cxn modelId="{1574E45E-0D17-4D13-A206-70D91922E542}" type="presOf" srcId="{DE2852C4-1F6B-4C85-B6B9-BE5E8A97FC26}" destId="{CBDBAE1E-3C18-4870-AB6D-EC47FF2AB97A}" srcOrd="0" destOrd="0" presId="urn:microsoft.com/office/officeart/2005/8/layout/default"/>
    <dgm:cxn modelId="{DA1BCE43-EFD9-4635-92F8-AB606F3162A1}" type="presOf" srcId="{8423FD1D-0BC7-4610-8430-FEADF5DA0459}" destId="{BF02F829-D0B2-4663-BCBD-7EE8A15A94EF}" srcOrd="0" destOrd="0" presId="urn:microsoft.com/office/officeart/2005/8/layout/default"/>
    <dgm:cxn modelId="{F9875465-CFB6-4E3D-B663-C6A88671AA12}" srcId="{E004F6E9-9A30-4B91-B568-9DE78B014812}" destId="{5CA43915-17A2-43E9-9010-115C35E8775B}" srcOrd="1" destOrd="0" parTransId="{E5D1082A-9C9E-4CE2-A845-6A42E3E7627A}" sibTransId="{AAB5E4D5-4F5A-4B95-9190-A959BBB9C490}"/>
    <dgm:cxn modelId="{1DD7C449-75A4-4630-875A-AC90CD0D10DF}" srcId="{E004F6E9-9A30-4B91-B568-9DE78B014812}" destId="{E8837D34-2990-48EF-BE0D-1EB7517E3400}" srcOrd="6" destOrd="0" parTransId="{3BBFA44F-8675-466C-97D2-2D2E8E02A725}" sibTransId="{68BAA8E0-7B90-446A-A41A-A447F849D56C}"/>
    <dgm:cxn modelId="{2A42B44D-ED07-4524-AB7C-42A522756EFE}" type="presOf" srcId="{E004F6E9-9A30-4B91-B568-9DE78B014812}" destId="{A8078588-1BAF-4732-8368-775FD861EF26}" srcOrd="0" destOrd="0" presId="urn:microsoft.com/office/officeart/2005/8/layout/default"/>
    <dgm:cxn modelId="{EB86F357-2696-4F17-A9B4-E7EAF4AD72AB}" srcId="{E004F6E9-9A30-4B91-B568-9DE78B014812}" destId="{BA135BA5-8FCB-4785-B9E3-99A013254ABF}" srcOrd="4" destOrd="0" parTransId="{D3999CDA-77A7-41B4-B53C-E2D05841CA12}" sibTransId="{86A08DF7-54E4-410F-A9EB-320BB47CAB45}"/>
    <dgm:cxn modelId="{52213280-399E-4365-89A0-8849C1623CC6}" srcId="{E004F6E9-9A30-4B91-B568-9DE78B014812}" destId="{00FAE8E3-5F32-4EEE-8D11-B1694D912106}" srcOrd="7" destOrd="0" parTransId="{0EE4790B-F7A0-4013-B24F-E4CDFEC0B07B}" sibTransId="{DFF547E9-E97D-4ED3-BBD6-6D5789F1001C}"/>
    <dgm:cxn modelId="{A47DB781-3D07-437F-923C-7707692D9318}" type="presOf" srcId="{E8837D34-2990-48EF-BE0D-1EB7517E3400}" destId="{D2D8F95E-A286-4AF8-B572-7A1D71D252C9}" srcOrd="0" destOrd="0" presId="urn:microsoft.com/office/officeart/2005/8/layout/default"/>
    <dgm:cxn modelId="{19C16E83-238D-453D-A98D-BF302B315F1A}" srcId="{E004F6E9-9A30-4B91-B568-9DE78B014812}" destId="{E6460F08-94E8-476A-ACCB-6399CA1744D4}" srcOrd="3" destOrd="0" parTransId="{4502E713-185F-4919-A129-9B6F84EDB28B}" sibTransId="{1FEC301A-FF07-410F-AAB4-65903A574B32}"/>
    <dgm:cxn modelId="{3E11D094-BD42-4C0A-8EE1-8DAE4BC5E399}" type="presOf" srcId="{BA135BA5-8FCB-4785-B9E3-99A013254ABF}" destId="{4BD512F8-4CEE-4D59-8FB6-E07507031EB6}" srcOrd="0" destOrd="0" presId="urn:microsoft.com/office/officeart/2005/8/layout/default"/>
    <dgm:cxn modelId="{B4AB62B2-91EC-41F8-BB72-FFA4E46FFB9C}" type="presOf" srcId="{E6460F08-94E8-476A-ACCB-6399CA1744D4}" destId="{DEB2DD43-5DA9-4C04-ABAC-FEB7511C55BB}" srcOrd="0" destOrd="0" presId="urn:microsoft.com/office/officeart/2005/8/layout/default"/>
    <dgm:cxn modelId="{E3FC57BE-A64C-4DE2-836E-90C92B625647}" type="presOf" srcId="{00FAE8E3-5F32-4EEE-8D11-B1694D912106}" destId="{846CB7AD-6206-4504-8304-3048FF21AAB8}" srcOrd="0" destOrd="0" presId="urn:microsoft.com/office/officeart/2005/8/layout/default"/>
    <dgm:cxn modelId="{6F8AB8C8-9C00-40D0-9CAF-94FFD1B06C1B}" type="presOf" srcId="{4D53333C-43B8-4E75-AF23-F6DF036EF378}" destId="{CEBA22D9-7D8D-4E0B-9659-B3ACF4927084}" srcOrd="0" destOrd="0" presId="urn:microsoft.com/office/officeart/2005/8/layout/default"/>
    <dgm:cxn modelId="{80B930E5-F7B2-408D-83EF-E6BF3A463849}" srcId="{E004F6E9-9A30-4B91-B568-9DE78B014812}" destId="{DE2852C4-1F6B-4C85-B6B9-BE5E8A97FC26}" srcOrd="0" destOrd="0" parTransId="{BBB47E81-3F72-4559-9A79-34B4A3C309F4}" sibTransId="{0E5850D1-010B-491B-A1EA-23884F22345D}"/>
    <dgm:cxn modelId="{77F150F2-16E8-490B-A219-6AD5B4F465AB}" type="presOf" srcId="{5CA43915-17A2-43E9-9010-115C35E8775B}" destId="{BD3F3FAA-F887-4C3A-970E-FC32F024F073}" srcOrd="0" destOrd="0" presId="urn:microsoft.com/office/officeart/2005/8/layout/default"/>
    <dgm:cxn modelId="{AD7E5DF9-A0C9-4F00-B7EE-A50D8004F08F}" srcId="{E004F6E9-9A30-4B91-B568-9DE78B014812}" destId="{8423FD1D-0BC7-4610-8430-FEADF5DA0459}" srcOrd="2" destOrd="0" parTransId="{3B545D43-6F75-4C97-9292-916B3A4AE017}" sibTransId="{2DC87936-EA45-4C93-9D03-3857228B11CB}"/>
    <dgm:cxn modelId="{00EE3385-CD8D-4CCB-8244-B27EA7A08C04}" type="presParOf" srcId="{A8078588-1BAF-4732-8368-775FD861EF26}" destId="{CBDBAE1E-3C18-4870-AB6D-EC47FF2AB97A}" srcOrd="0" destOrd="0" presId="urn:microsoft.com/office/officeart/2005/8/layout/default"/>
    <dgm:cxn modelId="{06E2E105-C788-45D5-8125-B8C56CDA8201}" type="presParOf" srcId="{A8078588-1BAF-4732-8368-775FD861EF26}" destId="{0400627D-6342-43C5-AC14-9F3FBB00983C}" srcOrd="1" destOrd="0" presId="urn:microsoft.com/office/officeart/2005/8/layout/default"/>
    <dgm:cxn modelId="{AF033C38-B3AE-43D5-BA4D-497CD0E43F3D}" type="presParOf" srcId="{A8078588-1BAF-4732-8368-775FD861EF26}" destId="{BD3F3FAA-F887-4C3A-970E-FC32F024F073}" srcOrd="2" destOrd="0" presId="urn:microsoft.com/office/officeart/2005/8/layout/default"/>
    <dgm:cxn modelId="{98E89876-5C02-4279-85C6-8FC765F70988}" type="presParOf" srcId="{A8078588-1BAF-4732-8368-775FD861EF26}" destId="{34D3DBF3-18F8-4CC7-9D72-5D1B92D6E04E}" srcOrd="3" destOrd="0" presId="urn:microsoft.com/office/officeart/2005/8/layout/default"/>
    <dgm:cxn modelId="{BF6CEBFE-08B0-4696-B87A-3569AE10B372}" type="presParOf" srcId="{A8078588-1BAF-4732-8368-775FD861EF26}" destId="{BF02F829-D0B2-4663-BCBD-7EE8A15A94EF}" srcOrd="4" destOrd="0" presId="urn:microsoft.com/office/officeart/2005/8/layout/default"/>
    <dgm:cxn modelId="{C6C0B1D3-CBEA-4232-B51C-F1B01D4F2B50}" type="presParOf" srcId="{A8078588-1BAF-4732-8368-775FD861EF26}" destId="{ECB8245E-67CD-4C17-9305-B47B89775730}" srcOrd="5" destOrd="0" presId="urn:microsoft.com/office/officeart/2005/8/layout/default"/>
    <dgm:cxn modelId="{79E40DA8-45FA-4F65-B8E5-E9DC8EDF5AFE}" type="presParOf" srcId="{A8078588-1BAF-4732-8368-775FD861EF26}" destId="{DEB2DD43-5DA9-4C04-ABAC-FEB7511C55BB}" srcOrd="6" destOrd="0" presId="urn:microsoft.com/office/officeart/2005/8/layout/default"/>
    <dgm:cxn modelId="{F26BD760-0860-499B-98B6-A6055DB46F30}" type="presParOf" srcId="{A8078588-1BAF-4732-8368-775FD861EF26}" destId="{7508C42F-44E1-4B67-A59C-6BE74D187095}" srcOrd="7" destOrd="0" presId="urn:microsoft.com/office/officeart/2005/8/layout/default"/>
    <dgm:cxn modelId="{012EAA1C-847B-46DE-A905-77E46E5362C5}" type="presParOf" srcId="{A8078588-1BAF-4732-8368-775FD861EF26}" destId="{4BD512F8-4CEE-4D59-8FB6-E07507031EB6}" srcOrd="8" destOrd="0" presId="urn:microsoft.com/office/officeart/2005/8/layout/default"/>
    <dgm:cxn modelId="{8DD6EFD9-ABE2-4515-B204-20A92B7467C6}" type="presParOf" srcId="{A8078588-1BAF-4732-8368-775FD861EF26}" destId="{955217C6-06CE-4A2B-8421-B5893A11F51D}" srcOrd="9" destOrd="0" presId="urn:microsoft.com/office/officeart/2005/8/layout/default"/>
    <dgm:cxn modelId="{99301BD7-B64C-4A94-B7BA-BAAFA472296E}" type="presParOf" srcId="{A8078588-1BAF-4732-8368-775FD861EF26}" destId="{CEBA22D9-7D8D-4E0B-9659-B3ACF4927084}" srcOrd="10" destOrd="0" presId="urn:microsoft.com/office/officeart/2005/8/layout/default"/>
    <dgm:cxn modelId="{1CEDA4D9-CD13-43D5-92DC-C91AF82EF98E}" type="presParOf" srcId="{A8078588-1BAF-4732-8368-775FD861EF26}" destId="{324F805E-6959-48C8-BB03-7B448C76E613}" srcOrd="11" destOrd="0" presId="urn:microsoft.com/office/officeart/2005/8/layout/default"/>
    <dgm:cxn modelId="{10B154DE-7187-44CE-85E2-32A36143520E}" type="presParOf" srcId="{A8078588-1BAF-4732-8368-775FD861EF26}" destId="{D2D8F95E-A286-4AF8-B572-7A1D71D252C9}" srcOrd="12" destOrd="0" presId="urn:microsoft.com/office/officeart/2005/8/layout/default"/>
    <dgm:cxn modelId="{0ACF8B02-CC49-4B03-811E-A098FD3F269E}" type="presParOf" srcId="{A8078588-1BAF-4732-8368-775FD861EF26}" destId="{B76E1C1D-3E14-42AA-8D16-612FFAC2F3FB}" srcOrd="13" destOrd="0" presId="urn:microsoft.com/office/officeart/2005/8/layout/default"/>
    <dgm:cxn modelId="{8E7BFBD2-EA37-4284-8E16-46A6B49A765F}" type="presParOf" srcId="{A8078588-1BAF-4732-8368-775FD861EF26}" destId="{846CB7AD-6206-4504-8304-3048FF21AAB8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C62169-0A72-4E65-ADE8-FEB0F63C375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487B23A-27CF-4ACF-ADF3-3A3202F75684}">
      <dgm:prSet/>
      <dgm:spPr/>
      <dgm:t>
        <a:bodyPr/>
        <a:lstStyle/>
        <a:p>
          <a:r>
            <a:rPr lang="en-AU"/>
            <a:t>SELECT </a:t>
          </a:r>
          <a:endParaRPr lang="en-US"/>
        </a:p>
      </dgm:t>
    </dgm:pt>
    <dgm:pt modelId="{90C98564-D6B6-4E64-9EC6-15842638F3DA}" type="parTrans" cxnId="{9B7F45DA-0C56-40B7-9DEE-8E42AA2AE4A1}">
      <dgm:prSet/>
      <dgm:spPr/>
      <dgm:t>
        <a:bodyPr/>
        <a:lstStyle/>
        <a:p>
          <a:endParaRPr lang="en-US"/>
        </a:p>
      </dgm:t>
    </dgm:pt>
    <dgm:pt modelId="{BFB09A0E-1492-498E-AF9F-1E2EC1466659}" type="sibTrans" cxnId="{9B7F45DA-0C56-40B7-9DEE-8E42AA2AE4A1}">
      <dgm:prSet/>
      <dgm:spPr/>
      <dgm:t>
        <a:bodyPr/>
        <a:lstStyle/>
        <a:p>
          <a:endParaRPr lang="en-US"/>
        </a:p>
      </dgm:t>
    </dgm:pt>
    <dgm:pt modelId="{1B1B8B6E-38C8-4BF7-B803-AE82A54FF49A}">
      <dgm:prSet/>
      <dgm:spPr/>
      <dgm:t>
        <a:bodyPr/>
        <a:lstStyle/>
        <a:p>
          <a:r>
            <a:rPr lang="en-AU"/>
            <a:t>c.customer_name,</a:t>
          </a:r>
          <a:endParaRPr lang="en-US"/>
        </a:p>
      </dgm:t>
    </dgm:pt>
    <dgm:pt modelId="{4C8EE21D-E19D-422F-AA1F-340604B98BF8}" type="parTrans" cxnId="{C8C95FC4-FA9E-4A6B-ADBF-4B671D06649B}">
      <dgm:prSet/>
      <dgm:spPr/>
      <dgm:t>
        <a:bodyPr/>
        <a:lstStyle/>
        <a:p>
          <a:endParaRPr lang="en-US"/>
        </a:p>
      </dgm:t>
    </dgm:pt>
    <dgm:pt modelId="{69DFEC70-439F-446D-8829-F67816D09EF1}" type="sibTrans" cxnId="{C8C95FC4-FA9E-4A6B-ADBF-4B671D06649B}">
      <dgm:prSet/>
      <dgm:spPr/>
      <dgm:t>
        <a:bodyPr/>
        <a:lstStyle/>
        <a:p>
          <a:endParaRPr lang="en-US"/>
        </a:p>
      </dgm:t>
    </dgm:pt>
    <dgm:pt modelId="{9C9405D1-C82F-430E-B540-8F2D24CABE9E}">
      <dgm:prSet/>
      <dgm:spPr/>
      <dgm:t>
        <a:bodyPr/>
        <a:lstStyle/>
        <a:p>
          <a:r>
            <a:rPr lang="en-AU"/>
            <a:t>c.plan_tier,</a:t>
          </a:r>
          <a:endParaRPr lang="en-US"/>
        </a:p>
      </dgm:t>
    </dgm:pt>
    <dgm:pt modelId="{1038E53F-A266-4F2A-B998-FF3C8CE765CC}" type="parTrans" cxnId="{73410C1E-78FF-46CC-A9D0-0D990C6BA533}">
      <dgm:prSet/>
      <dgm:spPr/>
      <dgm:t>
        <a:bodyPr/>
        <a:lstStyle/>
        <a:p>
          <a:endParaRPr lang="en-US"/>
        </a:p>
      </dgm:t>
    </dgm:pt>
    <dgm:pt modelId="{409C13E4-3348-4E64-BBA4-9EAD5AE53515}" type="sibTrans" cxnId="{73410C1E-78FF-46CC-A9D0-0D990C6BA533}">
      <dgm:prSet/>
      <dgm:spPr/>
      <dgm:t>
        <a:bodyPr/>
        <a:lstStyle/>
        <a:p>
          <a:endParaRPr lang="en-US"/>
        </a:p>
      </dgm:t>
    </dgm:pt>
    <dgm:pt modelId="{52614832-E329-409D-9A4E-C2FFB02F3047}">
      <dgm:prSet/>
      <dgm:spPr/>
      <dgm:t>
        <a:bodyPr/>
        <a:lstStyle/>
        <a:p>
          <a:r>
            <a:rPr lang="en-AU"/>
            <a:t>SUM(u.data_used_gb) AS total_data_gb,</a:t>
          </a:r>
          <a:endParaRPr lang="en-US"/>
        </a:p>
      </dgm:t>
    </dgm:pt>
    <dgm:pt modelId="{3AF8F6AE-7DE9-445D-AE41-A2A386F4622B}" type="parTrans" cxnId="{85A34E70-9F80-4BB9-B311-C751B46579AE}">
      <dgm:prSet/>
      <dgm:spPr/>
      <dgm:t>
        <a:bodyPr/>
        <a:lstStyle/>
        <a:p>
          <a:endParaRPr lang="en-US"/>
        </a:p>
      </dgm:t>
    </dgm:pt>
    <dgm:pt modelId="{BD4C6A52-89B4-4122-9FE2-6489C8DE1F21}" type="sibTrans" cxnId="{85A34E70-9F80-4BB9-B311-C751B46579AE}">
      <dgm:prSet/>
      <dgm:spPr/>
      <dgm:t>
        <a:bodyPr/>
        <a:lstStyle/>
        <a:p>
          <a:endParaRPr lang="en-US"/>
        </a:p>
      </dgm:t>
    </dgm:pt>
    <dgm:pt modelId="{3319D1D4-572C-48C2-ADA6-5E76A00C3573}">
      <dgm:prSet/>
      <dgm:spPr/>
      <dgm:t>
        <a:bodyPr/>
        <a:lstStyle/>
        <a:p>
          <a:r>
            <a:rPr lang="en-US"/>
            <a:t>COUNT(DISTINCT t.transaction_id) AS store_purchases,</a:t>
          </a:r>
        </a:p>
      </dgm:t>
    </dgm:pt>
    <dgm:pt modelId="{C7642ECD-7D87-4417-AEFA-4AEDE4949FDD}" type="parTrans" cxnId="{39267C84-8E78-48AC-BC8E-46D7B584E9EC}">
      <dgm:prSet/>
      <dgm:spPr/>
      <dgm:t>
        <a:bodyPr/>
        <a:lstStyle/>
        <a:p>
          <a:endParaRPr lang="en-US"/>
        </a:p>
      </dgm:t>
    </dgm:pt>
    <dgm:pt modelId="{610AF0DB-7817-42A5-AE1A-F3602820E9EF}" type="sibTrans" cxnId="{39267C84-8E78-48AC-BC8E-46D7B584E9EC}">
      <dgm:prSet/>
      <dgm:spPr/>
      <dgm:t>
        <a:bodyPr/>
        <a:lstStyle/>
        <a:p>
          <a:endParaRPr lang="en-US"/>
        </a:p>
      </dgm:t>
    </dgm:pt>
    <dgm:pt modelId="{585388E2-1FA9-44EE-ADB9-4870EAC927A9}">
      <dgm:prSet/>
      <dgm:spPr/>
      <dgm:t>
        <a:bodyPr/>
        <a:lstStyle/>
        <a:p>
          <a:r>
            <a:rPr lang="en-US"/>
            <a:t>SUM(t.amount) AS total_spent_in_stores</a:t>
          </a:r>
        </a:p>
      </dgm:t>
    </dgm:pt>
    <dgm:pt modelId="{0B592670-45A2-43FA-9117-61EB13D032EC}" type="parTrans" cxnId="{27FCE351-6118-403E-9170-C49B70F83CC1}">
      <dgm:prSet/>
      <dgm:spPr/>
      <dgm:t>
        <a:bodyPr/>
        <a:lstStyle/>
        <a:p>
          <a:endParaRPr lang="en-US"/>
        </a:p>
      </dgm:t>
    </dgm:pt>
    <dgm:pt modelId="{B15B7EEA-18D0-40D8-87D6-7C947939524A}" type="sibTrans" cxnId="{27FCE351-6118-403E-9170-C49B70F83CC1}">
      <dgm:prSet/>
      <dgm:spPr/>
      <dgm:t>
        <a:bodyPr/>
        <a:lstStyle/>
        <a:p>
          <a:endParaRPr lang="en-US"/>
        </a:p>
      </dgm:t>
    </dgm:pt>
    <dgm:pt modelId="{4C2F7999-42AB-4348-B88C-B71EE327F11B}">
      <dgm:prSet/>
      <dgm:spPr/>
      <dgm:t>
        <a:bodyPr/>
        <a:lstStyle/>
        <a:p>
          <a:r>
            <a:rPr lang="en-AU"/>
            <a:t>FROM telstra_customers c</a:t>
          </a:r>
          <a:endParaRPr lang="en-US"/>
        </a:p>
      </dgm:t>
    </dgm:pt>
    <dgm:pt modelId="{C5AE7EFB-D026-436C-8DA7-92D34285D64A}" type="parTrans" cxnId="{2383720D-CBC2-4591-97F0-D9F1625096B6}">
      <dgm:prSet/>
      <dgm:spPr/>
      <dgm:t>
        <a:bodyPr/>
        <a:lstStyle/>
        <a:p>
          <a:endParaRPr lang="en-US"/>
        </a:p>
      </dgm:t>
    </dgm:pt>
    <dgm:pt modelId="{5936E600-0E33-4FC8-933A-D90098180C28}" type="sibTrans" cxnId="{2383720D-CBC2-4591-97F0-D9F1625096B6}">
      <dgm:prSet/>
      <dgm:spPr/>
      <dgm:t>
        <a:bodyPr/>
        <a:lstStyle/>
        <a:p>
          <a:endParaRPr lang="en-US"/>
        </a:p>
      </dgm:t>
    </dgm:pt>
    <dgm:pt modelId="{89E7C3A1-FB24-4550-B0E3-7A9249F39150}">
      <dgm:prSet/>
      <dgm:spPr/>
      <dgm:t>
        <a:bodyPr/>
        <a:lstStyle/>
        <a:p>
          <a:r>
            <a:rPr lang="en-US"/>
            <a:t>LEFT JOIN telstra_usage u ON c.customer_id = u.customer_id</a:t>
          </a:r>
        </a:p>
      </dgm:t>
    </dgm:pt>
    <dgm:pt modelId="{AF13659F-D01F-4571-B704-86B13E641D10}" type="parTrans" cxnId="{E96D9643-3E06-4234-82D7-27796CE80CA8}">
      <dgm:prSet/>
      <dgm:spPr/>
      <dgm:t>
        <a:bodyPr/>
        <a:lstStyle/>
        <a:p>
          <a:endParaRPr lang="en-US"/>
        </a:p>
      </dgm:t>
    </dgm:pt>
    <dgm:pt modelId="{95682317-7F43-4598-BAB0-EA89A55B989A}" type="sibTrans" cxnId="{E96D9643-3E06-4234-82D7-27796CE80CA8}">
      <dgm:prSet/>
      <dgm:spPr/>
      <dgm:t>
        <a:bodyPr/>
        <a:lstStyle/>
        <a:p>
          <a:endParaRPr lang="en-US"/>
        </a:p>
      </dgm:t>
    </dgm:pt>
    <dgm:pt modelId="{0389AF5F-45BA-4F8B-AAEA-739EFA94BD56}">
      <dgm:prSet/>
      <dgm:spPr/>
      <dgm:t>
        <a:bodyPr/>
        <a:lstStyle/>
        <a:p>
          <a:r>
            <a:rPr lang="en-US"/>
            <a:t>LEFT JOIN customers cust ON c.customer_name = cust.customer_name  -- Name matching (not ideal but demonstrates concept)</a:t>
          </a:r>
        </a:p>
      </dgm:t>
    </dgm:pt>
    <dgm:pt modelId="{9003CEA7-46ED-4BAC-9063-0579CD6DBD65}" type="parTrans" cxnId="{B259AFC7-99C4-4D46-ABD4-CB54750140BC}">
      <dgm:prSet/>
      <dgm:spPr/>
      <dgm:t>
        <a:bodyPr/>
        <a:lstStyle/>
        <a:p>
          <a:endParaRPr lang="en-US"/>
        </a:p>
      </dgm:t>
    </dgm:pt>
    <dgm:pt modelId="{2661173F-8C3E-4B60-83CA-F7BEC1D87467}" type="sibTrans" cxnId="{B259AFC7-99C4-4D46-ABD4-CB54750140BC}">
      <dgm:prSet/>
      <dgm:spPr/>
      <dgm:t>
        <a:bodyPr/>
        <a:lstStyle/>
        <a:p>
          <a:endParaRPr lang="en-US"/>
        </a:p>
      </dgm:t>
    </dgm:pt>
    <dgm:pt modelId="{98D40586-B335-4A20-9668-070D96AE33D3}">
      <dgm:prSet/>
      <dgm:spPr/>
      <dgm:t>
        <a:bodyPr/>
        <a:lstStyle/>
        <a:p>
          <a:r>
            <a:rPr lang="en-US"/>
            <a:t>LEFT JOIN transactions t ON cust.customer_id = t.customer_id</a:t>
          </a:r>
        </a:p>
      </dgm:t>
    </dgm:pt>
    <dgm:pt modelId="{3CEA2023-E4C5-4294-937B-8283A2B1476A}" type="parTrans" cxnId="{49792B2C-800C-44C3-80DB-F65362649997}">
      <dgm:prSet/>
      <dgm:spPr/>
      <dgm:t>
        <a:bodyPr/>
        <a:lstStyle/>
        <a:p>
          <a:endParaRPr lang="en-US"/>
        </a:p>
      </dgm:t>
    </dgm:pt>
    <dgm:pt modelId="{4EA642FE-672A-42DA-B40B-BC7777C805F2}" type="sibTrans" cxnId="{49792B2C-800C-44C3-80DB-F65362649997}">
      <dgm:prSet/>
      <dgm:spPr/>
      <dgm:t>
        <a:bodyPr/>
        <a:lstStyle/>
        <a:p>
          <a:endParaRPr lang="en-US"/>
        </a:p>
      </dgm:t>
    </dgm:pt>
    <dgm:pt modelId="{AA4CFDC1-EF44-4D32-BDFD-CF015B6A8128}">
      <dgm:prSet/>
      <dgm:spPr/>
      <dgm:t>
        <a:bodyPr/>
        <a:lstStyle/>
        <a:p>
          <a:r>
            <a:rPr lang="en-US"/>
            <a:t>GROUP BY c.customer_name, c.plan_tier</a:t>
          </a:r>
        </a:p>
      </dgm:t>
    </dgm:pt>
    <dgm:pt modelId="{BD15140C-6FF8-4820-9050-DBD42E12ED68}" type="parTrans" cxnId="{4B26E9AE-4770-49D8-B907-F9B36DB7A2E7}">
      <dgm:prSet/>
      <dgm:spPr/>
      <dgm:t>
        <a:bodyPr/>
        <a:lstStyle/>
        <a:p>
          <a:endParaRPr lang="en-US"/>
        </a:p>
      </dgm:t>
    </dgm:pt>
    <dgm:pt modelId="{532A94E1-21B2-4D59-95C4-F2CEEFB1F95C}" type="sibTrans" cxnId="{4B26E9AE-4770-49D8-B907-F9B36DB7A2E7}">
      <dgm:prSet/>
      <dgm:spPr/>
      <dgm:t>
        <a:bodyPr/>
        <a:lstStyle/>
        <a:p>
          <a:endParaRPr lang="en-US"/>
        </a:p>
      </dgm:t>
    </dgm:pt>
    <dgm:pt modelId="{27329C05-600A-49D5-9F28-F07861B9293C}">
      <dgm:prSet/>
      <dgm:spPr/>
      <dgm:t>
        <a:bodyPr/>
        <a:lstStyle/>
        <a:p>
          <a:r>
            <a:rPr lang="en-US"/>
            <a:t>ORDER BY total_data_gb DESC;</a:t>
          </a:r>
        </a:p>
      </dgm:t>
    </dgm:pt>
    <dgm:pt modelId="{369BA5B6-DFD4-46FB-8C0C-A6688C19A356}" type="parTrans" cxnId="{A4F23669-5CE9-4257-B5FD-5D553AE792B0}">
      <dgm:prSet/>
      <dgm:spPr/>
      <dgm:t>
        <a:bodyPr/>
        <a:lstStyle/>
        <a:p>
          <a:endParaRPr lang="en-US"/>
        </a:p>
      </dgm:t>
    </dgm:pt>
    <dgm:pt modelId="{1623CD97-A81D-419D-979F-47FF2C35F39A}" type="sibTrans" cxnId="{A4F23669-5CE9-4257-B5FD-5D553AE792B0}">
      <dgm:prSet/>
      <dgm:spPr/>
      <dgm:t>
        <a:bodyPr/>
        <a:lstStyle/>
        <a:p>
          <a:endParaRPr lang="en-US"/>
        </a:p>
      </dgm:t>
    </dgm:pt>
    <dgm:pt modelId="{D4A39CE7-0CC5-4636-A2A4-34AA1D3DECBC}" type="pres">
      <dgm:prSet presAssocID="{C3C62169-0A72-4E65-ADE8-FEB0F63C3751}" presName="vert0" presStyleCnt="0">
        <dgm:presLayoutVars>
          <dgm:dir/>
          <dgm:animOne val="branch"/>
          <dgm:animLvl val="lvl"/>
        </dgm:presLayoutVars>
      </dgm:prSet>
      <dgm:spPr/>
    </dgm:pt>
    <dgm:pt modelId="{4F1F9FC2-3558-420C-ADA0-609555B00729}" type="pres">
      <dgm:prSet presAssocID="{F487B23A-27CF-4ACF-ADF3-3A3202F75684}" presName="thickLine" presStyleLbl="alignNode1" presStyleIdx="0" presStyleCnt="12"/>
      <dgm:spPr/>
    </dgm:pt>
    <dgm:pt modelId="{600ABA1E-37B5-44AB-BE4D-13FD4D55C54F}" type="pres">
      <dgm:prSet presAssocID="{F487B23A-27CF-4ACF-ADF3-3A3202F75684}" presName="horz1" presStyleCnt="0"/>
      <dgm:spPr/>
    </dgm:pt>
    <dgm:pt modelId="{A99F40ED-B8EF-431E-9AAF-2839102E3A3F}" type="pres">
      <dgm:prSet presAssocID="{F487B23A-27CF-4ACF-ADF3-3A3202F75684}" presName="tx1" presStyleLbl="revTx" presStyleIdx="0" presStyleCnt="12"/>
      <dgm:spPr/>
    </dgm:pt>
    <dgm:pt modelId="{233ABB97-432F-4FD8-A6E6-26302A4871D2}" type="pres">
      <dgm:prSet presAssocID="{F487B23A-27CF-4ACF-ADF3-3A3202F75684}" presName="vert1" presStyleCnt="0"/>
      <dgm:spPr/>
    </dgm:pt>
    <dgm:pt modelId="{0DBDAF10-3DED-4C76-B2D3-7BCA6976E7CA}" type="pres">
      <dgm:prSet presAssocID="{1B1B8B6E-38C8-4BF7-B803-AE82A54FF49A}" presName="thickLine" presStyleLbl="alignNode1" presStyleIdx="1" presStyleCnt="12"/>
      <dgm:spPr/>
    </dgm:pt>
    <dgm:pt modelId="{14358C12-A501-465B-8334-615DD076B380}" type="pres">
      <dgm:prSet presAssocID="{1B1B8B6E-38C8-4BF7-B803-AE82A54FF49A}" presName="horz1" presStyleCnt="0"/>
      <dgm:spPr/>
    </dgm:pt>
    <dgm:pt modelId="{61659FB6-4294-42E9-9C51-9E6630868C2F}" type="pres">
      <dgm:prSet presAssocID="{1B1B8B6E-38C8-4BF7-B803-AE82A54FF49A}" presName="tx1" presStyleLbl="revTx" presStyleIdx="1" presStyleCnt="12"/>
      <dgm:spPr/>
    </dgm:pt>
    <dgm:pt modelId="{D925894D-8420-43D8-A13B-F994DE3861F3}" type="pres">
      <dgm:prSet presAssocID="{1B1B8B6E-38C8-4BF7-B803-AE82A54FF49A}" presName="vert1" presStyleCnt="0"/>
      <dgm:spPr/>
    </dgm:pt>
    <dgm:pt modelId="{F17316B0-BFD4-4600-9877-683B93FB07F0}" type="pres">
      <dgm:prSet presAssocID="{9C9405D1-C82F-430E-B540-8F2D24CABE9E}" presName="thickLine" presStyleLbl="alignNode1" presStyleIdx="2" presStyleCnt="12"/>
      <dgm:spPr/>
    </dgm:pt>
    <dgm:pt modelId="{17A42E5C-1A31-4908-A992-F182949D9970}" type="pres">
      <dgm:prSet presAssocID="{9C9405D1-C82F-430E-B540-8F2D24CABE9E}" presName="horz1" presStyleCnt="0"/>
      <dgm:spPr/>
    </dgm:pt>
    <dgm:pt modelId="{0464C9FE-A0F2-46BA-9F73-40D00F4EB648}" type="pres">
      <dgm:prSet presAssocID="{9C9405D1-C82F-430E-B540-8F2D24CABE9E}" presName="tx1" presStyleLbl="revTx" presStyleIdx="2" presStyleCnt="12"/>
      <dgm:spPr/>
    </dgm:pt>
    <dgm:pt modelId="{12B5A50D-D9C6-4513-B569-7976061B23C3}" type="pres">
      <dgm:prSet presAssocID="{9C9405D1-C82F-430E-B540-8F2D24CABE9E}" presName="vert1" presStyleCnt="0"/>
      <dgm:spPr/>
    </dgm:pt>
    <dgm:pt modelId="{14584251-3D32-4536-9E7B-A15F0FDFE852}" type="pres">
      <dgm:prSet presAssocID="{52614832-E329-409D-9A4E-C2FFB02F3047}" presName="thickLine" presStyleLbl="alignNode1" presStyleIdx="3" presStyleCnt="12"/>
      <dgm:spPr/>
    </dgm:pt>
    <dgm:pt modelId="{8D5FE0E3-DF7F-4240-AAF6-6462CF4BB081}" type="pres">
      <dgm:prSet presAssocID="{52614832-E329-409D-9A4E-C2FFB02F3047}" presName="horz1" presStyleCnt="0"/>
      <dgm:spPr/>
    </dgm:pt>
    <dgm:pt modelId="{10341B8E-902C-42C7-A407-CEA2CF969470}" type="pres">
      <dgm:prSet presAssocID="{52614832-E329-409D-9A4E-C2FFB02F3047}" presName="tx1" presStyleLbl="revTx" presStyleIdx="3" presStyleCnt="12"/>
      <dgm:spPr/>
    </dgm:pt>
    <dgm:pt modelId="{8E5863C2-D132-45B4-A367-8C8F839CCDA4}" type="pres">
      <dgm:prSet presAssocID="{52614832-E329-409D-9A4E-C2FFB02F3047}" presName="vert1" presStyleCnt="0"/>
      <dgm:spPr/>
    </dgm:pt>
    <dgm:pt modelId="{F867E548-AA4C-473C-AB01-059115F5E09F}" type="pres">
      <dgm:prSet presAssocID="{3319D1D4-572C-48C2-ADA6-5E76A00C3573}" presName="thickLine" presStyleLbl="alignNode1" presStyleIdx="4" presStyleCnt="12"/>
      <dgm:spPr/>
    </dgm:pt>
    <dgm:pt modelId="{6EE25FE0-8577-4324-86E2-B03DF91A5C47}" type="pres">
      <dgm:prSet presAssocID="{3319D1D4-572C-48C2-ADA6-5E76A00C3573}" presName="horz1" presStyleCnt="0"/>
      <dgm:spPr/>
    </dgm:pt>
    <dgm:pt modelId="{64A9DCC0-39AF-41CD-BFD1-74AC42AED541}" type="pres">
      <dgm:prSet presAssocID="{3319D1D4-572C-48C2-ADA6-5E76A00C3573}" presName="tx1" presStyleLbl="revTx" presStyleIdx="4" presStyleCnt="12"/>
      <dgm:spPr/>
    </dgm:pt>
    <dgm:pt modelId="{14DB0B1B-F2A6-401F-A80D-1F5CDF3386E5}" type="pres">
      <dgm:prSet presAssocID="{3319D1D4-572C-48C2-ADA6-5E76A00C3573}" presName="vert1" presStyleCnt="0"/>
      <dgm:spPr/>
    </dgm:pt>
    <dgm:pt modelId="{49F1223C-3EB3-453A-8EE0-1C88B36FA1CD}" type="pres">
      <dgm:prSet presAssocID="{585388E2-1FA9-44EE-ADB9-4870EAC927A9}" presName="thickLine" presStyleLbl="alignNode1" presStyleIdx="5" presStyleCnt="12"/>
      <dgm:spPr/>
    </dgm:pt>
    <dgm:pt modelId="{2313B48E-C055-42BC-BBBF-DF77FF33DDD8}" type="pres">
      <dgm:prSet presAssocID="{585388E2-1FA9-44EE-ADB9-4870EAC927A9}" presName="horz1" presStyleCnt="0"/>
      <dgm:spPr/>
    </dgm:pt>
    <dgm:pt modelId="{C58AA529-9D59-4C96-958C-83585301031C}" type="pres">
      <dgm:prSet presAssocID="{585388E2-1FA9-44EE-ADB9-4870EAC927A9}" presName="tx1" presStyleLbl="revTx" presStyleIdx="5" presStyleCnt="12"/>
      <dgm:spPr/>
    </dgm:pt>
    <dgm:pt modelId="{F852D790-6A7E-4058-A1E5-5F9C8076DDCC}" type="pres">
      <dgm:prSet presAssocID="{585388E2-1FA9-44EE-ADB9-4870EAC927A9}" presName="vert1" presStyleCnt="0"/>
      <dgm:spPr/>
    </dgm:pt>
    <dgm:pt modelId="{114F89DE-69C5-4082-A004-004A2788615A}" type="pres">
      <dgm:prSet presAssocID="{4C2F7999-42AB-4348-B88C-B71EE327F11B}" presName="thickLine" presStyleLbl="alignNode1" presStyleIdx="6" presStyleCnt="12"/>
      <dgm:spPr/>
    </dgm:pt>
    <dgm:pt modelId="{F6718AA6-36F2-4623-8A74-62B7B55D5FAC}" type="pres">
      <dgm:prSet presAssocID="{4C2F7999-42AB-4348-B88C-B71EE327F11B}" presName="horz1" presStyleCnt="0"/>
      <dgm:spPr/>
    </dgm:pt>
    <dgm:pt modelId="{D2112E61-F03C-4C39-B8B2-03387B3D139F}" type="pres">
      <dgm:prSet presAssocID="{4C2F7999-42AB-4348-B88C-B71EE327F11B}" presName="tx1" presStyleLbl="revTx" presStyleIdx="6" presStyleCnt="12"/>
      <dgm:spPr/>
    </dgm:pt>
    <dgm:pt modelId="{88C96425-832D-4F87-BFF8-5F0CF84773A6}" type="pres">
      <dgm:prSet presAssocID="{4C2F7999-42AB-4348-B88C-B71EE327F11B}" presName="vert1" presStyleCnt="0"/>
      <dgm:spPr/>
    </dgm:pt>
    <dgm:pt modelId="{29B52521-4266-441C-8879-D25089D54864}" type="pres">
      <dgm:prSet presAssocID="{89E7C3A1-FB24-4550-B0E3-7A9249F39150}" presName="thickLine" presStyleLbl="alignNode1" presStyleIdx="7" presStyleCnt="12"/>
      <dgm:spPr/>
    </dgm:pt>
    <dgm:pt modelId="{92EE0C95-7825-444E-B0D5-22A2E6588A92}" type="pres">
      <dgm:prSet presAssocID="{89E7C3A1-FB24-4550-B0E3-7A9249F39150}" presName="horz1" presStyleCnt="0"/>
      <dgm:spPr/>
    </dgm:pt>
    <dgm:pt modelId="{96A50863-0FC7-4CBB-8AC0-5DF2CA1BA883}" type="pres">
      <dgm:prSet presAssocID="{89E7C3A1-FB24-4550-B0E3-7A9249F39150}" presName="tx1" presStyleLbl="revTx" presStyleIdx="7" presStyleCnt="12"/>
      <dgm:spPr/>
    </dgm:pt>
    <dgm:pt modelId="{7178A3B1-E4C3-44DB-A002-4BC88D5341FC}" type="pres">
      <dgm:prSet presAssocID="{89E7C3A1-FB24-4550-B0E3-7A9249F39150}" presName="vert1" presStyleCnt="0"/>
      <dgm:spPr/>
    </dgm:pt>
    <dgm:pt modelId="{82BDEA58-32D5-468F-9C85-D1F901A7892E}" type="pres">
      <dgm:prSet presAssocID="{0389AF5F-45BA-4F8B-AAEA-739EFA94BD56}" presName="thickLine" presStyleLbl="alignNode1" presStyleIdx="8" presStyleCnt="12"/>
      <dgm:spPr/>
    </dgm:pt>
    <dgm:pt modelId="{0D13BBEE-DC48-47F9-9AFE-61749236DD2E}" type="pres">
      <dgm:prSet presAssocID="{0389AF5F-45BA-4F8B-AAEA-739EFA94BD56}" presName="horz1" presStyleCnt="0"/>
      <dgm:spPr/>
    </dgm:pt>
    <dgm:pt modelId="{3DF7290C-3FC0-455F-AF49-84F940F0B124}" type="pres">
      <dgm:prSet presAssocID="{0389AF5F-45BA-4F8B-AAEA-739EFA94BD56}" presName="tx1" presStyleLbl="revTx" presStyleIdx="8" presStyleCnt="12"/>
      <dgm:spPr/>
    </dgm:pt>
    <dgm:pt modelId="{5B634CF6-4A59-4761-BB6C-6B57F04E2A4D}" type="pres">
      <dgm:prSet presAssocID="{0389AF5F-45BA-4F8B-AAEA-739EFA94BD56}" presName="vert1" presStyleCnt="0"/>
      <dgm:spPr/>
    </dgm:pt>
    <dgm:pt modelId="{DC33E573-BCD9-493B-99E8-BF723B7B8FA6}" type="pres">
      <dgm:prSet presAssocID="{98D40586-B335-4A20-9668-070D96AE33D3}" presName="thickLine" presStyleLbl="alignNode1" presStyleIdx="9" presStyleCnt="12"/>
      <dgm:spPr/>
    </dgm:pt>
    <dgm:pt modelId="{383F174C-B8CC-40D9-8556-1990C351A97E}" type="pres">
      <dgm:prSet presAssocID="{98D40586-B335-4A20-9668-070D96AE33D3}" presName="horz1" presStyleCnt="0"/>
      <dgm:spPr/>
    </dgm:pt>
    <dgm:pt modelId="{ECE95B3D-49EA-4C9C-8410-4C3241DAFF6B}" type="pres">
      <dgm:prSet presAssocID="{98D40586-B335-4A20-9668-070D96AE33D3}" presName="tx1" presStyleLbl="revTx" presStyleIdx="9" presStyleCnt="12"/>
      <dgm:spPr/>
    </dgm:pt>
    <dgm:pt modelId="{3F0D9383-E419-4F64-BD41-AB04351D4231}" type="pres">
      <dgm:prSet presAssocID="{98D40586-B335-4A20-9668-070D96AE33D3}" presName="vert1" presStyleCnt="0"/>
      <dgm:spPr/>
    </dgm:pt>
    <dgm:pt modelId="{374C3B20-62AD-4839-BADB-F3ADB9B58608}" type="pres">
      <dgm:prSet presAssocID="{AA4CFDC1-EF44-4D32-BDFD-CF015B6A8128}" presName="thickLine" presStyleLbl="alignNode1" presStyleIdx="10" presStyleCnt="12"/>
      <dgm:spPr/>
    </dgm:pt>
    <dgm:pt modelId="{C0D5261F-4AF9-43DF-954A-0E6F552C70D8}" type="pres">
      <dgm:prSet presAssocID="{AA4CFDC1-EF44-4D32-BDFD-CF015B6A8128}" presName="horz1" presStyleCnt="0"/>
      <dgm:spPr/>
    </dgm:pt>
    <dgm:pt modelId="{3727DE7A-08F4-4B7F-BBBB-465ACCD8555E}" type="pres">
      <dgm:prSet presAssocID="{AA4CFDC1-EF44-4D32-BDFD-CF015B6A8128}" presName="tx1" presStyleLbl="revTx" presStyleIdx="10" presStyleCnt="12"/>
      <dgm:spPr/>
    </dgm:pt>
    <dgm:pt modelId="{55037416-3129-4A96-87A5-84CEFC760FE4}" type="pres">
      <dgm:prSet presAssocID="{AA4CFDC1-EF44-4D32-BDFD-CF015B6A8128}" presName="vert1" presStyleCnt="0"/>
      <dgm:spPr/>
    </dgm:pt>
    <dgm:pt modelId="{66A6B2C5-F229-4FA1-B130-C266A4D14440}" type="pres">
      <dgm:prSet presAssocID="{27329C05-600A-49D5-9F28-F07861B9293C}" presName="thickLine" presStyleLbl="alignNode1" presStyleIdx="11" presStyleCnt="12"/>
      <dgm:spPr/>
    </dgm:pt>
    <dgm:pt modelId="{5C9BAE7A-289D-42E2-91F1-6BD4CBA7B3FB}" type="pres">
      <dgm:prSet presAssocID="{27329C05-600A-49D5-9F28-F07861B9293C}" presName="horz1" presStyleCnt="0"/>
      <dgm:spPr/>
    </dgm:pt>
    <dgm:pt modelId="{0AC4BD32-0336-4A62-8BAC-4544159CE932}" type="pres">
      <dgm:prSet presAssocID="{27329C05-600A-49D5-9F28-F07861B9293C}" presName="tx1" presStyleLbl="revTx" presStyleIdx="11" presStyleCnt="12"/>
      <dgm:spPr/>
    </dgm:pt>
    <dgm:pt modelId="{4621EDAB-FA13-4DB6-9D21-23C780DBD27A}" type="pres">
      <dgm:prSet presAssocID="{27329C05-600A-49D5-9F28-F07861B9293C}" presName="vert1" presStyleCnt="0"/>
      <dgm:spPr/>
    </dgm:pt>
  </dgm:ptLst>
  <dgm:cxnLst>
    <dgm:cxn modelId="{2383720D-CBC2-4591-97F0-D9F1625096B6}" srcId="{C3C62169-0A72-4E65-ADE8-FEB0F63C3751}" destId="{4C2F7999-42AB-4348-B88C-B71EE327F11B}" srcOrd="6" destOrd="0" parTransId="{C5AE7EFB-D026-436C-8DA7-92D34285D64A}" sibTransId="{5936E600-0E33-4FC8-933A-D90098180C28}"/>
    <dgm:cxn modelId="{336FF117-8AE6-493C-A334-015B58094594}" type="presOf" srcId="{AA4CFDC1-EF44-4D32-BDFD-CF015B6A8128}" destId="{3727DE7A-08F4-4B7F-BBBB-465ACCD8555E}" srcOrd="0" destOrd="0" presId="urn:microsoft.com/office/officeart/2008/layout/LinedList"/>
    <dgm:cxn modelId="{73410C1E-78FF-46CC-A9D0-0D990C6BA533}" srcId="{C3C62169-0A72-4E65-ADE8-FEB0F63C3751}" destId="{9C9405D1-C82F-430E-B540-8F2D24CABE9E}" srcOrd="2" destOrd="0" parTransId="{1038E53F-A266-4F2A-B998-FF3C8CE765CC}" sibTransId="{409C13E4-3348-4E64-BBA4-9EAD5AE53515}"/>
    <dgm:cxn modelId="{49792B2C-800C-44C3-80DB-F65362649997}" srcId="{C3C62169-0A72-4E65-ADE8-FEB0F63C3751}" destId="{98D40586-B335-4A20-9668-070D96AE33D3}" srcOrd="9" destOrd="0" parTransId="{3CEA2023-E4C5-4294-937B-8283A2B1476A}" sibTransId="{4EA642FE-672A-42DA-B40B-BC7777C805F2}"/>
    <dgm:cxn modelId="{FD796538-59BD-4EBD-B094-29021683338D}" type="presOf" srcId="{F487B23A-27CF-4ACF-ADF3-3A3202F75684}" destId="{A99F40ED-B8EF-431E-9AAF-2839102E3A3F}" srcOrd="0" destOrd="0" presId="urn:microsoft.com/office/officeart/2008/layout/LinedList"/>
    <dgm:cxn modelId="{63EC695C-B2B6-4D8B-B948-8FB16A88EE1A}" type="presOf" srcId="{1B1B8B6E-38C8-4BF7-B803-AE82A54FF49A}" destId="{61659FB6-4294-42E9-9C51-9E6630868C2F}" srcOrd="0" destOrd="0" presId="urn:microsoft.com/office/officeart/2008/layout/LinedList"/>
    <dgm:cxn modelId="{E96D9643-3E06-4234-82D7-27796CE80CA8}" srcId="{C3C62169-0A72-4E65-ADE8-FEB0F63C3751}" destId="{89E7C3A1-FB24-4550-B0E3-7A9249F39150}" srcOrd="7" destOrd="0" parTransId="{AF13659F-D01F-4571-B704-86B13E641D10}" sibTransId="{95682317-7F43-4598-BAB0-EA89A55B989A}"/>
    <dgm:cxn modelId="{8B18DC46-7CDD-4C29-9395-99A8551EDD65}" type="presOf" srcId="{9C9405D1-C82F-430E-B540-8F2D24CABE9E}" destId="{0464C9FE-A0F2-46BA-9F73-40D00F4EB648}" srcOrd="0" destOrd="0" presId="urn:microsoft.com/office/officeart/2008/layout/LinedList"/>
    <dgm:cxn modelId="{A4F23669-5CE9-4257-B5FD-5D553AE792B0}" srcId="{C3C62169-0A72-4E65-ADE8-FEB0F63C3751}" destId="{27329C05-600A-49D5-9F28-F07861B9293C}" srcOrd="11" destOrd="0" parTransId="{369BA5B6-DFD4-46FB-8C0C-A6688C19A356}" sibTransId="{1623CD97-A81D-419D-979F-47FF2C35F39A}"/>
    <dgm:cxn modelId="{85A34E70-9F80-4BB9-B311-C751B46579AE}" srcId="{C3C62169-0A72-4E65-ADE8-FEB0F63C3751}" destId="{52614832-E329-409D-9A4E-C2FFB02F3047}" srcOrd="3" destOrd="0" parTransId="{3AF8F6AE-7DE9-445D-AE41-A2A386F4622B}" sibTransId="{BD4C6A52-89B4-4122-9FE2-6489C8DE1F21}"/>
    <dgm:cxn modelId="{27FCE351-6118-403E-9170-C49B70F83CC1}" srcId="{C3C62169-0A72-4E65-ADE8-FEB0F63C3751}" destId="{585388E2-1FA9-44EE-ADB9-4870EAC927A9}" srcOrd="5" destOrd="0" parTransId="{0B592670-45A2-43FA-9117-61EB13D032EC}" sibTransId="{B15B7EEA-18D0-40D8-87D6-7C947939524A}"/>
    <dgm:cxn modelId="{39267C84-8E78-48AC-BC8E-46D7B584E9EC}" srcId="{C3C62169-0A72-4E65-ADE8-FEB0F63C3751}" destId="{3319D1D4-572C-48C2-ADA6-5E76A00C3573}" srcOrd="4" destOrd="0" parTransId="{C7642ECD-7D87-4417-AEFA-4AEDE4949FDD}" sibTransId="{610AF0DB-7817-42A5-AE1A-F3602820E9EF}"/>
    <dgm:cxn modelId="{1F951986-47B0-4F93-89CF-4DABC875B9AE}" type="presOf" srcId="{585388E2-1FA9-44EE-ADB9-4870EAC927A9}" destId="{C58AA529-9D59-4C96-958C-83585301031C}" srcOrd="0" destOrd="0" presId="urn:microsoft.com/office/officeart/2008/layout/LinedList"/>
    <dgm:cxn modelId="{276BD497-3028-4504-BF66-1F1E6D86C87F}" type="presOf" srcId="{4C2F7999-42AB-4348-B88C-B71EE327F11B}" destId="{D2112E61-F03C-4C39-B8B2-03387B3D139F}" srcOrd="0" destOrd="0" presId="urn:microsoft.com/office/officeart/2008/layout/LinedList"/>
    <dgm:cxn modelId="{E2EBD897-AE6F-466E-9FE7-C9493EBB1DB5}" type="presOf" srcId="{89E7C3A1-FB24-4550-B0E3-7A9249F39150}" destId="{96A50863-0FC7-4CBB-8AC0-5DF2CA1BA883}" srcOrd="0" destOrd="0" presId="urn:microsoft.com/office/officeart/2008/layout/LinedList"/>
    <dgm:cxn modelId="{80F9FC9B-84B5-445E-B3CF-CB0B0D6915C4}" type="presOf" srcId="{0389AF5F-45BA-4F8B-AAEA-739EFA94BD56}" destId="{3DF7290C-3FC0-455F-AF49-84F940F0B124}" srcOrd="0" destOrd="0" presId="urn:microsoft.com/office/officeart/2008/layout/LinedList"/>
    <dgm:cxn modelId="{4B26E9AE-4770-49D8-B907-F9B36DB7A2E7}" srcId="{C3C62169-0A72-4E65-ADE8-FEB0F63C3751}" destId="{AA4CFDC1-EF44-4D32-BDFD-CF015B6A8128}" srcOrd="10" destOrd="0" parTransId="{BD15140C-6FF8-4820-9050-DBD42E12ED68}" sibTransId="{532A94E1-21B2-4D59-95C4-F2CEEFB1F95C}"/>
    <dgm:cxn modelId="{0CD27FB3-197C-4FD4-9910-FDC1D50AAFC9}" type="presOf" srcId="{27329C05-600A-49D5-9F28-F07861B9293C}" destId="{0AC4BD32-0336-4A62-8BAC-4544159CE932}" srcOrd="0" destOrd="0" presId="urn:microsoft.com/office/officeart/2008/layout/LinedList"/>
    <dgm:cxn modelId="{B965EFB6-413D-4825-8D4C-8D8BE7B4553A}" type="presOf" srcId="{3319D1D4-572C-48C2-ADA6-5E76A00C3573}" destId="{64A9DCC0-39AF-41CD-BFD1-74AC42AED541}" srcOrd="0" destOrd="0" presId="urn:microsoft.com/office/officeart/2008/layout/LinedList"/>
    <dgm:cxn modelId="{3B2453B9-6616-4A5B-9626-4C04A365480D}" type="presOf" srcId="{98D40586-B335-4A20-9668-070D96AE33D3}" destId="{ECE95B3D-49EA-4C9C-8410-4C3241DAFF6B}" srcOrd="0" destOrd="0" presId="urn:microsoft.com/office/officeart/2008/layout/LinedList"/>
    <dgm:cxn modelId="{C8C95FC4-FA9E-4A6B-ADBF-4B671D06649B}" srcId="{C3C62169-0A72-4E65-ADE8-FEB0F63C3751}" destId="{1B1B8B6E-38C8-4BF7-B803-AE82A54FF49A}" srcOrd="1" destOrd="0" parTransId="{4C8EE21D-E19D-422F-AA1F-340604B98BF8}" sibTransId="{69DFEC70-439F-446D-8829-F67816D09EF1}"/>
    <dgm:cxn modelId="{B259AFC7-99C4-4D46-ABD4-CB54750140BC}" srcId="{C3C62169-0A72-4E65-ADE8-FEB0F63C3751}" destId="{0389AF5F-45BA-4F8B-AAEA-739EFA94BD56}" srcOrd="8" destOrd="0" parTransId="{9003CEA7-46ED-4BAC-9063-0579CD6DBD65}" sibTransId="{2661173F-8C3E-4B60-83CA-F7BEC1D87467}"/>
    <dgm:cxn modelId="{9B7F45DA-0C56-40B7-9DEE-8E42AA2AE4A1}" srcId="{C3C62169-0A72-4E65-ADE8-FEB0F63C3751}" destId="{F487B23A-27CF-4ACF-ADF3-3A3202F75684}" srcOrd="0" destOrd="0" parTransId="{90C98564-D6B6-4E64-9EC6-15842638F3DA}" sibTransId="{BFB09A0E-1492-498E-AF9F-1E2EC1466659}"/>
    <dgm:cxn modelId="{591EC9DD-AD6F-4AAE-BAC0-BCA1CCE27913}" type="presOf" srcId="{C3C62169-0A72-4E65-ADE8-FEB0F63C3751}" destId="{D4A39CE7-0CC5-4636-A2A4-34AA1D3DECBC}" srcOrd="0" destOrd="0" presId="urn:microsoft.com/office/officeart/2008/layout/LinedList"/>
    <dgm:cxn modelId="{A63A96E9-C48F-4CB9-9008-935879AA6381}" type="presOf" srcId="{52614832-E329-409D-9A4E-C2FFB02F3047}" destId="{10341B8E-902C-42C7-A407-CEA2CF969470}" srcOrd="0" destOrd="0" presId="urn:microsoft.com/office/officeart/2008/layout/LinedList"/>
    <dgm:cxn modelId="{91950642-6324-404D-A63E-D6710F371CC6}" type="presParOf" srcId="{D4A39CE7-0CC5-4636-A2A4-34AA1D3DECBC}" destId="{4F1F9FC2-3558-420C-ADA0-609555B00729}" srcOrd="0" destOrd="0" presId="urn:microsoft.com/office/officeart/2008/layout/LinedList"/>
    <dgm:cxn modelId="{F3A98FAD-069E-42B0-B593-551C6A30165F}" type="presParOf" srcId="{D4A39CE7-0CC5-4636-A2A4-34AA1D3DECBC}" destId="{600ABA1E-37B5-44AB-BE4D-13FD4D55C54F}" srcOrd="1" destOrd="0" presId="urn:microsoft.com/office/officeart/2008/layout/LinedList"/>
    <dgm:cxn modelId="{CEB75A99-177F-4CC9-ADF9-E135A4E765F3}" type="presParOf" srcId="{600ABA1E-37B5-44AB-BE4D-13FD4D55C54F}" destId="{A99F40ED-B8EF-431E-9AAF-2839102E3A3F}" srcOrd="0" destOrd="0" presId="urn:microsoft.com/office/officeart/2008/layout/LinedList"/>
    <dgm:cxn modelId="{A9850D67-A040-49A3-B2EC-4A292EA5F029}" type="presParOf" srcId="{600ABA1E-37B5-44AB-BE4D-13FD4D55C54F}" destId="{233ABB97-432F-4FD8-A6E6-26302A4871D2}" srcOrd="1" destOrd="0" presId="urn:microsoft.com/office/officeart/2008/layout/LinedList"/>
    <dgm:cxn modelId="{4AA5AE31-EBA0-4617-A961-07AFCC2A5567}" type="presParOf" srcId="{D4A39CE7-0CC5-4636-A2A4-34AA1D3DECBC}" destId="{0DBDAF10-3DED-4C76-B2D3-7BCA6976E7CA}" srcOrd="2" destOrd="0" presId="urn:microsoft.com/office/officeart/2008/layout/LinedList"/>
    <dgm:cxn modelId="{F1E3B710-1DE6-436D-AC68-E943FE9DC072}" type="presParOf" srcId="{D4A39CE7-0CC5-4636-A2A4-34AA1D3DECBC}" destId="{14358C12-A501-465B-8334-615DD076B380}" srcOrd="3" destOrd="0" presId="urn:microsoft.com/office/officeart/2008/layout/LinedList"/>
    <dgm:cxn modelId="{003D37FA-69CC-462D-93E5-56ADA8A81C53}" type="presParOf" srcId="{14358C12-A501-465B-8334-615DD076B380}" destId="{61659FB6-4294-42E9-9C51-9E6630868C2F}" srcOrd="0" destOrd="0" presId="urn:microsoft.com/office/officeart/2008/layout/LinedList"/>
    <dgm:cxn modelId="{99AB585C-33BA-4E1F-BEE7-C297A70DF441}" type="presParOf" srcId="{14358C12-A501-465B-8334-615DD076B380}" destId="{D925894D-8420-43D8-A13B-F994DE3861F3}" srcOrd="1" destOrd="0" presId="urn:microsoft.com/office/officeart/2008/layout/LinedList"/>
    <dgm:cxn modelId="{BA79BF15-4BA2-4932-B44B-9654B2724BD3}" type="presParOf" srcId="{D4A39CE7-0CC5-4636-A2A4-34AA1D3DECBC}" destId="{F17316B0-BFD4-4600-9877-683B93FB07F0}" srcOrd="4" destOrd="0" presId="urn:microsoft.com/office/officeart/2008/layout/LinedList"/>
    <dgm:cxn modelId="{755A4FA5-B679-4EF9-BE96-273BD7DA13DE}" type="presParOf" srcId="{D4A39CE7-0CC5-4636-A2A4-34AA1D3DECBC}" destId="{17A42E5C-1A31-4908-A992-F182949D9970}" srcOrd="5" destOrd="0" presId="urn:microsoft.com/office/officeart/2008/layout/LinedList"/>
    <dgm:cxn modelId="{FFF6D975-B8E7-4227-AA9F-E827CF3FB673}" type="presParOf" srcId="{17A42E5C-1A31-4908-A992-F182949D9970}" destId="{0464C9FE-A0F2-46BA-9F73-40D00F4EB648}" srcOrd="0" destOrd="0" presId="urn:microsoft.com/office/officeart/2008/layout/LinedList"/>
    <dgm:cxn modelId="{3A16335C-0A91-4067-8634-1B3F802483B8}" type="presParOf" srcId="{17A42E5C-1A31-4908-A992-F182949D9970}" destId="{12B5A50D-D9C6-4513-B569-7976061B23C3}" srcOrd="1" destOrd="0" presId="urn:microsoft.com/office/officeart/2008/layout/LinedList"/>
    <dgm:cxn modelId="{111219A4-422D-4BBA-B653-286EDA28E029}" type="presParOf" srcId="{D4A39CE7-0CC5-4636-A2A4-34AA1D3DECBC}" destId="{14584251-3D32-4536-9E7B-A15F0FDFE852}" srcOrd="6" destOrd="0" presId="urn:microsoft.com/office/officeart/2008/layout/LinedList"/>
    <dgm:cxn modelId="{47FE7B7C-03BA-44AD-BC03-8E5039EC57DD}" type="presParOf" srcId="{D4A39CE7-0CC5-4636-A2A4-34AA1D3DECBC}" destId="{8D5FE0E3-DF7F-4240-AAF6-6462CF4BB081}" srcOrd="7" destOrd="0" presId="urn:microsoft.com/office/officeart/2008/layout/LinedList"/>
    <dgm:cxn modelId="{05200665-D632-4A0E-8CD0-25A3E04CE429}" type="presParOf" srcId="{8D5FE0E3-DF7F-4240-AAF6-6462CF4BB081}" destId="{10341B8E-902C-42C7-A407-CEA2CF969470}" srcOrd="0" destOrd="0" presId="urn:microsoft.com/office/officeart/2008/layout/LinedList"/>
    <dgm:cxn modelId="{0EABAD2A-8AFB-4D8E-9064-8948535FC518}" type="presParOf" srcId="{8D5FE0E3-DF7F-4240-AAF6-6462CF4BB081}" destId="{8E5863C2-D132-45B4-A367-8C8F839CCDA4}" srcOrd="1" destOrd="0" presId="urn:microsoft.com/office/officeart/2008/layout/LinedList"/>
    <dgm:cxn modelId="{7A8E1EAE-EC75-43D2-B8D8-0D6CFFAE33F1}" type="presParOf" srcId="{D4A39CE7-0CC5-4636-A2A4-34AA1D3DECBC}" destId="{F867E548-AA4C-473C-AB01-059115F5E09F}" srcOrd="8" destOrd="0" presId="urn:microsoft.com/office/officeart/2008/layout/LinedList"/>
    <dgm:cxn modelId="{E95B2484-F347-4264-8EE3-33711BB35DEE}" type="presParOf" srcId="{D4A39CE7-0CC5-4636-A2A4-34AA1D3DECBC}" destId="{6EE25FE0-8577-4324-86E2-B03DF91A5C47}" srcOrd="9" destOrd="0" presId="urn:microsoft.com/office/officeart/2008/layout/LinedList"/>
    <dgm:cxn modelId="{AF2B96D5-4B46-4FB7-A4C8-D18A92786061}" type="presParOf" srcId="{6EE25FE0-8577-4324-86E2-B03DF91A5C47}" destId="{64A9DCC0-39AF-41CD-BFD1-74AC42AED541}" srcOrd="0" destOrd="0" presId="urn:microsoft.com/office/officeart/2008/layout/LinedList"/>
    <dgm:cxn modelId="{BBF54FC2-1E8F-42B5-B5D8-C90C59711A6F}" type="presParOf" srcId="{6EE25FE0-8577-4324-86E2-B03DF91A5C47}" destId="{14DB0B1B-F2A6-401F-A80D-1F5CDF3386E5}" srcOrd="1" destOrd="0" presId="urn:microsoft.com/office/officeart/2008/layout/LinedList"/>
    <dgm:cxn modelId="{5EA05272-9138-48FC-BC91-F35D71BCC0DF}" type="presParOf" srcId="{D4A39CE7-0CC5-4636-A2A4-34AA1D3DECBC}" destId="{49F1223C-3EB3-453A-8EE0-1C88B36FA1CD}" srcOrd="10" destOrd="0" presId="urn:microsoft.com/office/officeart/2008/layout/LinedList"/>
    <dgm:cxn modelId="{53D9FD0D-2FB1-496C-ADB9-67B8AC3BE580}" type="presParOf" srcId="{D4A39CE7-0CC5-4636-A2A4-34AA1D3DECBC}" destId="{2313B48E-C055-42BC-BBBF-DF77FF33DDD8}" srcOrd="11" destOrd="0" presId="urn:microsoft.com/office/officeart/2008/layout/LinedList"/>
    <dgm:cxn modelId="{4F22D13E-4730-49DB-A831-84173F3AD6A3}" type="presParOf" srcId="{2313B48E-C055-42BC-BBBF-DF77FF33DDD8}" destId="{C58AA529-9D59-4C96-958C-83585301031C}" srcOrd="0" destOrd="0" presId="urn:microsoft.com/office/officeart/2008/layout/LinedList"/>
    <dgm:cxn modelId="{0C3D8595-C28E-4815-A4A4-46E1D12998A9}" type="presParOf" srcId="{2313B48E-C055-42BC-BBBF-DF77FF33DDD8}" destId="{F852D790-6A7E-4058-A1E5-5F9C8076DDCC}" srcOrd="1" destOrd="0" presId="urn:microsoft.com/office/officeart/2008/layout/LinedList"/>
    <dgm:cxn modelId="{D94828EB-325C-469D-B15E-90115160B809}" type="presParOf" srcId="{D4A39CE7-0CC5-4636-A2A4-34AA1D3DECBC}" destId="{114F89DE-69C5-4082-A004-004A2788615A}" srcOrd="12" destOrd="0" presId="urn:microsoft.com/office/officeart/2008/layout/LinedList"/>
    <dgm:cxn modelId="{182209AC-8817-4120-B31D-FD8717CCF7E2}" type="presParOf" srcId="{D4A39CE7-0CC5-4636-A2A4-34AA1D3DECBC}" destId="{F6718AA6-36F2-4623-8A74-62B7B55D5FAC}" srcOrd="13" destOrd="0" presId="urn:microsoft.com/office/officeart/2008/layout/LinedList"/>
    <dgm:cxn modelId="{9B4050F1-50DC-444C-B2D1-9150A657B5DE}" type="presParOf" srcId="{F6718AA6-36F2-4623-8A74-62B7B55D5FAC}" destId="{D2112E61-F03C-4C39-B8B2-03387B3D139F}" srcOrd="0" destOrd="0" presId="urn:microsoft.com/office/officeart/2008/layout/LinedList"/>
    <dgm:cxn modelId="{D0F82581-D35E-4CB8-838A-3BD3251D6527}" type="presParOf" srcId="{F6718AA6-36F2-4623-8A74-62B7B55D5FAC}" destId="{88C96425-832D-4F87-BFF8-5F0CF84773A6}" srcOrd="1" destOrd="0" presId="urn:microsoft.com/office/officeart/2008/layout/LinedList"/>
    <dgm:cxn modelId="{26382779-D7A5-488B-BE13-F57F11CD924A}" type="presParOf" srcId="{D4A39CE7-0CC5-4636-A2A4-34AA1D3DECBC}" destId="{29B52521-4266-441C-8879-D25089D54864}" srcOrd="14" destOrd="0" presId="urn:microsoft.com/office/officeart/2008/layout/LinedList"/>
    <dgm:cxn modelId="{FC86E06D-1728-47F0-B786-E2A399FAC7C8}" type="presParOf" srcId="{D4A39CE7-0CC5-4636-A2A4-34AA1D3DECBC}" destId="{92EE0C95-7825-444E-B0D5-22A2E6588A92}" srcOrd="15" destOrd="0" presId="urn:microsoft.com/office/officeart/2008/layout/LinedList"/>
    <dgm:cxn modelId="{1B0702B0-A898-4FAE-8B78-86067A8FA08F}" type="presParOf" srcId="{92EE0C95-7825-444E-B0D5-22A2E6588A92}" destId="{96A50863-0FC7-4CBB-8AC0-5DF2CA1BA883}" srcOrd="0" destOrd="0" presId="urn:microsoft.com/office/officeart/2008/layout/LinedList"/>
    <dgm:cxn modelId="{7DD5BF5E-CD3A-401A-B4D4-C47A2979D507}" type="presParOf" srcId="{92EE0C95-7825-444E-B0D5-22A2E6588A92}" destId="{7178A3B1-E4C3-44DB-A002-4BC88D5341FC}" srcOrd="1" destOrd="0" presId="urn:microsoft.com/office/officeart/2008/layout/LinedList"/>
    <dgm:cxn modelId="{8530E78C-C270-48AC-8EC3-239DF5AF17CB}" type="presParOf" srcId="{D4A39CE7-0CC5-4636-A2A4-34AA1D3DECBC}" destId="{82BDEA58-32D5-468F-9C85-D1F901A7892E}" srcOrd="16" destOrd="0" presId="urn:microsoft.com/office/officeart/2008/layout/LinedList"/>
    <dgm:cxn modelId="{44BFB8AA-E128-496A-B2B5-C47BBFFA5820}" type="presParOf" srcId="{D4A39CE7-0CC5-4636-A2A4-34AA1D3DECBC}" destId="{0D13BBEE-DC48-47F9-9AFE-61749236DD2E}" srcOrd="17" destOrd="0" presId="urn:microsoft.com/office/officeart/2008/layout/LinedList"/>
    <dgm:cxn modelId="{4B066424-5EA9-4716-8816-52A3B2A7E03C}" type="presParOf" srcId="{0D13BBEE-DC48-47F9-9AFE-61749236DD2E}" destId="{3DF7290C-3FC0-455F-AF49-84F940F0B124}" srcOrd="0" destOrd="0" presId="urn:microsoft.com/office/officeart/2008/layout/LinedList"/>
    <dgm:cxn modelId="{3EF06690-C637-4F4B-AD76-FBA622CE0D87}" type="presParOf" srcId="{0D13BBEE-DC48-47F9-9AFE-61749236DD2E}" destId="{5B634CF6-4A59-4761-BB6C-6B57F04E2A4D}" srcOrd="1" destOrd="0" presId="urn:microsoft.com/office/officeart/2008/layout/LinedList"/>
    <dgm:cxn modelId="{8FE1056A-15B1-4F92-882C-6BC40146EB15}" type="presParOf" srcId="{D4A39CE7-0CC5-4636-A2A4-34AA1D3DECBC}" destId="{DC33E573-BCD9-493B-99E8-BF723B7B8FA6}" srcOrd="18" destOrd="0" presId="urn:microsoft.com/office/officeart/2008/layout/LinedList"/>
    <dgm:cxn modelId="{5E03D506-F41D-4BA7-B852-C7A2B70C99ED}" type="presParOf" srcId="{D4A39CE7-0CC5-4636-A2A4-34AA1D3DECBC}" destId="{383F174C-B8CC-40D9-8556-1990C351A97E}" srcOrd="19" destOrd="0" presId="urn:microsoft.com/office/officeart/2008/layout/LinedList"/>
    <dgm:cxn modelId="{6442F200-8D4C-4681-B9A1-206D888F6DD6}" type="presParOf" srcId="{383F174C-B8CC-40D9-8556-1990C351A97E}" destId="{ECE95B3D-49EA-4C9C-8410-4C3241DAFF6B}" srcOrd="0" destOrd="0" presId="urn:microsoft.com/office/officeart/2008/layout/LinedList"/>
    <dgm:cxn modelId="{F6232304-B217-4EB4-96CF-A317AD17B495}" type="presParOf" srcId="{383F174C-B8CC-40D9-8556-1990C351A97E}" destId="{3F0D9383-E419-4F64-BD41-AB04351D4231}" srcOrd="1" destOrd="0" presId="urn:microsoft.com/office/officeart/2008/layout/LinedList"/>
    <dgm:cxn modelId="{AD5E5CD9-E9E8-49AD-B0B3-940D537B3554}" type="presParOf" srcId="{D4A39CE7-0CC5-4636-A2A4-34AA1D3DECBC}" destId="{374C3B20-62AD-4839-BADB-F3ADB9B58608}" srcOrd="20" destOrd="0" presId="urn:microsoft.com/office/officeart/2008/layout/LinedList"/>
    <dgm:cxn modelId="{4710FFAB-6A0B-4E6E-94D6-553A822684C5}" type="presParOf" srcId="{D4A39CE7-0CC5-4636-A2A4-34AA1D3DECBC}" destId="{C0D5261F-4AF9-43DF-954A-0E6F552C70D8}" srcOrd="21" destOrd="0" presId="urn:microsoft.com/office/officeart/2008/layout/LinedList"/>
    <dgm:cxn modelId="{9F4D3ECA-9293-4269-BCC8-DBCB74730831}" type="presParOf" srcId="{C0D5261F-4AF9-43DF-954A-0E6F552C70D8}" destId="{3727DE7A-08F4-4B7F-BBBB-465ACCD8555E}" srcOrd="0" destOrd="0" presId="urn:microsoft.com/office/officeart/2008/layout/LinedList"/>
    <dgm:cxn modelId="{7D012E01-219B-4B14-B147-E41DBAF9723B}" type="presParOf" srcId="{C0D5261F-4AF9-43DF-954A-0E6F552C70D8}" destId="{55037416-3129-4A96-87A5-84CEFC760FE4}" srcOrd="1" destOrd="0" presId="urn:microsoft.com/office/officeart/2008/layout/LinedList"/>
    <dgm:cxn modelId="{6C80B635-BA39-4FCC-A046-6CA4AC984F34}" type="presParOf" srcId="{D4A39CE7-0CC5-4636-A2A4-34AA1D3DECBC}" destId="{66A6B2C5-F229-4FA1-B130-C266A4D14440}" srcOrd="22" destOrd="0" presId="urn:microsoft.com/office/officeart/2008/layout/LinedList"/>
    <dgm:cxn modelId="{8E543FD9-F5AE-48B0-8614-64E7A7280002}" type="presParOf" srcId="{D4A39CE7-0CC5-4636-A2A4-34AA1D3DECBC}" destId="{5C9BAE7A-289D-42E2-91F1-6BD4CBA7B3FB}" srcOrd="23" destOrd="0" presId="urn:microsoft.com/office/officeart/2008/layout/LinedList"/>
    <dgm:cxn modelId="{E033234C-5C02-4F33-BCDD-9A4CC2963800}" type="presParOf" srcId="{5C9BAE7A-289D-42E2-91F1-6BD4CBA7B3FB}" destId="{0AC4BD32-0336-4A62-8BAC-4544159CE932}" srcOrd="0" destOrd="0" presId="urn:microsoft.com/office/officeart/2008/layout/LinedList"/>
    <dgm:cxn modelId="{D4BCE31B-65B3-4A1B-A675-D82D502B5464}" type="presParOf" srcId="{5C9BAE7A-289D-42E2-91F1-6BD4CBA7B3FB}" destId="{4621EDAB-FA13-4DB6-9D21-23C780DBD27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596383-4D59-43A0-92D3-987C569AA954}">
      <dsp:nvSpPr>
        <dsp:cNvPr id="0" name=""/>
        <dsp:cNvSpPr/>
      </dsp:nvSpPr>
      <dsp:spPr>
        <a:xfrm>
          <a:off x="1212569" y="907870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FB61A-4F72-4364-B3B3-583C6D92CDFC}">
      <dsp:nvSpPr>
        <dsp:cNvPr id="0" name=""/>
        <dsp:cNvSpPr/>
      </dsp:nvSpPr>
      <dsp:spPr>
        <a:xfrm>
          <a:off x="417971" y="2588467"/>
          <a:ext cx="28894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200" kern="1200" dirty="0"/>
            <a:t>Install and Download SQL Server Express (2022,or 2025 (much preferred)) from Microsoft</a:t>
          </a:r>
          <a:endParaRPr lang="en-US" sz="1200" kern="1200" dirty="0"/>
        </a:p>
      </dsp:txBody>
      <dsp:txXfrm>
        <a:off x="417971" y="2588467"/>
        <a:ext cx="2889450" cy="855000"/>
      </dsp:txXfrm>
    </dsp:sp>
    <dsp:sp modelId="{76D98688-242E-4601-92F7-014494BED513}">
      <dsp:nvSpPr>
        <dsp:cNvPr id="0" name=""/>
        <dsp:cNvSpPr/>
      </dsp:nvSpPr>
      <dsp:spPr>
        <a:xfrm>
          <a:off x="4607673" y="907870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2CAD20-4F30-4FD5-8282-32F820B38E6A}">
      <dsp:nvSpPr>
        <dsp:cNvPr id="0" name=""/>
        <dsp:cNvSpPr/>
      </dsp:nvSpPr>
      <dsp:spPr>
        <a:xfrm>
          <a:off x="3813075" y="2588467"/>
          <a:ext cx="28894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b="1" kern="1200" dirty="0">
              <a:solidFill>
                <a:schemeClr val="tx1"/>
              </a:solidFill>
            </a:rPr>
            <a:t>Files and sources from my repository: </a:t>
          </a:r>
          <a:endParaRPr lang="en-US" sz="1100" b="1" kern="1200" dirty="0">
            <a:solidFill>
              <a:schemeClr val="tx1"/>
            </a:solidFill>
          </a:endParaRPr>
        </a:p>
      </dsp:txBody>
      <dsp:txXfrm>
        <a:off x="3813075" y="2588467"/>
        <a:ext cx="2889450" cy="855000"/>
      </dsp:txXfrm>
    </dsp:sp>
    <dsp:sp modelId="{91FC0951-73EA-4668-B2BE-91930015E203}">
      <dsp:nvSpPr>
        <dsp:cNvPr id="0" name=""/>
        <dsp:cNvSpPr/>
      </dsp:nvSpPr>
      <dsp:spPr>
        <a:xfrm>
          <a:off x="8002777" y="907870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5FAB9-80AA-4185-8D1A-98CE80BAFBFD}">
      <dsp:nvSpPr>
        <dsp:cNvPr id="0" name=""/>
        <dsp:cNvSpPr/>
      </dsp:nvSpPr>
      <dsp:spPr>
        <a:xfrm>
          <a:off x="7208178" y="2588467"/>
          <a:ext cx="288945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 dirty="0">
              <a:solidFill>
                <a:schemeClr val="tx1"/>
              </a:solidFill>
              <a:hlinkClick xmlns:r="http://schemas.openxmlformats.org/officeDocument/2006/relationships"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Main-Stuff/DA Bootcamp 2026 </a:t>
          </a:r>
          <a:r>
            <a:rPr lang="en-AU" sz="1100" kern="1200" dirty="0" err="1">
              <a:solidFill>
                <a:schemeClr val="tx1"/>
              </a:solidFill>
              <a:hlinkClick xmlns:r="http://schemas.openxmlformats.org/officeDocument/2006/relationships"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Emergi</a:t>
          </a:r>
          <a:r>
            <a:rPr lang="en-AU" sz="1100" kern="1200" dirty="0">
              <a:solidFill>
                <a:schemeClr val="tx1"/>
              </a:solidFill>
              <a:hlinkClick xmlns:r="http://schemas.openxmlformats.org/officeDocument/2006/relationships"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Mentors/Week 2 SQL Mastery/Module 2 SQL for Business Analytics Beginner Projects/</a:t>
          </a:r>
          <a:r>
            <a:rPr lang="en-AU" sz="1100" kern="1200" dirty="0" err="1">
              <a:solidFill>
                <a:schemeClr val="tx1"/>
              </a:solidFill>
              <a:hlinkClick xmlns:r="http://schemas.openxmlformats.org/officeDocument/2006/relationships"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Telstra_Telecom_Churn_Analysis</a:t>
          </a:r>
          <a:r>
            <a:rPr lang="en-AU" sz="1100" kern="1200" dirty="0">
              <a:solidFill>
                <a:schemeClr val="tx1"/>
              </a:solidFill>
              <a:hlinkClick xmlns:r="http://schemas.openxmlformats.org/officeDocument/2006/relationships"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 at main · Mikele02171/Main-Stuff</a:t>
          </a:r>
          <a:endParaRPr lang="en-US" sz="1100" kern="1200" dirty="0">
            <a:solidFill>
              <a:schemeClr val="tx1"/>
            </a:solidFill>
          </a:endParaRPr>
        </a:p>
      </dsp:txBody>
      <dsp:txXfrm>
        <a:off x="7208178" y="2588467"/>
        <a:ext cx="2889450" cy="85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DBAE1E-3C18-4870-AB6D-EC47FF2AB97A}">
      <dsp:nvSpPr>
        <dsp:cNvPr id="0" name=""/>
        <dsp:cNvSpPr/>
      </dsp:nvSpPr>
      <dsp:spPr>
        <a:xfrm>
          <a:off x="0" y="490243"/>
          <a:ext cx="1685425" cy="101125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/>
            <a:t>Creating Telstra Tables</a:t>
          </a:r>
          <a:endParaRPr lang="en-US" sz="1400" kern="1200"/>
        </a:p>
      </dsp:txBody>
      <dsp:txXfrm>
        <a:off x="0" y="490243"/>
        <a:ext cx="1685425" cy="1011255"/>
      </dsp:txXfrm>
    </dsp:sp>
    <dsp:sp modelId="{BD3F3FAA-F887-4C3A-970E-FC32F024F073}">
      <dsp:nvSpPr>
        <dsp:cNvPr id="0" name=""/>
        <dsp:cNvSpPr/>
      </dsp:nvSpPr>
      <dsp:spPr>
        <a:xfrm>
          <a:off x="1853967" y="490243"/>
          <a:ext cx="1685425" cy="1011255"/>
        </a:xfrm>
        <a:prstGeom prst="rect">
          <a:avLst/>
        </a:prstGeom>
        <a:solidFill>
          <a:schemeClr val="accent5">
            <a:hueOff val="-1736021"/>
            <a:satOff val="-118"/>
            <a:lumOff val="28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/>
            <a:t>1. Telstra Customers Table </a:t>
          </a:r>
          <a:endParaRPr lang="en-US" sz="1400" kern="1200"/>
        </a:p>
      </dsp:txBody>
      <dsp:txXfrm>
        <a:off x="1853967" y="490243"/>
        <a:ext cx="1685425" cy="1011255"/>
      </dsp:txXfrm>
    </dsp:sp>
    <dsp:sp modelId="{BF02F829-D0B2-4663-BCBD-7EE8A15A94EF}">
      <dsp:nvSpPr>
        <dsp:cNvPr id="0" name=""/>
        <dsp:cNvSpPr/>
      </dsp:nvSpPr>
      <dsp:spPr>
        <a:xfrm>
          <a:off x="3707935" y="490243"/>
          <a:ext cx="1685425" cy="1011255"/>
        </a:xfrm>
        <a:prstGeom prst="rect">
          <a:avLst/>
        </a:prstGeom>
        <a:solidFill>
          <a:schemeClr val="accent5">
            <a:hueOff val="-3472043"/>
            <a:satOff val="-236"/>
            <a:lumOff val="5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/>
            <a:t>2. Usage Records Table </a:t>
          </a:r>
          <a:endParaRPr lang="en-US" sz="1400" kern="1200"/>
        </a:p>
      </dsp:txBody>
      <dsp:txXfrm>
        <a:off x="3707935" y="490243"/>
        <a:ext cx="1685425" cy="1011255"/>
      </dsp:txXfrm>
    </dsp:sp>
    <dsp:sp modelId="{DEB2DD43-5DA9-4C04-ABAC-FEB7511C55BB}">
      <dsp:nvSpPr>
        <dsp:cNvPr id="0" name=""/>
        <dsp:cNvSpPr/>
      </dsp:nvSpPr>
      <dsp:spPr>
        <a:xfrm>
          <a:off x="0" y="1670041"/>
          <a:ext cx="1685425" cy="1011255"/>
        </a:xfrm>
        <a:prstGeom prst="rect">
          <a:avLst/>
        </a:prstGeom>
        <a:solidFill>
          <a:schemeClr val="accent5">
            <a:hueOff val="-5208064"/>
            <a:satOff val="-354"/>
            <a:lumOff val="84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Show Customer names WITH their Dec Usage</a:t>
          </a:r>
          <a:endParaRPr lang="en-US" sz="1400" kern="1200" dirty="0"/>
        </a:p>
      </dsp:txBody>
      <dsp:txXfrm>
        <a:off x="0" y="1670041"/>
        <a:ext cx="1685425" cy="1011255"/>
      </dsp:txXfrm>
    </dsp:sp>
    <dsp:sp modelId="{4BD512F8-4CEE-4D59-8FB6-E07507031EB6}">
      <dsp:nvSpPr>
        <dsp:cNvPr id="0" name=""/>
        <dsp:cNvSpPr/>
      </dsp:nvSpPr>
      <dsp:spPr>
        <a:xfrm>
          <a:off x="1853967" y="1670041"/>
          <a:ext cx="1685425" cy="1011255"/>
        </a:xfrm>
        <a:prstGeom prst="rect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Which customers had NO usage in December? </a:t>
          </a:r>
          <a:endParaRPr lang="en-US" sz="1400" kern="1200" dirty="0"/>
        </a:p>
      </dsp:txBody>
      <dsp:txXfrm>
        <a:off x="1853967" y="1670041"/>
        <a:ext cx="1685425" cy="1011255"/>
      </dsp:txXfrm>
    </dsp:sp>
    <dsp:sp modelId="{CEBA22D9-7D8D-4E0B-9659-B3ACF4927084}">
      <dsp:nvSpPr>
        <dsp:cNvPr id="0" name=""/>
        <dsp:cNvSpPr/>
      </dsp:nvSpPr>
      <dsp:spPr>
        <a:xfrm>
          <a:off x="3707935" y="1670041"/>
          <a:ext cx="1685425" cy="1011255"/>
        </a:xfrm>
        <a:prstGeom prst="rect">
          <a:avLst/>
        </a:prstGeom>
        <a:solidFill>
          <a:schemeClr val="accent5">
            <a:hueOff val="-8680107"/>
            <a:satOff val="-590"/>
            <a:lumOff val="140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Average usage by plan tier (Bronze/Silver/Gold)</a:t>
          </a:r>
          <a:endParaRPr lang="en-US" sz="1400" kern="1200" dirty="0"/>
        </a:p>
      </dsp:txBody>
      <dsp:txXfrm>
        <a:off x="3707935" y="1670041"/>
        <a:ext cx="1685425" cy="1011255"/>
      </dsp:txXfrm>
    </dsp:sp>
    <dsp:sp modelId="{D2D8F95E-A286-4AF8-B572-7A1D71D252C9}">
      <dsp:nvSpPr>
        <dsp:cNvPr id="0" name=""/>
        <dsp:cNvSpPr/>
      </dsp:nvSpPr>
      <dsp:spPr>
        <a:xfrm>
          <a:off x="926983" y="2849839"/>
          <a:ext cx="1685425" cy="1011255"/>
        </a:xfrm>
        <a:prstGeom prst="rect">
          <a:avLst/>
        </a:prstGeom>
        <a:solidFill>
          <a:schemeClr val="accent5">
            <a:hueOff val="-10416129"/>
            <a:satOff val="-708"/>
            <a:lumOff val="168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Usage summary by plan tier </a:t>
          </a:r>
        </a:p>
      </dsp:txBody>
      <dsp:txXfrm>
        <a:off x="926983" y="2849839"/>
        <a:ext cx="1685425" cy="1011255"/>
      </dsp:txXfrm>
    </dsp:sp>
    <dsp:sp modelId="{846CB7AD-6206-4504-8304-3048FF21AAB8}">
      <dsp:nvSpPr>
        <dsp:cNvPr id="0" name=""/>
        <dsp:cNvSpPr/>
      </dsp:nvSpPr>
      <dsp:spPr>
        <a:xfrm>
          <a:off x="2780951" y="2849839"/>
          <a:ext cx="1685425" cy="1011255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400" kern="1200" dirty="0"/>
            <a:t>Joining Customers, Usage and Transaction Tables</a:t>
          </a:r>
          <a:endParaRPr lang="en-US" sz="1400" kern="1200" dirty="0"/>
        </a:p>
      </dsp:txBody>
      <dsp:txXfrm>
        <a:off x="2780951" y="2849839"/>
        <a:ext cx="1685425" cy="10112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1F9FC2-3558-420C-ADA0-609555B00729}">
      <dsp:nvSpPr>
        <dsp:cNvPr id="0" name=""/>
        <dsp:cNvSpPr/>
      </dsp:nvSpPr>
      <dsp:spPr>
        <a:xfrm>
          <a:off x="0" y="2397"/>
          <a:ext cx="5572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F40ED-B8EF-431E-9AAF-2839102E3A3F}">
      <dsp:nvSpPr>
        <dsp:cNvPr id="0" name=""/>
        <dsp:cNvSpPr/>
      </dsp:nvSpPr>
      <dsp:spPr>
        <a:xfrm>
          <a:off x="0" y="2397"/>
          <a:ext cx="5572125" cy="408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SELECT </a:t>
          </a:r>
          <a:endParaRPr lang="en-US" sz="1100" kern="1200"/>
        </a:p>
      </dsp:txBody>
      <dsp:txXfrm>
        <a:off x="0" y="2397"/>
        <a:ext cx="5572125" cy="408778"/>
      </dsp:txXfrm>
    </dsp:sp>
    <dsp:sp modelId="{0DBDAF10-3DED-4C76-B2D3-7BCA6976E7CA}">
      <dsp:nvSpPr>
        <dsp:cNvPr id="0" name=""/>
        <dsp:cNvSpPr/>
      </dsp:nvSpPr>
      <dsp:spPr>
        <a:xfrm>
          <a:off x="0" y="411176"/>
          <a:ext cx="5572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659FB6-4294-42E9-9C51-9E6630868C2F}">
      <dsp:nvSpPr>
        <dsp:cNvPr id="0" name=""/>
        <dsp:cNvSpPr/>
      </dsp:nvSpPr>
      <dsp:spPr>
        <a:xfrm>
          <a:off x="0" y="411176"/>
          <a:ext cx="5572125" cy="408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c.customer_name,</a:t>
          </a:r>
          <a:endParaRPr lang="en-US" sz="1100" kern="1200"/>
        </a:p>
      </dsp:txBody>
      <dsp:txXfrm>
        <a:off x="0" y="411176"/>
        <a:ext cx="5572125" cy="408778"/>
      </dsp:txXfrm>
    </dsp:sp>
    <dsp:sp modelId="{F17316B0-BFD4-4600-9877-683B93FB07F0}">
      <dsp:nvSpPr>
        <dsp:cNvPr id="0" name=""/>
        <dsp:cNvSpPr/>
      </dsp:nvSpPr>
      <dsp:spPr>
        <a:xfrm>
          <a:off x="0" y="819954"/>
          <a:ext cx="5572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64C9FE-A0F2-46BA-9F73-40D00F4EB648}">
      <dsp:nvSpPr>
        <dsp:cNvPr id="0" name=""/>
        <dsp:cNvSpPr/>
      </dsp:nvSpPr>
      <dsp:spPr>
        <a:xfrm>
          <a:off x="0" y="819954"/>
          <a:ext cx="5572125" cy="408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c.plan_tier,</a:t>
          </a:r>
          <a:endParaRPr lang="en-US" sz="1100" kern="1200"/>
        </a:p>
      </dsp:txBody>
      <dsp:txXfrm>
        <a:off x="0" y="819954"/>
        <a:ext cx="5572125" cy="408778"/>
      </dsp:txXfrm>
    </dsp:sp>
    <dsp:sp modelId="{14584251-3D32-4536-9E7B-A15F0FDFE852}">
      <dsp:nvSpPr>
        <dsp:cNvPr id="0" name=""/>
        <dsp:cNvSpPr/>
      </dsp:nvSpPr>
      <dsp:spPr>
        <a:xfrm>
          <a:off x="0" y="1228733"/>
          <a:ext cx="5572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341B8E-902C-42C7-A407-CEA2CF969470}">
      <dsp:nvSpPr>
        <dsp:cNvPr id="0" name=""/>
        <dsp:cNvSpPr/>
      </dsp:nvSpPr>
      <dsp:spPr>
        <a:xfrm>
          <a:off x="0" y="1228733"/>
          <a:ext cx="5572125" cy="408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SUM(u.data_used_gb) AS total_data_gb,</a:t>
          </a:r>
          <a:endParaRPr lang="en-US" sz="1100" kern="1200"/>
        </a:p>
      </dsp:txBody>
      <dsp:txXfrm>
        <a:off x="0" y="1228733"/>
        <a:ext cx="5572125" cy="408778"/>
      </dsp:txXfrm>
    </dsp:sp>
    <dsp:sp modelId="{F867E548-AA4C-473C-AB01-059115F5E09F}">
      <dsp:nvSpPr>
        <dsp:cNvPr id="0" name=""/>
        <dsp:cNvSpPr/>
      </dsp:nvSpPr>
      <dsp:spPr>
        <a:xfrm>
          <a:off x="0" y="1637511"/>
          <a:ext cx="5572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A9DCC0-39AF-41CD-BFD1-74AC42AED541}">
      <dsp:nvSpPr>
        <dsp:cNvPr id="0" name=""/>
        <dsp:cNvSpPr/>
      </dsp:nvSpPr>
      <dsp:spPr>
        <a:xfrm>
          <a:off x="0" y="1637511"/>
          <a:ext cx="5572125" cy="408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COUNT(DISTINCT t.transaction_id) AS store_purchases,</a:t>
          </a:r>
        </a:p>
      </dsp:txBody>
      <dsp:txXfrm>
        <a:off x="0" y="1637511"/>
        <a:ext cx="5572125" cy="408778"/>
      </dsp:txXfrm>
    </dsp:sp>
    <dsp:sp modelId="{49F1223C-3EB3-453A-8EE0-1C88B36FA1CD}">
      <dsp:nvSpPr>
        <dsp:cNvPr id="0" name=""/>
        <dsp:cNvSpPr/>
      </dsp:nvSpPr>
      <dsp:spPr>
        <a:xfrm>
          <a:off x="0" y="2046290"/>
          <a:ext cx="5572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AA529-9D59-4C96-958C-83585301031C}">
      <dsp:nvSpPr>
        <dsp:cNvPr id="0" name=""/>
        <dsp:cNvSpPr/>
      </dsp:nvSpPr>
      <dsp:spPr>
        <a:xfrm>
          <a:off x="0" y="2046290"/>
          <a:ext cx="5572125" cy="408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SUM(t.amount) AS total_spent_in_stores</a:t>
          </a:r>
        </a:p>
      </dsp:txBody>
      <dsp:txXfrm>
        <a:off x="0" y="2046290"/>
        <a:ext cx="5572125" cy="408778"/>
      </dsp:txXfrm>
    </dsp:sp>
    <dsp:sp modelId="{114F89DE-69C5-4082-A004-004A2788615A}">
      <dsp:nvSpPr>
        <dsp:cNvPr id="0" name=""/>
        <dsp:cNvSpPr/>
      </dsp:nvSpPr>
      <dsp:spPr>
        <a:xfrm>
          <a:off x="0" y="2455069"/>
          <a:ext cx="5572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12E61-F03C-4C39-B8B2-03387B3D139F}">
      <dsp:nvSpPr>
        <dsp:cNvPr id="0" name=""/>
        <dsp:cNvSpPr/>
      </dsp:nvSpPr>
      <dsp:spPr>
        <a:xfrm>
          <a:off x="0" y="2455069"/>
          <a:ext cx="5572125" cy="408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100" kern="1200"/>
            <a:t>FROM telstra_customers c</a:t>
          </a:r>
          <a:endParaRPr lang="en-US" sz="1100" kern="1200"/>
        </a:p>
      </dsp:txBody>
      <dsp:txXfrm>
        <a:off x="0" y="2455069"/>
        <a:ext cx="5572125" cy="408778"/>
      </dsp:txXfrm>
    </dsp:sp>
    <dsp:sp modelId="{29B52521-4266-441C-8879-D25089D54864}">
      <dsp:nvSpPr>
        <dsp:cNvPr id="0" name=""/>
        <dsp:cNvSpPr/>
      </dsp:nvSpPr>
      <dsp:spPr>
        <a:xfrm>
          <a:off x="0" y="2863847"/>
          <a:ext cx="5572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A50863-0FC7-4CBB-8AC0-5DF2CA1BA883}">
      <dsp:nvSpPr>
        <dsp:cNvPr id="0" name=""/>
        <dsp:cNvSpPr/>
      </dsp:nvSpPr>
      <dsp:spPr>
        <a:xfrm>
          <a:off x="0" y="2863847"/>
          <a:ext cx="5572125" cy="408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LEFT JOIN telstra_usage u ON c.customer_id = u.customer_id</a:t>
          </a:r>
        </a:p>
      </dsp:txBody>
      <dsp:txXfrm>
        <a:off x="0" y="2863847"/>
        <a:ext cx="5572125" cy="408778"/>
      </dsp:txXfrm>
    </dsp:sp>
    <dsp:sp modelId="{82BDEA58-32D5-468F-9C85-D1F901A7892E}">
      <dsp:nvSpPr>
        <dsp:cNvPr id="0" name=""/>
        <dsp:cNvSpPr/>
      </dsp:nvSpPr>
      <dsp:spPr>
        <a:xfrm>
          <a:off x="0" y="3272626"/>
          <a:ext cx="5572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F7290C-3FC0-455F-AF49-84F940F0B124}">
      <dsp:nvSpPr>
        <dsp:cNvPr id="0" name=""/>
        <dsp:cNvSpPr/>
      </dsp:nvSpPr>
      <dsp:spPr>
        <a:xfrm>
          <a:off x="0" y="3272626"/>
          <a:ext cx="5572125" cy="408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LEFT JOIN customers cust ON c.customer_name = cust.customer_name  -- Name matching (not ideal but demonstrates concept)</a:t>
          </a:r>
        </a:p>
      </dsp:txBody>
      <dsp:txXfrm>
        <a:off x="0" y="3272626"/>
        <a:ext cx="5572125" cy="408778"/>
      </dsp:txXfrm>
    </dsp:sp>
    <dsp:sp modelId="{DC33E573-BCD9-493B-99E8-BF723B7B8FA6}">
      <dsp:nvSpPr>
        <dsp:cNvPr id="0" name=""/>
        <dsp:cNvSpPr/>
      </dsp:nvSpPr>
      <dsp:spPr>
        <a:xfrm>
          <a:off x="0" y="3681404"/>
          <a:ext cx="5572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95B3D-49EA-4C9C-8410-4C3241DAFF6B}">
      <dsp:nvSpPr>
        <dsp:cNvPr id="0" name=""/>
        <dsp:cNvSpPr/>
      </dsp:nvSpPr>
      <dsp:spPr>
        <a:xfrm>
          <a:off x="0" y="3681404"/>
          <a:ext cx="5572125" cy="408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LEFT JOIN transactions t ON cust.customer_id = t.customer_id</a:t>
          </a:r>
        </a:p>
      </dsp:txBody>
      <dsp:txXfrm>
        <a:off x="0" y="3681404"/>
        <a:ext cx="5572125" cy="408778"/>
      </dsp:txXfrm>
    </dsp:sp>
    <dsp:sp modelId="{374C3B20-62AD-4839-BADB-F3ADB9B58608}">
      <dsp:nvSpPr>
        <dsp:cNvPr id="0" name=""/>
        <dsp:cNvSpPr/>
      </dsp:nvSpPr>
      <dsp:spPr>
        <a:xfrm>
          <a:off x="0" y="4090183"/>
          <a:ext cx="5572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27DE7A-08F4-4B7F-BBBB-465ACCD8555E}">
      <dsp:nvSpPr>
        <dsp:cNvPr id="0" name=""/>
        <dsp:cNvSpPr/>
      </dsp:nvSpPr>
      <dsp:spPr>
        <a:xfrm>
          <a:off x="0" y="4090183"/>
          <a:ext cx="5572125" cy="408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GROUP BY c.customer_name, c.plan_tier</a:t>
          </a:r>
        </a:p>
      </dsp:txBody>
      <dsp:txXfrm>
        <a:off x="0" y="4090183"/>
        <a:ext cx="5572125" cy="408778"/>
      </dsp:txXfrm>
    </dsp:sp>
    <dsp:sp modelId="{66A6B2C5-F229-4FA1-B130-C266A4D14440}">
      <dsp:nvSpPr>
        <dsp:cNvPr id="0" name=""/>
        <dsp:cNvSpPr/>
      </dsp:nvSpPr>
      <dsp:spPr>
        <a:xfrm>
          <a:off x="0" y="4498961"/>
          <a:ext cx="557212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C4BD32-0336-4A62-8BAC-4544159CE932}">
      <dsp:nvSpPr>
        <dsp:cNvPr id="0" name=""/>
        <dsp:cNvSpPr/>
      </dsp:nvSpPr>
      <dsp:spPr>
        <a:xfrm>
          <a:off x="0" y="4498961"/>
          <a:ext cx="5572125" cy="4087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ORDER BY total_data_gb DESC;</a:t>
          </a:r>
        </a:p>
      </dsp:txBody>
      <dsp:txXfrm>
        <a:off x="0" y="4498961"/>
        <a:ext cx="5572125" cy="4087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E8933-4A94-3EFB-D54B-759AD8480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6F7FA-C184-9ADE-5594-93A3F3823D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228C9-932D-76FB-4204-7D582F3FA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1449-C876-40A4-939E-489383FF020D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E9473-AA57-4AAD-95DB-4E0DCBD68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4D97A-C487-51A2-5EF9-53DE6CDA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861B-3E64-4CEB-99C7-3D5BE0A9C7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7525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84348-AD6A-7421-F781-5EE2B8B1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BBAF9-A60A-3DB4-68A4-E9C7EC765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D3502-4D49-D303-E8B4-D4A5B5113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1449-C876-40A4-939E-489383FF020D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88EB3-B6F6-2313-C84A-B154DD73B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E3F6E-7D23-9DC4-6640-485D4AD4D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861B-3E64-4CEB-99C7-3D5BE0A9C7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5093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A5A80-56C5-19A4-365B-63FD22FFF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61677-8E79-E514-36C0-B0F3CEB95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86FAC7-60B6-2BB4-441F-3A368D007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1449-C876-40A4-939E-489383FF020D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347A-1ABE-5393-10C8-1586CA5FD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348E1-CCE1-E35A-180D-D8B0541E9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861B-3E64-4CEB-99C7-3D5BE0A9C7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0894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F1383-E73C-9EBD-E635-FD27BD3D9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2BB03-218F-012A-F21D-6B60C96F6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02E0E-3520-BB0C-C250-87C1AF8E8C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F4881-3951-8A70-5DE7-B16E5CA3D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1449-C876-40A4-939E-489383FF020D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171E5-D6A5-C565-464F-CE31D9729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4E7D8-392A-0DDB-FDB9-63D6D3BC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861B-3E64-4CEB-99C7-3D5BE0A9C7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2878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D6703-0C82-86F3-A281-B71B71702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3A5E7-7AB2-E92F-0F35-CC00A140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B7219-BD1C-32B7-F6BB-30AEE2302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B1324-AFD5-92AB-C828-4B198F8C76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C8EEA-64AA-C202-8F9A-E9ED4515BF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CB68BA-5461-9F0C-E5F4-CEAD351C1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1449-C876-40A4-939E-489383FF020D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EAD95F-3C6D-DDD5-2F7F-537693DCF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106208-C0D2-0677-5BBA-FC0362C3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861B-3E64-4CEB-99C7-3D5BE0A9C7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6375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A8D88-F4A6-02F4-4ADC-D661C890A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3CE87B-8F77-0856-EF2A-596E030FB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1449-C876-40A4-939E-489383FF020D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7246C2-76BC-25C0-6626-7F3F6BE94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2C0C5-E26C-B6FB-881C-C4C43DCE3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861B-3E64-4CEB-99C7-3D5BE0A9C7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8510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AE9171-C406-FDB6-598E-192BC65CA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1449-C876-40A4-939E-489383FF020D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21490-1C98-DD35-4410-80A1F92F2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70C26-65A9-05DD-BACD-E816E179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861B-3E64-4CEB-99C7-3D5BE0A9C7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108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42A1C-8B89-3858-768B-534201A88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98028-2CEA-681C-51F9-DBB0CD6CC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47E89-9F8A-A057-4E15-97ADF42A8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DF187-A4DF-E9BA-A924-5C5848B9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1449-C876-40A4-939E-489383FF020D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8BD54-80DC-00C4-87FF-A8FA62AA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5A1C1-B5F7-90E3-D762-A1900DB5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861B-3E64-4CEB-99C7-3D5BE0A9C7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579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9F1F5-BC08-D8E0-D6FC-8BE283D3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32D19B-63C0-0575-53A0-FB04182EC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C6C9D-A989-C057-944E-CCEE563B4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C464BB-173A-FBBB-8B64-13D7B2775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1449-C876-40A4-939E-489383FF020D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DC46F-983E-3921-9FE5-378B380CF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7E5F7-E201-C5ED-26B7-5B3B973CB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861B-3E64-4CEB-99C7-3D5BE0A9C7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5567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F1CB-EACE-BFFF-2D0A-C71561D0E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62226-E4D6-C34C-925F-A80E7CEA7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045A2-680A-B9AE-EA3C-E19A547BD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1449-C876-40A4-939E-489383FF020D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ED702-4B05-6A43-F554-66C7A0BE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1FD9F-07CC-6A2D-534C-339D65C2A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861B-3E64-4CEB-99C7-3D5BE0A9C7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2814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F1FBCF-A4E7-E31A-800E-1F1040AC13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481405-06DD-7100-9B3A-059EE2365F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9F589-D1DE-23BA-F2A0-7337AD15D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51449-C876-40A4-939E-489383FF020D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9509C-4E0E-08DA-8E07-C636277B7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ACB0B-E993-E14B-EE60-1C302F83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5861B-3E64-4CEB-99C7-3D5BE0A9C7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5769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5D863F-CB6B-85AD-1917-C7058C6FB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B94A1-4E7F-A94E-B9C1-A478054FA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7A00F-2F44-BFB1-A87F-C17C9BE08E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E51449-C876-40A4-939E-489383FF020D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A60BE-DE63-E303-4C2E-7E57BE94F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4EE1B-E444-C203-5F7C-B97943B9A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5861B-3E64-4CEB-99C7-3D5BE0A9C7A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1880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7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FF2CD5-DB45-C7A4-2FBB-068247EAB2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5060" y="5279511"/>
            <a:ext cx="9681882" cy="739880"/>
          </a:xfrm>
        </p:spPr>
        <p:txBody>
          <a:bodyPr anchor="b">
            <a:normAutofit/>
          </a:bodyPr>
          <a:lstStyle/>
          <a:p>
            <a:r>
              <a:rPr lang="en-AU" sz="3600">
                <a:solidFill>
                  <a:schemeClr val="tx1">
                    <a:lumMod val="85000"/>
                    <a:lumOff val="15000"/>
                  </a:schemeClr>
                </a:solidFill>
              </a:rPr>
              <a:t>Telstra Telco customer usage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3BCD2-969F-5B26-628C-D8BCFA267A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6447" y="6019391"/>
            <a:ext cx="7315199" cy="603082"/>
          </a:xfrm>
        </p:spPr>
        <p:txBody>
          <a:bodyPr anchor="t">
            <a:normAutofit/>
          </a:bodyPr>
          <a:lstStyle/>
          <a:p>
            <a:r>
              <a:rPr lang="en-AU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Michael Le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CDBDAA-AF2F-7B51-739B-1B1BE15A8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988" y="579473"/>
            <a:ext cx="8124023" cy="422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484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DD4658-688D-8434-E546-8ACE9EE1774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7751" b="798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D531D1-799B-60D2-0953-A28C797FA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rgbClr val="FFFFFF"/>
                </a:solidFill>
              </a:rPr>
              <a:t>Requirements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EBE8F3B-80E5-846D-9856-94FF36BD8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8801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13890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CCD80-74EF-A451-604E-C4AE9A2AA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AU"/>
              <a:t>Data Structure and Business Questions 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1512F4-EB51-0CCD-D068-2F2B5B1D9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14" r="31587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4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F1519FE7-3DC4-2077-A716-BC24BED6F8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7704182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3208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A05717-1355-272A-86D9-55B60BAB7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" y="1"/>
            <a:ext cx="7470648" cy="965200"/>
          </a:xfrm>
        </p:spPr>
        <p:txBody>
          <a:bodyPr>
            <a:normAutofit/>
          </a:bodyPr>
          <a:lstStyle/>
          <a:p>
            <a:r>
              <a:rPr lang="en-AU" sz="4000" dirty="0"/>
              <a:t>Telstra Customer Table (Demo)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90720-E50D-2AB5-06E4-D35E6AE9B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774700"/>
            <a:ext cx="4619621" cy="4076699"/>
          </a:xfrm>
        </p:spPr>
        <p:txBody>
          <a:bodyPr>
            <a:normAutofit fontScale="25000" lnSpcReduction="20000"/>
          </a:bodyPr>
          <a:lstStyle/>
          <a:p>
            <a:endParaRPr lang="en-AU" sz="500" dirty="0"/>
          </a:p>
          <a:p>
            <a:r>
              <a:rPr lang="en-US" sz="4000" dirty="0"/>
              <a:t>IF OBJECT_ID('</a:t>
            </a:r>
            <a:r>
              <a:rPr lang="en-US" sz="4000" dirty="0" err="1"/>
              <a:t>telstra_customers</a:t>
            </a:r>
            <a:r>
              <a:rPr lang="en-US" sz="4000" dirty="0"/>
              <a:t>', 'U') IS NOT NULL DROP TABLE </a:t>
            </a:r>
            <a:r>
              <a:rPr lang="en-US" sz="4000" dirty="0" err="1"/>
              <a:t>telstra_customers</a:t>
            </a:r>
            <a:r>
              <a:rPr lang="en-US" sz="4000" dirty="0"/>
              <a:t>; --Comment out if this tables exists. </a:t>
            </a:r>
          </a:p>
          <a:p>
            <a:r>
              <a:rPr lang="en-AU" sz="4000" dirty="0"/>
              <a:t>CREATE TABLE </a:t>
            </a:r>
            <a:r>
              <a:rPr lang="en-AU" sz="4000" dirty="0" err="1"/>
              <a:t>telstra_customers</a:t>
            </a:r>
            <a:r>
              <a:rPr lang="en-AU" sz="4000" dirty="0"/>
              <a:t> (</a:t>
            </a:r>
          </a:p>
          <a:p>
            <a:r>
              <a:rPr lang="en-US" sz="4000" dirty="0"/>
              <a:t>    </a:t>
            </a:r>
            <a:r>
              <a:rPr lang="en-US" sz="4000" dirty="0" err="1"/>
              <a:t>customer_id</a:t>
            </a:r>
            <a:r>
              <a:rPr lang="en-US" sz="4000" dirty="0"/>
              <a:t> INT PRIMARY KEY,</a:t>
            </a:r>
          </a:p>
          <a:p>
            <a:r>
              <a:rPr lang="en-AU" sz="4000" dirty="0"/>
              <a:t>    </a:t>
            </a:r>
            <a:r>
              <a:rPr lang="en-AU" sz="4000" dirty="0" err="1"/>
              <a:t>customer_name</a:t>
            </a:r>
            <a:r>
              <a:rPr lang="en-AU" sz="4000" dirty="0"/>
              <a:t> VARCHAR(100),</a:t>
            </a:r>
          </a:p>
          <a:p>
            <a:r>
              <a:rPr lang="de-DE" sz="4000" dirty="0"/>
              <a:t>    </a:t>
            </a:r>
            <a:r>
              <a:rPr lang="de-DE" sz="4000" dirty="0" err="1"/>
              <a:t>plan_tier</a:t>
            </a:r>
            <a:r>
              <a:rPr lang="de-DE" sz="4000" dirty="0"/>
              <a:t> VARCHAR(20), -- Bronze, </a:t>
            </a:r>
            <a:r>
              <a:rPr lang="de-DE" sz="4000" dirty="0" err="1"/>
              <a:t>Silver</a:t>
            </a:r>
            <a:r>
              <a:rPr lang="de-DE" sz="4000" dirty="0"/>
              <a:t>, Gold</a:t>
            </a:r>
          </a:p>
          <a:p>
            <a:r>
              <a:rPr lang="en-AU" sz="4000" dirty="0"/>
              <a:t>    </a:t>
            </a:r>
            <a:r>
              <a:rPr lang="en-AU" sz="4000" dirty="0" err="1"/>
              <a:t>monthly_fee</a:t>
            </a:r>
            <a:r>
              <a:rPr lang="en-AU" sz="4000" dirty="0"/>
              <a:t> DECIMAL(10,2),</a:t>
            </a:r>
          </a:p>
          <a:p>
            <a:r>
              <a:rPr lang="en-AU" sz="4000" dirty="0"/>
              <a:t>    state VARCHAR(3),</a:t>
            </a:r>
          </a:p>
          <a:p>
            <a:r>
              <a:rPr lang="en-AU" sz="4000" dirty="0"/>
              <a:t>    </a:t>
            </a:r>
            <a:r>
              <a:rPr lang="en-AU" sz="4000" dirty="0" err="1"/>
              <a:t>signup_date</a:t>
            </a:r>
            <a:r>
              <a:rPr lang="en-AU" sz="4000" dirty="0"/>
              <a:t> DATE</a:t>
            </a:r>
          </a:p>
          <a:p>
            <a:r>
              <a:rPr lang="en-AU" sz="4000" dirty="0"/>
              <a:t>);</a:t>
            </a:r>
          </a:p>
          <a:p>
            <a:pPr marL="0" indent="0">
              <a:buNone/>
            </a:pPr>
            <a:endParaRPr lang="en-AU" sz="4000" dirty="0"/>
          </a:p>
          <a:p>
            <a:r>
              <a:rPr lang="en-AU" sz="4000" dirty="0"/>
              <a:t>-- Insert sample data</a:t>
            </a:r>
          </a:p>
          <a:p>
            <a:r>
              <a:rPr lang="en-US" sz="4000" dirty="0"/>
              <a:t>INSERT INTO </a:t>
            </a:r>
            <a:r>
              <a:rPr lang="en-US" sz="4000" dirty="0" err="1"/>
              <a:t>telstra_customers</a:t>
            </a:r>
            <a:r>
              <a:rPr lang="en-US" sz="4000" dirty="0"/>
              <a:t> VALUES</a:t>
            </a:r>
          </a:p>
          <a:p>
            <a:r>
              <a:rPr lang="en-AU" sz="4000" dirty="0"/>
              <a:t>(101, 'Sarah Williams', 'Gold', 99.00, 'NSW', '2023-01-15'),</a:t>
            </a:r>
          </a:p>
          <a:p>
            <a:r>
              <a:rPr lang="en-AU" sz="4000" dirty="0"/>
              <a:t>(102, 'Michael Zhang', 'Silver', 69.00, 'VIC', '2023-02-20'),</a:t>
            </a:r>
          </a:p>
          <a:p>
            <a:r>
              <a:rPr lang="en-US" sz="4000" dirty="0"/>
              <a:t>(103, 'Emma Thompson', 'Gold', 99.00, 'QLD', '2023-03-10'),</a:t>
            </a:r>
          </a:p>
          <a:p>
            <a:r>
              <a:rPr lang="en-AU" sz="4000" dirty="0"/>
              <a:t>(104, 'James </a:t>
            </a:r>
            <a:r>
              <a:rPr lang="en-AU" sz="4000" dirty="0" err="1"/>
              <a:t>O''Brien</a:t>
            </a:r>
            <a:r>
              <a:rPr lang="en-AU" sz="4000" dirty="0"/>
              <a:t>', 'Bronze', 49.00, 'NSW', '2023-04-05'),</a:t>
            </a:r>
          </a:p>
          <a:p>
            <a:r>
              <a:rPr lang="it-IT" sz="4000" dirty="0"/>
              <a:t>(105, 'Olivia Chen', 'Gold', 99.00, 'VIC', '2023-05-18'),</a:t>
            </a:r>
          </a:p>
          <a:p>
            <a:r>
              <a:rPr lang="en-AU" sz="4000" dirty="0"/>
              <a:t>(106, 'Noah Anderson', 'Silver', 69.00, 'NSW', '2023-06-22'),</a:t>
            </a:r>
          </a:p>
          <a:p>
            <a:r>
              <a:rPr lang="en-AU" sz="4000" dirty="0"/>
              <a:t>(107, 'Sophia Kumar', 'Bronze', 49.00, 'QLD', '2023-07-11'),</a:t>
            </a:r>
          </a:p>
          <a:p>
            <a:r>
              <a:rPr lang="en-US" sz="4000" dirty="0"/>
              <a:t>(108, 'William Taylor', 'Gold', 99.00, 'VIC', '2024-11-25'), -- New customer, no usage yet!</a:t>
            </a:r>
          </a:p>
          <a:p>
            <a:r>
              <a:rPr lang="en-US" sz="4000" dirty="0"/>
              <a:t>(109, 'Ava Martin', 'Silver', 69.00, 'NSW', '2024-12-01'),   -- New customer, no usage yet!</a:t>
            </a:r>
          </a:p>
          <a:p>
            <a:r>
              <a:rPr lang="en-US" sz="4000" dirty="0"/>
              <a:t>(110, 'Lucas Brown', 'Bronze', 49.00, 'QLD', '2024-12-15');  -- New customer, no usage yet!</a:t>
            </a:r>
          </a:p>
          <a:p>
            <a:endParaRPr lang="en-AU" sz="500" dirty="0"/>
          </a:p>
          <a:p>
            <a:endParaRPr lang="en-AU" sz="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597DB8-FA6F-84A7-4243-9151A7E13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29" r="18082"/>
          <a:stretch>
            <a:fillRect/>
          </a:stretch>
        </p:blipFill>
        <p:spPr>
          <a:xfrm>
            <a:off x="6578600" y="10"/>
            <a:ext cx="5613400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42355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47AF7B-9C2A-24BA-1DFE-CAD205E62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"/>
            <a:ext cx="7073899" cy="679404"/>
          </a:xfrm>
        </p:spPr>
        <p:txBody>
          <a:bodyPr>
            <a:normAutofit fontScale="90000"/>
          </a:bodyPr>
          <a:lstStyle/>
          <a:p>
            <a:r>
              <a:rPr lang="en-AU" dirty="0"/>
              <a:t>Usage Records Table (Demo)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CEDED-E4F3-B32D-7DD3-B66928807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577804"/>
            <a:ext cx="8826500" cy="2986051"/>
          </a:xfrm>
        </p:spPr>
        <p:txBody>
          <a:bodyPr>
            <a:normAutofit fontScale="25000" lnSpcReduction="20000"/>
          </a:bodyPr>
          <a:lstStyle/>
          <a:p>
            <a:r>
              <a:rPr lang="en-US" sz="4000" dirty="0"/>
              <a:t>IF OBJECT_ID('</a:t>
            </a:r>
            <a:r>
              <a:rPr lang="en-US" sz="4000" dirty="0" err="1"/>
              <a:t>telstra_usage</a:t>
            </a:r>
            <a:r>
              <a:rPr lang="en-US" sz="4000" dirty="0"/>
              <a:t>', 'U') IS NOT NULL DROP TABLE </a:t>
            </a:r>
            <a:r>
              <a:rPr lang="en-US" sz="4000" dirty="0" err="1"/>
              <a:t>telstra_usage</a:t>
            </a:r>
            <a:r>
              <a:rPr lang="en-US" sz="4000" dirty="0"/>
              <a:t>;</a:t>
            </a:r>
          </a:p>
          <a:p>
            <a:r>
              <a:rPr lang="en-AU" sz="4000" dirty="0"/>
              <a:t>CREATE TABLE </a:t>
            </a:r>
            <a:r>
              <a:rPr lang="en-AU" sz="4000" dirty="0" err="1"/>
              <a:t>telstra_usage</a:t>
            </a:r>
            <a:r>
              <a:rPr lang="en-AU" sz="4000" dirty="0"/>
              <a:t> (</a:t>
            </a:r>
          </a:p>
          <a:p>
            <a:r>
              <a:rPr lang="en-US" sz="4000" dirty="0"/>
              <a:t>    </a:t>
            </a:r>
            <a:r>
              <a:rPr lang="en-US" sz="4000" dirty="0" err="1"/>
              <a:t>usage_id</a:t>
            </a:r>
            <a:r>
              <a:rPr lang="en-US" sz="4000" dirty="0"/>
              <a:t> INT PRIMARY KEY,</a:t>
            </a:r>
          </a:p>
          <a:p>
            <a:r>
              <a:rPr lang="en-AU" sz="4000" dirty="0"/>
              <a:t>    </a:t>
            </a:r>
            <a:r>
              <a:rPr lang="en-AU" sz="4000" dirty="0" err="1"/>
              <a:t>customer_id</a:t>
            </a:r>
            <a:r>
              <a:rPr lang="en-AU" sz="4000" dirty="0"/>
              <a:t> INT,</a:t>
            </a:r>
          </a:p>
          <a:p>
            <a:r>
              <a:rPr lang="en-AU" sz="4000" dirty="0"/>
              <a:t>    </a:t>
            </a:r>
            <a:r>
              <a:rPr lang="en-AU" sz="4000" dirty="0" err="1"/>
              <a:t>usage_month</a:t>
            </a:r>
            <a:r>
              <a:rPr lang="en-AU" sz="4000" dirty="0"/>
              <a:t> DATE,</a:t>
            </a:r>
          </a:p>
          <a:p>
            <a:r>
              <a:rPr lang="en-AU" sz="4000" dirty="0"/>
              <a:t>    </a:t>
            </a:r>
            <a:r>
              <a:rPr lang="en-AU" sz="4000" dirty="0" err="1"/>
              <a:t>data_used_gb</a:t>
            </a:r>
            <a:r>
              <a:rPr lang="en-AU" sz="4000" dirty="0"/>
              <a:t> DECIMAL(10,2),</a:t>
            </a:r>
          </a:p>
          <a:p>
            <a:r>
              <a:rPr lang="en-AU" sz="4000" dirty="0"/>
              <a:t>    </a:t>
            </a:r>
            <a:r>
              <a:rPr lang="en-AU" sz="4000" dirty="0" err="1"/>
              <a:t>calls_minutes</a:t>
            </a:r>
            <a:r>
              <a:rPr lang="en-AU" sz="4000" dirty="0"/>
              <a:t> INT,</a:t>
            </a:r>
          </a:p>
          <a:p>
            <a:r>
              <a:rPr lang="en-AU" sz="4000" dirty="0"/>
              <a:t>    </a:t>
            </a:r>
            <a:r>
              <a:rPr lang="en-AU" sz="4000" dirty="0" err="1"/>
              <a:t>sms_count</a:t>
            </a:r>
            <a:r>
              <a:rPr lang="en-AU" sz="4000" dirty="0"/>
              <a:t> INT</a:t>
            </a:r>
          </a:p>
          <a:p>
            <a:r>
              <a:rPr lang="en-AU" sz="4000" dirty="0"/>
              <a:t>);</a:t>
            </a:r>
          </a:p>
          <a:p>
            <a:endParaRPr lang="en-AU" sz="4000" dirty="0"/>
          </a:p>
          <a:p>
            <a:r>
              <a:rPr lang="en-AU" sz="4000" dirty="0"/>
              <a:t>-- November 2024 usage</a:t>
            </a:r>
          </a:p>
          <a:p>
            <a:r>
              <a:rPr lang="en-AU" sz="4000" dirty="0"/>
              <a:t>(1, 101, '2024-11-01', 45.5, 320, 150),</a:t>
            </a:r>
          </a:p>
          <a:p>
            <a:r>
              <a:rPr lang="en-AU" sz="4000" dirty="0"/>
              <a:t>(2, 102, '2024-11-01', 22.3, 180, 80),</a:t>
            </a:r>
          </a:p>
          <a:p>
            <a:r>
              <a:rPr lang="en-AU" sz="4000" dirty="0"/>
              <a:t>(3, 103, '2024-11-01', 67.8, 420, 200),</a:t>
            </a:r>
          </a:p>
          <a:p>
            <a:r>
              <a:rPr lang="en-AU" sz="4000" dirty="0"/>
              <a:t>(4, 104, '2024-11-01', 5.2, 90, 30),</a:t>
            </a:r>
          </a:p>
          <a:p>
            <a:r>
              <a:rPr lang="en-AU" sz="4000" dirty="0"/>
              <a:t>(5, 105, '2024-11-01', 88.9, 510, 250),</a:t>
            </a:r>
          </a:p>
          <a:p>
            <a:r>
              <a:rPr lang="en-AU" sz="4000" dirty="0"/>
              <a:t>(6, 106, '2024-11-01', 31.4, 220, 110),</a:t>
            </a:r>
          </a:p>
          <a:p>
            <a:r>
              <a:rPr lang="en-AU" sz="4000" dirty="0"/>
              <a:t>(7, 107, '2024-11-01', 8.7, 60, 25),</a:t>
            </a:r>
          </a:p>
          <a:p>
            <a:r>
              <a:rPr lang="en-AU" sz="4000" dirty="0"/>
              <a:t>-- December 2024 usage</a:t>
            </a:r>
          </a:p>
          <a:p>
            <a:r>
              <a:rPr lang="en-AU" sz="4000" dirty="0"/>
              <a:t>(8, 101, '2024-12-01', 52.3, 340, 160),</a:t>
            </a:r>
          </a:p>
          <a:p>
            <a:r>
              <a:rPr lang="en-AU" sz="4000" dirty="0"/>
              <a:t>(9, 102, '2024-12-01', 28.9, 200, 95),</a:t>
            </a:r>
          </a:p>
          <a:p>
            <a:r>
              <a:rPr lang="en-AU" sz="4000" dirty="0"/>
              <a:t>(10, 103, '2024-12-01', 71.2, 450, 220),</a:t>
            </a:r>
          </a:p>
          <a:p>
            <a:r>
              <a:rPr lang="en-AU" sz="4000" dirty="0"/>
              <a:t>(11, 104, '2024-12-01', 6.8, 100, 35),</a:t>
            </a:r>
          </a:p>
          <a:p>
            <a:r>
              <a:rPr lang="en-AU" sz="4000" dirty="0"/>
              <a:t>(12, 105, '2024-12-01', 92.5, 530, 270),</a:t>
            </a:r>
          </a:p>
          <a:p>
            <a:r>
              <a:rPr lang="en-AU" sz="4000" dirty="0"/>
              <a:t>(13, 106, '2024-12-01', 35.7, 240, 120),</a:t>
            </a:r>
          </a:p>
          <a:p>
            <a:r>
              <a:rPr lang="en-AU" sz="4000" dirty="0"/>
              <a:t>(14, 107, '2024-12-01', 9.3, 70, 28);</a:t>
            </a:r>
          </a:p>
          <a:p>
            <a:r>
              <a:rPr lang="en-US" sz="4000" dirty="0"/>
              <a:t>-- NOTE: Customers 108, 109, 110 have NO usage records!</a:t>
            </a:r>
            <a:endParaRPr lang="en-AU" sz="4000" dirty="0"/>
          </a:p>
          <a:p>
            <a:endParaRPr lang="en-AU" sz="4000" dirty="0"/>
          </a:p>
          <a:p>
            <a:endParaRPr lang="en-AU" sz="4000" dirty="0"/>
          </a:p>
          <a:p>
            <a:endParaRPr lang="en-AU" sz="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E6B6F-736B-A23F-6BB1-FE8BC0B78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16" r="28034" b="2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64205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12F24-056F-E52E-4698-1D3AB94C7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100"/>
              <a:t>Match customer names with their Dec usage</a:t>
            </a:r>
            <a:endParaRPr lang="en-AU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EA460-0397-0EEA-D199-369B80ACC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AU" sz="1700"/>
              <a:t>SELECT </a:t>
            </a:r>
          </a:p>
          <a:p>
            <a:r>
              <a:rPr lang="en-AU" sz="1700"/>
              <a:t>    c.customer_name,</a:t>
            </a:r>
          </a:p>
          <a:p>
            <a:r>
              <a:rPr lang="en-AU" sz="1700"/>
              <a:t>    c.plan_tier,</a:t>
            </a:r>
          </a:p>
          <a:p>
            <a:r>
              <a:rPr lang="en-AU" sz="1700"/>
              <a:t>    u.usage_month,</a:t>
            </a:r>
          </a:p>
          <a:p>
            <a:r>
              <a:rPr lang="en-AU" sz="1700"/>
              <a:t>    u.data_used_gb,</a:t>
            </a:r>
          </a:p>
          <a:p>
            <a:r>
              <a:rPr lang="en-AU" sz="1700"/>
              <a:t>    u.calls_minutes</a:t>
            </a:r>
          </a:p>
          <a:p>
            <a:r>
              <a:rPr lang="en-AU" sz="1700"/>
              <a:t>FROM telstra_customers c</a:t>
            </a:r>
          </a:p>
          <a:p>
            <a:r>
              <a:rPr lang="en-US" sz="1700"/>
              <a:t>INNER JOIN telstra_usage u ON c.customer_id = u.customer_id</a:t>
            </a:r>
          </a:p>
          <a:p>
            <a:r>
              <a:rPr lang="en-US" sz="1700"/>
              <a:t>WHERE u.usage_month = '2024-12-01';</a:t>
            </a:r>
          </a:p>
          <a:p>
            <a:endParaRPr lang="en-AU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A8C36E-7CFC-8818-9120-8201DB10E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3383729"/>
            <a:ext cx="5150277" cy="191529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02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3B75A-9145-0AC2-2083-DEF4BB8F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611438"/>
          </a:xfrm>
        </p:spPr>
        <p:txBody>
          <a:bodyPr anchor="b">
            <a:normAutofit/>
          </a:bodyPr>
          <a:lstStyle/>
          <a:p>
            <a:r>
              <a:rPr lang="en-AU" sz="4100" dirty="0"/>
              <a:t>Which customers had NO usage in December? </a:t>
            </a:r>
            <a:br>
              <a:rPr lang="en-US" sz="4100" dirty="0"/>
            </a:br>
            <a:endParaRPr lang="en-AU" sz="4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67251-1142-2330-17D0-4405D0BE9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461" y="2389218"/>
            <a:ext cx="5380518" cy="3897282"/>
          </a:xfrm>
        </p:spPr>
        <p:txBody>
          <a:bodyPr anchor="ctr">
            <a:noAutofit/>
          </a:bodyPr>
          <a:lstStyle/>
          <a:p>
            <a:r>
              <a:rPr lang="en-AU" sz="1000" dirty="0"/>
              <a:t>SELECT </a:t>
            </a:r>
          </a:p>
          <a:p>
            <a:r>
              <a:rPr lang="en-AU" sz="1000" dirty="0"/>
              <a:t>    </a:t>
            </a:r>
            <a:r>
              <a:rPr lang="en-AU" sz="1000" dirty="0" err="1"/>
              <a:t>c.customer_id</a:t>
            </a:r>
            <a:r>
              <a:rPr lang="en-AU" sz="1000" dirty="0"/>
              <a:t>,</a:t>
            </a:r>
          </a:p>
          <a:p>
            <a:r>
              <a:rPr lang="en-AU" sz="1000" dirty="0"/>
              <a:t>    </a:t>
            </a:r>
            <a:r>
              <a:rPr lang="en-AU" sz="1000" dirty="0" err="1"/>
              <a:t>c.customer_name</a:t>
            </a:r>
            <a:r>
              <a:rPr lang="en-AU" sz="1000" dirty="0"/>
              <a:t>,</a:t>
            </a:r>
          </a:p>
          <a:p>
            <a:r>
              <a:rPr lang="en-AU" sz="1000" dirty="0"/>
              <a:t>    </a:t>
            </a:r>
            <a:r>
              <a:rPr lang="en-AU" sz="1000" dirty="0" err="1"/>
              <a:t>c.plan_tier</a:t>
            </a:r>
            <a:r>
              <a:rPr lang="en-AU" sz="1000" dirty="0"/>
              <a:t>,</a:t>
            </a:r>
          </a:p>
          <a:p>
            <a:r>
              <a:rPr lang="en-AU" sz="1000" dirty="0"/>
              <a:t>    </a:t>
            </a:r>
            <a:r>
              <a:rPr lang="en-AU" sz="1000" dirty="0" err="1"/>
              <a:t>c.monthly_fee</a:t>
            </a:r>
            <a:r>
              <a:rPr lang="en-AU" sz="1000" dirty="0"/>
              <a:t>,</a:t>
            </a:r>
          </a:p>
          <a:p>
            <a:r>
              <a:rPr lang="en-AU" sz="1000" dirty="0"/>
              <a:t>    </a:t>
            </a:r>
            <a:r>
              <a:rPr lang="en-AU" sz="1000" dirty="0" err="1"/>
              <a:t>u.data_used_gb</a:t>
            </a:r>
            <a:r>
              <a:rPr lang="en-AU" sz="1000" dirty="0"/>
              <a:t>,</a:t>
            </a:r>
          </a:p>
          <a:p>
            <a:r>
              <a:rPr lang="en-AU" sz="1000" dirty="0"/>
              <a:t>    </a:t>
            </a:r>
            <a:r>
              <a:rPr lang="en-AU" sz="1000" dirty="0" err="1"/>
              <a:t>u.calls_minutes</a:t>
            </a:r>
            <a:r>
              <a:rPr lang="en-AU" sz="1000" dirty="0"/>
              <a:t>,</a:t>
            </a:r>
          </a:p>
          <a:p>
            <a:r>
              <a:rPr lang="en-AU" sz="1000" dirty="0"/>
              <a:t>    CASE </a:t>
            </a:r>
          </a:p>
          <a:p>
            <a:r>
              <a:rPr lang="en-US" sz="1000" dirty="0"/>
              <a:t>        WHEN </a:t>
            </a:r>
            <a:r>
              <a:rPr lang="en-US" sz="1000" dirty="0" err="1"/>
              <a:t>u.usage_id</a:t>
            </a:r>
            <a:r>
              <a:rPr lang="en-US" sz="1000" dirty="0"/>
              <a:t> IS NULL THEN 'CHURN RISK - No Usage!'</a:t>
            </a:r>
          </a:p>
          <a:p>
            <a:r>
              <a:rPr lang="en-AU" sz="1000" dirty="0"/>
              <a:t>        ELSE 'Active'</a:t>
            </a:r>
          </a:p>
          <a:p>
            <a:r>
              <a:rPr lang="en-AU" sz="1000" dirty="0"/>
              <a:t>    END AS status</a:t>
            </a:r>
          </a:p>
          <a:p>
            <a:r>
              <a:rPr lang="en-AU" sz="1000" dirty="0"/>
              <a:t>FROM </a:t>
            </a:r>
            <a:r>
              <a:rPr lang="en-AU" sz="1000" dirty="0" err="1"/>
              <a:t>telstra_customers</a:t>
            </a:r>
            <a:r>
              <a:rPr lang="en-AU" sz="1000" dirty="0"/>
              <a:t> c</a:t>
            </a:r>
          </a:p>
          <a:p>
            <a:r>
              <a:rPr lang="en-US" sz="1000" dirty="0"/>
              <a:t>LEFT JOIN </a:t>
            </a:r>
            <a:r>
              <a:rPr lang="en-US" sz="1000" dirty="0" err="1"/>
              <a:t>telstra_usage</a:t>
            </a:r>
            <a:r>
              <a:rPr lang="en-US" sz="1000" dirty="0"/>
              <a:t> u ON </a:t>
            </a:r>
            <a:r>
              <a:rPr lang="en-US" sz="1000" dirty="0" err="1"/>
              <a:t>c.customer_id</a:t>
            </a:r>
            <a:r>
              <a:rPr lang="en-US" sz="1000" dirty="0"/>
              <a:t> = </a:t>
            </a:r>
            <a:r>
              <a:rPr lang="en-US" sz="1000" dirty="0" err="1"/>
              <a:t>u.customer_id</a:t>
            </a:r>
            <a:r>
              <a:rPr lang="en-US" sz="1000" dirty="0"/>
              <a:t> </a:t>
            </a:r>
          </a:p>
          <a:p>
            <a:r>
              <a:rPr lang="en-US" sz="1000" dirty="0"/>
              <a:t>                           AND </a:t>
            </a:r>
            <a:r>
              <a:rPr lang="en-US" sz="1000" dirty="0" err="1"/>
              <a:t>u.usage_month</a:t>
            </a:r>
            <a:r>
              <a:rPr lang="en-US" sz="1000" dirty="0"/>
              <a:t> = '2024-12-01'</a:t>
            </a:r>
          </a:p>
          <a:p>
            <a:r>
              <a:rPr lang="en-US" sz="1000" dirty="0"/>
              <a:t>ORDER BY </a:t>
            </a:r>
            <a:r>
              <a:rPr lang="en-US" sz="1000" dirty="0" err="1"/>
              <a:t>u.data_used_gb</a:t>
            </a:r>
            <a:r>
              <a:rPr lang="en-US" sz="1000" dirty="0"/>
              <a:t> ASC;</a:t>
            </a:r>
            <a:endParaRPr lang="en-AU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C0D302-426F-68A9-E451-81FA67B7EE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3475013"/>
            <a:ext cx="5150277" cy="173272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85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65D098-99EE-CB72-5571-7BEE419B2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AU" sz="2500" dirty="0"/>
              <a:t>Average usage by plan tier (Bronze/Silver/Gold)</a:t>
            </a:r>
            <a:br>
              <a:rPr lang="en-US" sz="2500" dirty="0"/>
            </a:br>
            <a:endParaRPr lang="en-AU" sz="25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DA622-CE45-743F-825F-A91AC9253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628901"/>
            <a:ext cx="5278066" cy="3681190"/>
          </a:xfrm>
        </p:spPr>
        <p:txBody>
          <a:bodyPr anchor="ctr">
            <a:noAutofit/>
          </a:bodyPr>
          <a:lstStyle/>
          <a:p>
            <a:r>
              <a:rPr lang="en-US" sz="1000" dirty="0"/>
              <a:t>PRINT '--- INNER JOIN (only matching records) ---';</a:t>
            </a:r>
          </a:p>
          <a:p>
            <a:r>
              <a:rPr lang="en-AU" sz="1000" dirty="0"/>
              <a:t>SELECT </a:t>
            </a:r>
          </a:p>
          <a:p>
            <a:r>
              <a:rPr lang="en-AU" sz="1000" dirty="0"/>
              <a:t>    </a:t>
            </a:r>
            <a:r>
              <a:rPr lang="en-AU" sz="1000" dirty="0" err="1"/>
              <a:t>c.customer_name</a:t>
            </a:r>
            <a:r>
              <a:rPr lang="en-AU" sz="1000" dirty="0"/>
              <a:t>,</a:t>
            </a:r>
          </a:p>
          <a:p>
            <a:r>
              <a:rPr lang="en-AU" sz="1000" dirty="0"/>
              <a:t>    </a:t>
            </a:r>
            <a:r>
              <a:rPr lang="en-AU" sz="1000" dirty="0" err="1"/>
              <a:t>c.plan_tier</a:t>
            </a:r>
            <a:r>
              <a:rPr lang="en-AU" sz="1000" dirty="0"/>
              <a:t>,</a:t>
            </a:r>
          </a:p>
          <a:p>
            <a:r>
              <a:rPr lang="en-AU" sz="1000" dirty="0"/>
              <a:t>    </a:t>
            </a:r>
            <a:r>
              <a:rPr lang="en-AU" sz="1000" dirty="0" err="1"/>
              <a:t>u.data_used_gb</a:t>
            </a:r>
            <a:endParaRPr lang="en-AU" sz="1000" dirty="0"/>
          </a:p>
          <a:p>
            <a:r>
              <a:rPr lang="en-AU" sz="1000" dirty="0"/>
              <a:t>FROM </a:t>
            </a:r>
            <a:r>
              <a:rPr lang="en-AU" sz="1000" dirty="0" err="1"/>
              <a:t>telstra_customers</a:t>
            </a:r>
            <a:r>
              <a:rPr lang="en-AU" sz="1000" dirty="0"/>
              <a:t> c</a:t>
            </a:r>
          </a:p>
          <a:p>
            <a:r>
              <a:rPr lang="en-US" sz="1000" dirty="0"/>
              <a:t>INNER JOIN </a:t>
            </a:r>
            <a:r>
              <a:rPr lang="en-US" sz="1000" dirty="0" err="1"/>
              <a:t>telstra_usage</a:t>
            </a:r>
            <a:r>
              <a:rPr lang="en-US" sz="1000" dirty="0"/>
              <a:t> u ON </a:t>
            </a:r>
            <a:r>
              <a:rPr lang="en-US" sz="1000" dirty="0" err="1"/>
              <a:t>c.customer_id</a:t>
            </a:r>
            <a:r>
              <a:rPr lang="en-US" sz="1000" dirty="0"/>
              <a:t> = </a:t>
            </a:r>
            <a:r>
              <a:rPr lang="en-US" sz="1000" dirty="0" err="1"/>
              <a:t>u.customer_id</a:t>
            </a:r>
            <a:endParaRPr lang="en-US" sz="1000" dirty="0"/>
          </a:p>
          <a:p>
            <a:r>
              <a:rPr lang="en-US" sz="1000" dirty="0"/>
              <a:t>WHERE </a:t>
            </a:r>
            <a:r>
              <a:rPr lang="en-US" sz="1000" dirty="0" err="1"/>
              <a:t>u.usage_month</a:t>
            </a:r>
            <a:r>
              <a:rPr lang="en-US" sz="1000" dirty="0"/>
              <a:t> = '2024-12-01’;</a:t>
            </a:r>
          </a:p>
          <a:p>
            <a:endParaRPr lang="en-US" sz="1000" dirty="0"/>
          </a:p>
          <a:p>
            <a:r>
              <a:rPr lang="en-US" sz="1000" dirty="0"/>
              <a:t>PRINT '--- LEFT JOIN (all customers, even without usage) ---';</a:t>
            </a:r>
          </a:p>
          <a:p>
            <a:r>
              <a:rPr lang="en-AU" sz="1000" dirty="0"/>
              <a:t>SELECT </a:t>
            </a:r>
          </a:p>
          <a:p>
            <a:r>
              <a:rPr lang="en-AU" sz="1000" dirty="0"/>
              <a:t>    </a:t>
            </a:r>
            <a:r>
              <a:rPr lang="en-AU" sz="1000" dirty="0" err="1"/>
              <a:t>c.customer_name</a:t>
            </a:r>
            <a:r>
              <a:rPr lang="en-AU" sz="1000" dirty="0"/>
              <a:t>,</a:t>
            </a:r>
          </a:p>
          <a:p>
            <a:r>
              <a:rPr lang="en-AU" sz="1000" dirty="0"/>
              <a:t>    </a:t>
            </a:r>
            <a:r>
              <a:rPr lang="en-AU" sz="1000" dirty="0" err="1"/>
              <a:t>c.plan_tier</a:t>
            </a:r>
            <a:r>
              <a:rPr lang="en-AU" sz="1000" dirty="0"/>
              <a:t>,</a:t>
            </a:r>
          </a:p>
          <a:p>
            <a:r>
              <a:rPr lang="en-US" sz="1000" dirty="0"/>
              <a:t>    ISNULL(</a:t>
            </a:r>
            <a:r>
              <a:rPr lang="en-US" sz="1000" dirty="0" err="1"/>
              <a:t>u.data_used_gb</a:t>
            </a:r>
            <a:r>
              <a:rPr lang="en-US" sz="1000" dirty="0"/>
              <a:t>, 0) AS </a:t>
            </a:r>
            <a:r>
              <a:rPr lang="en-US" sz="1000" dirty="0" err="1"/>
              <a:t>data_used_gb</a:t>
            </a:r>
            <a:r>
              <a:rPr lang="en-US" sz="1000" dirty="0"/>
              <a:t>  -- Replace NULL with 0</a:t>
            </a:r>
          </a:p>
          <a:p>
            <a:r>
              <a:rPr lang="en-AU" sz="1000" dirty="0"/>
              <a:t>FROM </a:t>
            </a:r>
            <a:r>
              <a:rPr lang="en-AU" sz="1000" dirty="0" err="1"/>
              <a:t>telstra_customers</a:t>
            </a:r>
            <a:r>
              <a:rPr lang="en-AU" sz="1000" dirty="0"/>
              <a:t> c</a:t>
            </a:r>
          </a:p>
          <a:p>
            <a:r>
              <a:rPr lang="en-US" sz="1000" dirty="0"/>
              <a:t>LEFT JOIN </a:t>
            </a:r>
            <a:r>
              <a:rPr lang="en-US" sz="1000" dirty="0" err="1"/>
              <a:t>telstra_usage</a:t>
            </a:r>
            <a:r>
              <a:rPr lang="en-US" sz="1000" dirty="0"/>
              <a:t> u ON </a:t>
            </a:r>
            <a:r>
              <a:rPr lang="en-US" sz="1000" dirty="0" err="1"/>
              <a:t>c.customer_id</a:t>
            </a:r>
            <a:r>
              <a:rPr lang="en-US" sz="1000" dirty="0"/>
              <a:t> = </a:t>
            </a:r>
            <a:r>
              <a:rPr lang="en-US" sz="1000" dirty="0" err="1"/>
              <a:t>u.customer_id</a:t>
            </a:r>
            <a:r>
              <a:rPr lang="en-US" sz="1000" dirty="0"/>
              <a:t> </a:t>
            </a:r>
          </a:p>
          <a:p>
            <a:r>
              <a:rPr lang="en-US" sz="1000" dirty="0"/>
              <a:t>                           AND </a:t>
            </a:r>
            <a:r>
              <a:rPr lang="en-US" sz="1000" dirty="0" err="1"/>
              <a:t>u.usage_month</a:t>
            </a:r>
            <a:r>
              <a:rPr lang="en-US" sz="1000" dirty="0"/>
              <a:t> = '2024-12-01';</a:t>
            </a:r>
            <a:endParaRPr lang="en-AU" sz="1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089F4-3246-4CC9-E9C5-F10D0352E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87" y="581892"/>
            <a:ext cx="4363704" cy="251875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C72753-13C7-8BC0-F2FF-5343069787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503" y="3707894"/>
            <a:ext cx="3201409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32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39A1F5A-E57E-4178-8F57-A18DC747E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291618" cy="5097980"/>
          </a:xfrm>
          <a:custGeom>
            <a:avLst/>
            <a:gdLst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516105 w 6530408"/>
              <a:gd name="connsiteY8" fmla="*/ 476071 h 5753325"/>
              <a:gd name="connsiteX9" fmla="*/ 6488360 w 6530408"/>
              <a:gd name="connsiteY9" fmla="*/ 535865 h 5753325"/>
              <a:gd name="connsiteX10" fmla="*/ 6492864 w 6530408"/>
              <a:gd name="connsiteY10" fmla="*/ 615799 h 5753325"/>
              <a:gd name="connsiteX11" fmla="*/ 6459988 w 6530408"/>
              <a:gd name="connsiteY11" fmla="*/ 707628 h 5753325"/>
              <a:gd name="connsiteX12" fmla="*/ 6453989 w 6530408"/>
              <a:gd name="connsiteY12" fmla="*/ 711876 h 5753325"/>
              <a:gd name="connsiteX13" fmla="*/ 6453209 w 6530408"/>
              <a:gd name="connsiteY13" fmla="*/ 719127 h 5753325"/>
              <a:gd name="connsiteX14" fmla="*/ 6457662 w 6530408"/>
              <a:gd name="connsiteY14" fmla="*/ 723331 h 5753325"/>
              <a:gd name="connsiteX15" fmla="*/ 6447445 w 6530408"/>
              <a:gd name="connsiteY15" fmla="*/ 780003 h 5753325"/>
              <a:gd name="connsiteX16" fmla="*/ 6426552 w 6530408"/>
              <a:gd name="connsiteY16" fmla="*/ 845805 h 5753325"/>
              <a:gd name="connsiteX17" fmla="*/ 6434072 w 6530408"/>
              <a:gd name="connsiteY17" fmla="*/ 910733 h 5753325"/>
              <a:gd name="connsiteX18" fmla="*/ 6432570 w 6530408"/>
              <a:gd name="connsiteY18" fmla="*/ 983394 h 5753325"/>
              <a:gd name="connsiteX19" fmla="*/ 6431878 w 6530408"/>
              <a:gd name="connsiteY19" fmla="*/ 1026728 h 5753325"/>
              <a:gd name="connsiteX20" fmla="*/ 6414269 w 6530408"/>
              <a:gd name="connsiteY20" fmla="*/ 1151111 h 5753325"/>
              <a:gd name="connsiteX21" fmla="*/ 6371722 w 6530408"/>
              <a:gd name="connsiteY21" fmla="*/ 1318080 h 5753325"/>
              <a:gd name="connsiteX22" fmla="*/ 6356023 w 6530408"/>
              <a:gd name="connsiteY22" fmla="*/ 1356227 h 5753325"/>
              <a:gd name="connsiteX23" fmla="*/ 6356157 w 6530408"/>
              <a:gd name="connsiteY23" fmla="*/ 1361967 h 5753325"/>
              <a:gd name="connsiteX24" fmla="*/ 6350613 w 6530408"/>
              <a:gd name="connsiteY24" fmla="*/ 1393569 h 5753325"/>
              <a:gd name="connsiteX25" fmla="*/ 6357062 w 6530408"/>
              <a:gd name="connsiteY25" fmla="*/ 1444071 h 5753325"/>
              <a:gd name="connsiteX26" fmla="*/ 6364832 w 6530408"/>
              <a:gd name="connsiteY26" fmla="*/ 1478763 h 5753325"/>
              <a:gd name="connsiteX27" fmla="*/ 6369745 w 6530408"/>
              <a:gd name="connsiteY27" fmla="*/ 1495680 h 5753325"/>
              <a:gd name="connsiteX28" fmla="*/ 6370898 w 6530408"/>
              <a:gd name="connsiteY28" fmla="*/ 1513331 h 5753325"/>
              <a:gd name="connsiteX29" fmla="*/ 6368801 w 6530408"/>
              <a:gd name="connsiteY29" fmla="*/ 1527414 h 5753325"/>
              <a:gd name="connsiteX30" fmla="*/ 6359177 w 6530408"/>
              <a:gd name="connsiteY30" fmla="*/ 1639513 h 5753325"/>
              <a:gd name="connsiteX31" fmla="*/ 6299489 w 6530408"/>
              <a:gd name="connsiteY31" fmla="*/ 1784860 h 5753325"/>
              <a:gd name="connsiteX32" fmla="*/ 6267878 w 6530408"/>
              <a:gd name="connsiteY32" fmla="*/ 1858572 h 5753325"/>
              <a:gd name="connsiteX33" fmla="*/ 6251146 w 6530408"/>
              <a:gd name="connsiteY33" fmla="*/ 1926167 h 5753325"/>
              <a:gd name="connsiteX34" fmla="*/ 6210686 w 6530408"/>
              <a:gd name="connsiteY34" fmla="*/ 2014834 h 5753325"/>
              <a:gd name="connsiteX35" fmla="*/ 6106652 w 6530408"/>
              <a:gd name="connsiteY35" fmla="*/ 2150572 h 5753325"/>
              <a:gd name="connsiteX36" fmla="*/ 6097813 w 6530408"/>
              <a:gd name="connsiteY36" fmla="*/ 2172208 h 5753325"/>
              <a:gd name="connsiteX37" fmla="*/ 6095990 w 6530408"/>
              <a:gd name="connsiteY37" fmla="*/ 2181185 h 5753325"/>
              <a:gd name="connsiteX38" fmla="*/ 6090126 w 6530408"/>
              <a:gd name="connsiteY38" fmla="*/ 2192533 h 5753325"/>
              <a:gd name="connsiteX39" fmla="*/ 6089503 w 6530408"/>
              <a:gd name="connsiteY39" fmla="*/ 2192543 h 5753325"/>
              <a:gd name="connsiteX40" fmla="*/ 6084946 w 6530408"/>
              <a:gd name="connsiteY40" fmla="*/ 2203694 h 5753325"/>
              <a:gd name="connsiteX41" fmla="*/ 5987861 w 6530408"/>
              <a:gd name="connsiteY41" fmla="*/ 2304868 h 5753325"/>
              <a:gd name="connsiteX42" fmla="*/ 5973439 w 6530408"/>
              <a:gd name="connsiteY42" fmla="*/ 2385635 h 5753325"/>
              <a:gd name="connsiteX43" fmla="*/ 5916727 w 6530408"/>
              <a:gd name="connsiteY43" fmla="*/ 2458777 h 5753325"/>
              <a:gd name="connsiteX44" fmla="*/ 5856524 w 6530408"/>
              <a:gd name="connsiteY44" fmla="*/ 2583281 h 5753325"/>
              <a:gd name="connsiteX45" fmla="*/ 5838091 w 6530408"/>
              <a:gd name="connsiteY45" fmla="*/ 2753474 h 5753325"/>
              <a:gd name="connsiteX46" fmla="*/ 5777471 w 6530408"/>
              <a:gd name="connsiteY46" fmla="*/ 2901570 h 5753325"/>
              <a:gd name="connsiteX47" fmla="*/ 5723992 w 6530408"/>
              <a:gd name="connsiteY47" fmla="*/ 2998752 h 5753325"/>
              <a:gd name="connsiteX48" fmla="*/ 5557886 w 6530408"/>
              <a:gd name="connsiteY48" fmla="*/ 3329735 h 5753325"/>
              <a:gd name="connsiteX49" fmla="*/ 5471501 w 6530408"/>
              <a:gd name="connsiteY49" fmla="*/ 3462221 h 5753325"/>
              <a:gd name="connsiteX50" fmla="*/ 5465154 w 6530408"/>
              <a:gd name="connsiteY50" fmla="*/ 3541065 h 5753325"/>
              <a:gd name="connsiteX51" fmla="*/ 5437889 w 6530408"/>
              <a:gd name="connsiteY51" fmla="*/ 3559927 h 5753325"/>
              <a:gd name="connsiteX52" fmla="*/ 5432770 w 6530408"/>
              <a:gd name="connsiteY52" fmla="*/ 3562948 h 5753325"/>
              <a:gd name="connsiteX53" fmla="*/ 5406795 w 6530408"/>
              <a:gd name="connsiteY53" fmla="*/ 3578594 h 5753325"/>
              <a:gd name="connsiteX54" fmla="*/ 5381495 w 6530408"/>
              <a:gd name="connsiteY54" fmla="*/ 3599883 h 5753325"/>
              <a:gd name="connsiteX55" fmla="*/ 5363689 w 6530408"/>
              <a:gd name="connsiteY55" fmla="*/ 3633299 h 5753325"/>
              <a:gd name="connsiteX56" fmla="*/ 5291870 w 6530408"/>
              <a:gd name="connsiteY56" fmla="*/ 3799039 h 5753325"/>
              <a:gd name="connsiteX57" fmla="*/ 5241600 w 6530408"/>
              <a:gd name="connsiteY57" fmla="*/ 3894238 h 5753325"/>
              <a:gd name="connsiteX58" fmla="*/ 5211041 w 6530408"/>
              <a:gd name="connsiteY58" fmla="*/ 3924184 h 5753325"/>
              <a:gd name="connsiteX59" fmla="*/ 5176073 w 6530408"/>
              <a:gd name="connsiteY59" fmla="*/ 3970179 h 5753325"/>
              <a:gd name="connsiteX60" fmla="*/ 5172826 w 6530408"/>
              <a:gd name="connsiteY60" fmla="*/ 3991773 h 5753325"/>
              <a:gd name="connsiteX61" fmla="*/ 5157053 w 6530408"/>
              <a:gd name="connsiteY61" fmla="*/ 3997708 h 5753325"/>
              <a:gd name="connsiteX62" fmla="*/ 5127922 w 6530408"/>
              <a:gd name="connsiteY62" fmla="*/ 4022660 h 5753325"/>
              <a:gd name="connsiteX63" fmla="*/ 5020872 w 6530408"/>
              <a:gd name="connsiteY63" fmla="*/ 4075951 h 5753325"/>
              <a:gd name="connsiteX64" fmla="*/ 4991410 w 6530408"/>
              <a:gd name="connsiteY64" fmla="*/ 4087598 h 5753325"/>
              <a:gd name="connsiteX65" fmla="*/ 4930112 w 6530408"/>
              <a:gd name="connsiteY65" fmla="*/ 4138459 h 5753325"/>
              <a:gd name="connsiteX66" fmla="*/ 4834224 w 6530408"/>
              <a:gd name="connsiteY66" fmla="*/ 4231643 h 5753325"/>
              <a:gd name="connsiteX67" fmla="*/ 4812599 w 6530408"/>
              <a:gd name="connsiteY67" fmla="*/ 4249449 h 5753325"/>
              <a:gd name="connsiteX68" fmla="*/ 4789188 w 6530408"/>
              <a:gd name="connsiteY68" fmla="*/ 4256678 h 5753325"/>
              <a:gd name="connsiteX69" fmla="*/ 4779554 w 6530408"/>
              <a:gd name="connsiteY69" fmla="*/ 4251313 h 5753325"/>
              <a:gd name="connsiteX70" fmla="*/ 4766885 w 6530408"/>
              <a:gd name="connsiteY70" fmla="*/ 4259812 h 5753325"/>
              <a:gd name="connsiteX71" fmla="*/ 4762510 w 6530408"/>
              <a:gd name="connsiteY71" fmla="*/ 4260383 h 5753325"/>
              <a:gd name="connsiteX72" fmla="*/ 4738416 w 6530408"/>
              <a:gd name="connsiteY72" fmla="*/ 4265355 h 5753325"/>
              <a:gd name="connsiteX73" fmla="*/ 4712007 w 6530408"/>
              <a:gd name="connsiteY73" fmla="*/ 4317892 h 5753325"/>
              <a:gd name="connsiteX74" fmla="*/ 4658930 w 6530408"/>
              <a:gd name="connsiteY74" fmla="*/ 4348041 h 5753325"/>
              <a:gd name="connsiteX75" fmla="*/ 4443526 w 6530408"/>
              <a:gd name="connsiteY75" fmla="*/ 4507851 h 5753325"/>
              <a:gd name="connsiteX76" fmla="*/ 4289766 w 6530408"/>
              <a:gd name="connsiteY76" fmla="*/ 4711450 h 5753325"/>
              <a:gd name="connsiteX77" fmla="*/ 4150870 w 6530408"/>
              <a:gd name="connsiteY77" fmla="*/ 4818480 h 5753325"/>
              <a:gd name="connsiteX78" fmla="*/ 4006639 w 6530408"/>
              <a:gd name="connsiteY78" fmla="*/ 4933815 h 5753325"/>
              <a:gd name="connsiteX79" fmla="*/ 3298210 w 6530408"/>
              <a:gd name="connsiteY79" fmla="*/ 5070790 h 5753325"/>
              <a:gd name="connsiteX80" fmla="*/ 2947678 w 6530408"/>
              <a:gd name="connsiteY80" fmla="*/ 5117869 h 5753325"/>
              <a:gd name="connsiteX81" fmla="*/ 2822169 w 6530408"/>
              <a:gd name="connsiteY81" fmla="*/ 5129396 h 5753325"/>
              <a:gd name="connsiteX82" fmla="*/ 2538773 w 6530408"/>
              <a:gd name="connsiteY82" fmla="*/ 5313397 h 5753325"/>
              <a:gd name="connsiteX83" fmla="*/ 2014500 w 6530408"/>
              <a:gd name="connsiteY83" fmla="*/ 5519744 h 5753325"/>
              <a:gd name="connsiteX84" fmla="*/ 1934391 w 6530408"/>
              <a:gd name="connsiteY84" fmla="*/ 5591335 h 5753325"/>
              <a:gd name="connsiteX85" fmla="*/ 1892550 w 6530408"/>
              <a:gd name="connsiteY85" fmla="*/ 5649708 h 5753325"/>
              <a:gd name="connsiteX86" fmla="*/ 1854769 w 6530408"/>
              <a:gd name="connsiteY86" fmla="*/ 5647691 h 5753325"/>
              <a:gd name="connsiteX87" fmla="*/ 1809461 w 6530408"/>
              <a:gd name="connsiteY87" fmla="*/ 5648628 h 5753325"/>
              <a:gd name="connsiteX88" fmla="*/ 1745150 w 6530408"/>
              <a:gd name="connsiteY88" fmla="*/ 5693879 h 5753325"/>
              <a:gd name="connsiteX89" fmla="*/ 1713375 w 6530408"/>
              <a:gd name="connsiteY89" fmla="*/ 5684672 h 5753325"/>
              <a:gd name="connsiteX90" fmla="*/ 1707808 w 6530408"/>
              <a:gd name="connsiteY90" fmla="*/ 5682611 h 5753325"/>
              <a:gd name="connsiteX91" fmla="*/ 1679313 w 6530408"/>
              <a:gd name="connsiteY91" fmla="*/ 5672360 h 5753325"/>
              <a:gd name="connsiteX92" fmla="*/ 1646933 w 6530408"/>
              <a:gd name="connsiteY92" fmla="*/ 5666227 h 5753325"/>
              <a:gd name="connsiteX93" fmla="*/ 1610055 w 6530408"/>
              <a:gd name="connsiteY93" fmla="*/ 5673643 h 5753325"/>
              <a:gd name="connsiteX94" fmla="*/ 1437641 w 6530408"/>
              <a:gd name="connsiteY94" fmla="*/ 5723266 h 5753325"/>
              <a:gd name="connsiteX95" fmla="*/ 1332869 w 6530408"/>
              <a:gd name="connsiteY95" fmla="*/ 5744752 h 5753325"/>
              <a:gd name="connsiteX96" fmla="*/ 1290525 w 6530408"/>
              <a:gd name="connsiteY96" fmla="*/ 5740036 h 5753325"/>
              <a:gd name="connsiteX97" fmla="*/ 1233107 w 6530408"/>
              <a:gd name="connsiteY97" fmla="*/ 5742106 h 5753325"/>
              <a:gd name="connsiteX98" fmla="*/ 1214532 w 6530408"/>
              <a:gd name="connsiteY98" fmla="*/ 5753325 h 5753325"/>
              <a:gd name="connsiteX99" fmla="*/ 1199955 w 6530408"/>
              <a:gd name="connsiteY99" fmla="*/ 5744831 h 5753325"/>
              <a:gd name="connsiteX100" fmla="*/ 1162337 w 6530408"/>
              <a:gd name="connsiteY100" fmla="*/ 5738048 h 5753325"/>
              <a:gd name="connsiteX101" fmla="*/ 1053457 w 6530408"/>
              <a:gd name="connsiteY101" fmla="*/ 5688676 h 5753325"/>
              <a:gd name="connsiteX102" fmla="*/ 1025798 w 6530408"/>
              <a:gd name="connsiteY102" fmla="*/ 5673166 h 5753325"/>
              <a:gd name="connsiteX103" fmla="*/ 947900 w 6530408"/>
              <a:gd name="connsiteY103" fmla="*/ 5657848 h 5753325"/>
              <a:gd name="connsiteX104" fmla="*/ 815627 w 6530408"/>
              <a:gd name="connsiteY104" fmla="*/ 5642557 h 5753325"/>
              <a:gd name="connsiteX105" fmla="*/ 788251 w 6530408"/>
              <a:gd name="connsiteY105" fmla="*/ 5637065 h 5753325"/>
              <a:gd name="connsiteX106" fmla="*/ 767822 w 6530408"/>
              <a:gd name="connsiteY106" fmla="*/ 5623450 h 5753325"/>
              <a:gd name="connsiteX107" fmla="*/ 765791 w 6530408"/>
              <a:gd name="connsiteY107" fmla="*/ 5612539 h 5753325"/>
              <a:gd name="connsiteX108" fmla="*/ 751230 w 6530408"/>
              <a:gd name="connsiteY108" fmla="*/ 5608092 h 5753325"/>
              <a:gd name="connsiteX109" fmla="*/ 748008 w 6530408"/>
              <a:gd name="connsiteY109" fmla="*/ 5605052 h 5753325"/>
              <a:gd name="connsiteX110" fmla="*/ 728871 w 6530408"/>
              <a:gd name="connsiteY110" fmla="*/ 5589469 h 5753325"/>
              <a:gd name="connsiteX111" fmla="*/ 671898 w 6530408"/>
              <a:gd name="connsiteY111" fmla="*/ 5602363 h 5753325"/>
              <a:gd name="connsiteX112" fmla="*/ 615065 w 6530408"/>
              <a:gd name="connsiteY112" fmla="*/ 5580257 h 5753325"/>
              <a:gd name="connsiteX113" fmla="*/ 355785 w 6530408"/>
              <a:gd name="connsiteY113" fmla="*/ 5514383 h 5753325"/>
              <a:gd name="connsiteX114" fmla="*/ 102269 w 6530408"/>
              <a:gd name="connsiteY114" fmla="*/ 5524347 h 5753325"/>
              <a:gd name="connsiteX115" fmla="*/ 13160 w 6530408"/>
              <a:gd name="connsiteY115" fmla="*/ 5514159 h 5753325"/>
              <a:gd name="connsiteX116" fmla="*/ 0 w 6530408"/>
              <a:gd name="connsiteY116" fmla="*/ 5511735 h 5753325"/>
              <a:gd name="connsiteX0" fmla="*/ 0 w 6530408"/>
              <a:gd name="connsiteY0" fmla="*/ 0 h 5753325"/>
              <a:gd name="connsiteX1" fmla="*/ 6438980 w 6530408"/>
              <a:gd name="connsiteY1" fmla="*/ 0 h 5753325"/>
              <a:gd name="connsiteX2" fmla="*/ 6439047 w 6530408"/>
              <a:gd name="connsiteY2" fmla="*/ 147 h 5753325"/>
              <a:gd name="connsiteX3" fmla="*/ 6443456 w 6530408"/>
              <a:gd name="connsiteY3" fmla="*/ 130105 h 5753325"/>
              <a:gd name="connsiteX4" fmla="*/ 6447632 w 6530408"/>
              <a:gd name="connsiteY4" fmla="*/ 170016 h 5753325"/>
              <a:gd name="connsiteX5" fmla="*/ 6465936 w 6530408"/>
              <a:gd name="connsiteY5" fmla="*/ 274847 h 5753325"/>
              <a:gd name="connsiteX6" fmla="*/ 6506836 w 6530408"/>
              <a:gd name="connsiteY6" fmla="*/ 331778 h 5753325"/>
              <a:gd name="connsiteX7" fmla="*/ 6530408 w 6530408"/>
              <a:gd name="connsiteY7" fmla="*/ 427517 h 5753325"/>
              <a:gd name="connsiteX8" fmla="*/ 6488360 w 6530408"/>
              <a:gd name="connsiteY8" fmla="*/ 535865 h 5753325"/>
              <a:gd name="connsiteX9" fmla="*/ 6492864 w 6530408"/>
              <a:gd name="connsiteY9" fmla="*/ 615799 h 5753325"/>
              <a:gd name="connsiteX10" fmla="*/ 6459988 w 6530408"/>
              <a:gd name="connsiteY10" fmla="*/ 707628 h 5753325"/>
              <a:gd name="connsiteX11" fmla="*/ 6453989 w 6530408"/>
              <a:gd name="connsiteY11" fmla="*/ 711876 h 5753325"/>
              <a:gd name="connsiteX12" fmla="*/ 6453209 w 6530408"/>
              <a:gd name="connsiteY12" fmla="*/ 719127 h 5753325"/>
              <a:gd name="connsiteX13" fmla="*/ 6457662 w 6530408"/>
              <a:gd name="connsiteY13" fmla="*/ 723331 h 5753325"/>
              <a:gd name="connsiteX14" fmla="*/ 6447445 w 6530408"/>
              <a:gd name="connsiteY14" fmla="*/ 780003 h 5753325"/>
              <a:gd name="connsiteX15" fmla="*/ 6426552 w 6530408"/>
              <a:gd name="connsiteY15" fmla="*/ 845805 h 5753325"/>
              <a:gd name="connsiteX16" fmla="*/ 6434072 w 6530408"/>
              <a:gd name="connsiteY16" fmla="*/ 910733 h 5753325"/>
              <a:gd name="connsiteX17" fmla="*/ 6432570 w 6530408"/>
              <a:gd name="connsiteY17" fmla="*/ 983394 h 5753325"/>
              <a:gd name="connsiteX18" fmla="*/ 6431878 w 6530408"/>
              <a:gd name="connsiteY18" fmla="*/ 1026728 h 5753325"/>
              <a:gd name="connsiteX19" fmla="*/ 6414269 w 6530408"/>
              <a:gd name="connsiteY19" fmla="*/ 1151111 h 5753325"/>
              <a:gd name="connsiteX20" fmla="*/ 6371722 w 6530408"/>
              <a:gd name="connsiteY20" fmla="*/ 1318080 h 5753325"/>
              <a:gd name="connsiteX21" fmla="*/ 6356023 w 6530408"/>
              <a:gd name="connsiteY21" fmla="*/ 1356227 h 5753325"/>
              <a:gd name="connsiteX22" fmla="*/ 6356157 w 6530408"/>
              <a:gd name="connsiteY22" fmla="*/ 1361967 h 5753325"/>
              <a:gd name="connsiteX23" fmla="*/ 6350613 w 6530408"/>
              <a:gd name="connsiteY23" fmla="*/ 1393569 h 5753325"/>
              <a:gd name="connsiteX24" fmla="*/ 6357062 w 6530408"/>
              <a:gd name="connsiteY24" fmla="*/ 1444071 h 5753325"/>
              <a:gd name="connsiteX25" fmla="*/ 6364832 w 6530408"/>
              <a:gd name="connsiteY25" fmla="*/ 1478763 h 5753325"/>
              <a:gd name="connsiteX26" fmla="*/ 6369745 w 6530408"/>
              <a:gd name="connsiteY26" fmla="*/ 1495680 h 5753325"/>
              <a:gd name="connsiteX27" fmla="*/ 6370898 w 6530408"/>
              <a:gd name="connsiteY27" fmla="*/ 1513331 h 5753325"/>
              <a:gd name="connsiteX28" fmla="*/ 6368801 w 6530408"/>
              <a:gd name="connsiteY28" fmla="*/ 1527414 h 5753325"/>
              <a:gd name="connsiteX29" fmla="*/ 6359177 w 6530408"/>
              <a:gd name="connsiteY29" fmla="*/ 1639513 h 5753325"/>
              <a:gd name="connsiteX30" fmla="*/ 6299489 w 6530408"/>
              <a:gd name="connsiteY30" fmla="*/ 1784860 h 5753325"/>
              <a:gd name="connsiteX31" fmla="*/ 6267878 w 6530408"/>
              <a:gd name="connsiteY31" fmla="*/ 1858572 h 5753325"/>
              <a:gd name="connsiteX32" fmla="*/ 6251146 w 6530408"/>
              <a:gd name="connsiteY32" fmla="*/ 1926167 h 5753325"/>
              <a:gd name="connsiteX33" fmla="*/ 6210686 w 6530408"/>
              <a:gd name="connsiteY33" fmla="*/ 2014834 h 5753325"/>
              <a:gd name="connsiteX34" fmla="*/ 6106652 w 6530408"/>
              <a:gd name="connsiteY34" fmla="*/ 2150572 h 5753325"/>
              <a:gd name="connsiteX35" fmla="*/ 6097813 w 6530408"/>
              <a:gd name="connsiteY35" fmla="*/ 2172208 h 5753325"/>
              <a:gd name="connsiteX36" fmla="*/ 6095990 w 6530408"/>
              <a:gd name="connsiteY36" fmla="*/ 2181185 h 5753325"/>
              <a:gd name="connsiteX37" fmla="*/ 6090126 w 6530408"/>
              <a:gd name="connsiteY37" fmla="*/ 2192533 h 5753325"/>
              <a:gd name="connsiteX38" fmla="*/ 6089503 w 6530408"/>
              <a:gd name="connsiteY38" fmla="*/ 2192543 h 5753325"/>
              <a:gd name="connsiteX39" fmla="*/ 6084946 w 6530408"/>
              <a:gd name="connsiteY39" fmla="*/ 2203694 h 5753325"/>
              <a:gd name="connsiteX40" fmla="*/ 5987861 w 6530408"/>
              <a:gd name="connsiteY40" fmla="*/ 2304868 h 5753325"/>
              <a:gd name="connsiteX41" fmla="*/ 5973439 w 6530408"/>
              <a:gd name="connsiteY41" fmla="*/ 2385635 h 5753325"/>
              <a:gd name="connsiteX42" fmla="*/ 5916727 w 6530408"/>
              <a:gd name="connsiteY42" fmla="*/ 2458777 h 5753325"/>
              <a:gd name="connsiteX43" fmla="*/ 5856524 w 6530408"/>
              <a:gd name="connsiteY43" fmla="*/ 2583281 h 5753325"/>
              <a:gd name="connsiteX44" fmla="*/ 5838091 w 6530408"/>
              <a:gd name="connsiteY44" fmla="*/ 2753474 h 5753325"/>
              <a:gd name="connsiteX45" fmla="*/ 5777471 w 6530408"/>
              <a:gd name="connsiteY45" fmla="*/ 2901570 h 5753325"/>
              <a:gd name="connsiteX46" fmla="*/ 5723992 w 6530408"/>
              <a:gd name="connsiteY46" fmla="*/ 2998752 h 5753325"/>
              <a:gd name="connsiteX47" fmla="*/ 5557886 w 6530408"/>
              <a:gd name="connsiteY47" fmla="*/ 3329735 h 5753325"/>
              <a:gd name="connsiteX48" fmla="*/ 5471501 w 6530408"/>
              <a:gd name="connsiteY48" fmla="*/ 3462221 h 5753325"/>
              <a:gd name="connsiteX49" fmla="*/ 5465154 w 6530408"/>
              <a:gd name="connsiteY49" fmla="*/ 3541065 h 5753325"/>
              <a:gd name="connsiteX50" fmla="*/ 5437889 w 6530408"/>
              <a:gd name="connsiteY50" fmla="*/ 3559927 h 5753325"/>
              <a:gd name="connsiteX51" fmla="*/ 5432770 w 6530408"/>
              <a:gd name="connsiteY51" fmla="*/ 3562948 h 5753325"/>
              <a:gd name="connsiteX52" fmla="*/ 5406795 w 6530408"/>
              <a:gd name="connsiteY52" fmla="*/ 3578594 h 5753325"/>
              <a:gd name="connsiteX53" fmla="*/ 5381495 w 6530408"/>
              <a:gd name="connsiteY53" fmla="*/ 3599883 h 5753325"/>
              <a:gd name="connsiteX54" fmla="*/ 5363689 w 6530408"/>
              <a:gd name="connsiteY54" fmla="*/ 3633299 h 5753325"/>
              <a:gd name="connsiteX55" fmla="*/ 5291870 w 6530408"/>
              <a:gd name="connsiteY55" fmla="*/ 3799039 h 5753325"/>
              <a:gd name="connsiteX56" fmla="*/ 5241600 w 6530408"/>
              <a:gd name="connsiteY56" fmla="*/ 3894238 h 5753325"/>
              <a:gd name="connsiteX57" fmla="*/ 5211041 w 6530408"/>
              <a:gd name="connsiteY57" fmla="*/ 3924184 h 5753325"/>
              <a:gd name="connsiteX58" fmla="*/ 5176073 w 6530408"/>
              <a:gd name="connsiteY58" fmla="*/ 3970179 h 5753325"/>
              <a:gd name="connsiteX59" fmla="*/ 5172826 w 6530408"/>
              <a:gd name="connsiteY59" fmla="*/ 3991773 h 5753325"/>
              <a:gd name="connsiteX60" fmla="*/ 5157053 w 6530408"/>
              <a:gd name="connsiteY60" fmla="*/ 3997708 h 5753325"/>
              <a:gd name="connsiteX61" fmla="*/ 5127922 w 6530408"/>
              <a:gd name="connsiteY61" fmla="*/ 4022660 h 5753325"/>
              <a:gd name="connsiteX62" fmla="*/ 5020872 w 6530408"/>
              <a:gd name="connsiteY62" fmla="*/ 4075951 h 5753325"/>
              <a:gd name="connsiteX63" fmla="*/ 4991410 w 6530408"/>
              <a:gd name="connsiteY63" fmla="*/ 4087598 h 5753325"/>
              <a:gd name="connsiteX64" fmla="*/ 4930112 w 6530408"/>
              <a:gd name="connsiteY64" fmla="*/ 4138459 h 5753325"/>
              <a:gd name="connsiteX65" fmla="*/ 4834224 w 6530408"/>
              <a:gd name="connsiteY65" fmla="*/ 4231643 h 5753325"/>
              <a:gd name="connsiteX66" fmla="*/ 4812599 w 6530408"/>
              <a:gd name="connsiteY66" fmla="*/ 4249449 h 5753325"/>
              <a:gd name="connsiteX67" fmla="*/ 4789188 w 6530408"/>
              <a:gd name="connsiteY67" fmla="*/ 4256678 h 5753325"/>
              <a:gd name="connsiteX68" fmla="*/ 4779554 w 6530408"/>
              <a:gd name="connsiteY68" fmla="*/ 4251313 h 5753325"/>
              <a:gd name="connsiteX69" fmla="*/ 4766885 w 6530408"/>
              <a:gd name="connsiteY69" fmla="*/ 4259812 h 5753325"/>
              <a:gd name="connsiteX70" fmla="*/ 4762510 w 6530408"/>
              <a:gd name="connsiteY70" fmla="*/ 4260383 h 5753325"/>
              <a:gd name="connsiteX71" fmla="*/ 4738416 w 6530408"/>
              <a:gd name="connsiteY71" fmla="*/ 4265355 h 5753325"/>
              <a:gd name="connsiteX72" fmla="*/ 4712007 w 6530408"/>
              <a:gd name="connsiteY72" fmla="*/ 4317892 h 5753325"/>
              <a:gd name="connsiteX73" fmla="*/ 4658930 w 6530408"/>
              <a:gd name="connsiteY73" fmla="*/ 4348041 h 5753325"/>
              <a:gd name="connsiteX74" fmla="*/ 4443526 w 6530408"/>
              <a:gd name="connsiteY74" fmla="*/ 4507851 h 5753325"/>
              <a:gd name="connsiteX75" fmla="*/ 4289766 w 6530408"/>
              <a:gd name="connsiteY75" fmla="*/ 4711450 h 5753325"/>
              <a:gd name="connsiteX76" fmla="*/ 4150870 w 6530408"/>
              <a:gd name="connsiteY76" fmla="*/ 4818480 h 5753325"/>
              <a:gd name="connsiteX77" fmla="*/ 4006639 w 6530408"/>
              <a:gd name="connsiteY77" fmla="*/ 4933815 h 5753325"/>
              <a:gd name="connsiteX78" fmla="*/ 3298210 w 6530408"/>
              <a:gd name="connsiteY78" fmla="*/ 5070790 h 5753325"/>
              <a:gd name="connsiteX79" fmla="*/ 2947678 w 6530408"/>
              <a:gd name="connsiteY79" fmla="*/ 5117869 h 5753325"/>
              <a:gd name="connsiteX80" fmla="*/ 2822169 w 6530408"/>
              <a:gd name="connsiteY80" fmla="*/ 5129396 h 5753325"/>
              <a:gd name="connsiteX81" fmla="*/ 2538773 w 6530408"/>
              <a:gd name="connsiteY81" fmla="*/ 5313397 h 5753325"/>
              <a:gd name="connsiteX82" fmla="*/ 2014500 w 6530408"/>
              <a:gd name="connsiteY82" fmla="*/ 5519744 h 5753325"/>
              <a:gd name="connsiteX83" fmla="*/ 1934391 w 6530408"/>
              <a:gd name="connsiteY83" fmla="*/ 5591335 h 5753325"/>
              <a:gd name="connsiteX84" fmla="*/ 1892550 w 6530408"/>
              <a:gd name="connsiteY84" fmla="*/ 5649708 h 5753325"/>
              <a:gd name="connsiteX85" fmla="*/ 1854769 w 6530408"/>
              <a:gd name="connsiteY85" fmla="*/ 5647691 h 5753325"/>
              <a:gd name="connsiteX86" fmla="*/ 1809461 w 6530408"/>
              <a:gd name="connsiteY86" fmla="*/ 5648628 h 5753325"/>
              <a:gd name="connsiteX87" fmla="*/ 1745150 w 6530408"/>
              <a:gd name="connsiteY87" fmla="*/ 5693879 h 5753325"/>
              <a:gd name="connsiteX88" fmla="*/ 1713375 w 6530408"/>
              <a:gd name="connsiteY88" fmla="*/ 5684672 h 5753325"/>
              <a:gd name="connsiteX89" fmla="*/ 1707808 w 6530408"/>
              <a:gd name="connsiteY89" fmla="*/ 5682611 h 5753325"/>
              <a:gd name="connsiteX90" fmla="*/ 1679313 w 6530408"/>
              <a:gd name="connsiteY90" fmla="*/ 5672360 h 5753325"/>
              <a:gd name="connsiteX91" fmla="*/ 1646933 w 6530408"/>
              <a:gd name="connsiteY91" fmla="*/ 5666227 h 5753325"/>
              <a:gd name="connsiteX92" fmla="*/ 1610055 w 6530408"/>
              <a:gd name="connsiteY92" fmla="*/ 5673643 h 5753325"/>
              <a:gd name="connsiteX93" fmla="*/ 1437641 w 6530408"/>
              <a:gd name="connsiteY93" fmla="*/ 5723266 h 5753325"/>
              <a:gd name="connsiteX94" fmla="*/ 1332869 w 6530408"/>
              <a:gd name="connsiteY94" fmla="*/ 5744752 h 5753325"/>
              <a:gd name="connsiteX95" fmla="*/ 1290525 w 6530408"/>
              <a:gd name="connsiteY95" fmla="*/ 5740036 h 5753325"/>
              <a:gd name="connsiteX96" fmla="*/ 1233107 w 6530408"/>
              <a:gd name="connsiteY96" fmla="*/ 5742106 h 5753325"/>
              <a:gd name="connsiteX97" fmla="*/ 1214532 w 6530408"/>
              <a:gd name="connsiteY97" fmla="*/ 5753325 h 5753325"/>
              <a:gd name="connsiteX98" fmla="*/ 1199955 w 6530408"/>
              <a:gd name="connsiteY98" fmla="*/ 5744831 h 5753325"/>
              <a:gd name="connsiteX99" fmla="*/ 1162337 w 6530408"/>
              <a:gd name="connsiteY99" fmla="*/ 5738048 h 5753325"/>
              <a:gd name="connsiteX100" fmla="*/ 1053457 w 6530408"/>
              <a:gd name="connsiteY100" fmla="*/ 5688676 h 5753325"/>
              <a:gd name="connsiteX101" fmla="*/ 1025798 w 6530408"/>
              <a:gd name="connsiteY101" fmla="*/ 5673166 h 5753325"/>
              <a:gd name="connsiteX102" fmla="*/ 947900 w 6530408"/>
              <a:gd name="connsiteY102" fmla="*/ 5657848 h 5753325"/>
              <a:gd name="connsiteX103" fmla="*/ 815627 w 6530408"/>
              <a:gd name="connsiteY103" fmla="*/ 5642557 h 5753325"/>
              <a:gd name="connsiteX104" fmla="*/ 788251 w 6530408"/>
              <a:gd name="connsiteY104" fmla="*/ 5637065 h 5753325"/>
              <a:gd name="connsiteX105" fmla="*/ 767822 w 6530408"/>
              <a:gd name="connsiteY105" fmla="*/ 5623450 h 5753325"/>
              <a:gd name="connsiteX106" fmla="*/ 765791 w 6530408"/>
              <a:gd name="connsiteY106" fmla="*/ 5612539 h 5753325"/>
              <a:gd name="connsiteX107" fmla="*/ 751230 w 6530408"/>
              <a:gd name="connsiteY107" fmla="*/ 5608092 h 5753325"/>
              <a:gd name="connsiteX108" fmla="*/ 748008 w 6530408"/>
              <a:gd name="connsiteY108" fmla="*/ 5605052 h 5753325"/>
              <a:gd name="connsiteX109" fmla="*/ 728871 w 6530408"/>
              <a:gd name="connsiteY109" fmla="*/ 5589469 h 5753325"/>
              <a:gd name="connsiteX110" fmla="*/ 671898 w 6530408"/>
              <a:gd name="connsiteY110" fmla="*/ 5602363 h 5753325"/>
              <a:gd name="connsiteX111" fmla="*/ 615065 w 6530408"/>
              <a:gd name="connsiteY111" fmla="*/ 5580257 h 5753325"/>
              <a:gd name="connsiteX112" fmla="*/ 355785 w 6530408"/>
              <a:gd name="connsiteY112" fmla="*/ 5514383 h 5753325"/>
              <a:gd name="connsiteX113" fmla="*/ 102269 w 6530408"/>
              <a:gd name="connsiteY113" fmla="*/ 5524347 h 5753325"/>
              <a:gd name="connsiteX114" fmla="*/ 13160 w 6530408"/>
              <a:gd name="connsiteY114" fmla="*/ 5514159 h 5753325"/>
              <a:gd name="connsiteX115" fmla="*/ 0 w 6530408"/>
              <a:gd name="connsiteY115" fmla="*/ 5511735 h 5753325"/>
              <a:gd name="connsiteX116" fmla="*/ 0 w 6530408"/>
              <a:gd name="connsiteY116" fmla="*/ 0 h 5753325"/>
              <a:gd name="connsiteX0" fmla="*/ 0 w 6506836"/>
              <a:gd name="connsiteY0" fmla="*/ 0 h 5753325"/>
              <a:gd name="connsiteX1" fmla="*/ 6438980 w 6506836"/>
              <a:gd name="connsiteY1" fmla="*/ 0 h 5753325"/>
              <a:gd name="connsiteX2" fmla="*/ 6439047 w 6506836"/>
              <a:gd name="connsiteY2" fmla="*/ 147 h 5753325"/>
              <a:gd name="connsiteX3" fmla="*/ 6443456 w 6506836"/>
              <a:gd name="connsiteY3" fmla="*/ 130105 h 5753325"/>
              <a:gd name="connsiteX4" fmla="*/ 6447632 w 6506836"/>
              <a:gd name="connsiteY4" fmla="*/ 170016 h 5753325"/>
              <a:gd name="connsiteX5" fmla="*/ 6465936 w 6506836"/>
              <a:gd name="connsiteY5" fmla="*/ 274847 h 5753325"/>
              <a:gd name="connsiteX6" fmla="*/ 6506836 w 6506836"/>
              <a:gd name="connsiteY6" fmla="*/ 331778 h 5753325"/>
              <a:gd name="connsiteX7" fmla="*/ 6488360 w 6506836"/>
              <a:gd name="connsiteY7" fmla="*/ 535865 h 5753325"/>
              <a:gd name="connsiteX8" fmla="*/ 6492864 w 6506836"/>
              <a:gd name="connsiteY8" fmla="*/ 615799 h 5753325"/>
              <a:gd name="connsiteX9" fmla="*/ 6459988 w 6506836"/>
              <a:gd name="connsiteY9" fmla="*/ 707628 h 5753325"/>
              <a:gd name="connsiteX10" fmla="*/ 6453989 w 6506836"/>
              <a:gd name="connsiteY10" fmla="*/ 711876 h 5753325"/>
              <a:gd name="connsiteX11" fmla="*/ 6453209 w 6506836"/>
              <a:gd name="connsiteY11" fmla="*/ 719127 h 5753325"/>
              <a:gd name="connsiteX12" fmla="*/ 6457662 w 6506836"/>
              <a:gd name="connsiteY12" fmla="*/ 723331 h 5753325"/>
              <a:gd name="connsiteX13" fmla="*/ 6447445 w 6506836"/>
              <a:gd name="connsiteY13" fmla="*/ 780003 h 5753325"/>
              <a:gd name="connsiteX14" fmla="*/ 6426552 w 6506836"/>
              <a:gd name="connsiteY14" fmla="*/ 845805 h 5753325"/>
              <a:gd name="connsiteX15" fmla="*/ 6434072 w 6506836"/>
              <a:gd name="connsiteY15" fmla="*/ 910733 h 5753325"/>
              <a:gd name="connsiteX16" fmla="*/ 6432570 w 6506836"/>
              <a:gd name="connsiteY16" fmla="*/ 983394 h 5753325"/>
              <a:gd name="connsiteX17" fmla="*/ 6431878 w 6506836"/>
              <a:gd name="connsiteY17" fmla="*/ 1026728 h 5753325"/>
              <a:gd name="connsiteX18" fmla="*/ 6414269 w 6506836"/>
              <a:gd name="connsiteY18" fmla="*/ 1151111 h 5753325"/>
              <a:gd name="connsiteX19" fmla="*/ 6371722 w 6506836"/>
              <a:gd name="connsiteY19" fmla="*/ 1318080 h 5753325"/>
              <a:gd name="connsiteX20" fmla="*/ 6356023 w 6506836"/>
              <a:gd name="connsiteY20" fmla="*/ 1356227 h 5753325"/>
              <a:gd name="connsiteX21" fmla="*/ 6356157 w 6506836"/>
              <a:gd name="connsiteY21" fmla="*/ 1361967 h 5753325"/>
              <a:gd name="connsiteX22" fmla="*/ 6350613 w 6506836"/>
              <a:gd name="connsiteY22" fmla="*/ 1393569 h 5753325"/>
              <a:gd name="connsiteX23" fmla="*/ 6357062 w 6506836"/>
              <a:gd name="connsiteY23" fmla="*/ 1444071 h 5753325"/>
              <a:gd name="connsiteX24" fmla="*/ 6364832 w 6506836"/>
              <a:gd name="connsiteY24" fmla="*/ 1478763 h 5753325"/>
              <a:gd name="connsiteX25" fmla="*/ 6369745 w 6506836"/>
              <a:gd name="connsiteY25" fmla="*/ 1495680 h 5753325"/>
              <a:gd name="connsiteX26" fmla="*/ 6370898 w 6506836"/>
              <a:gd name="connsiteY26" fmla="*/ 1513331 h 5753325"/>
              <a:gd name="connsiteX27" fmla="*/ 6368801 w 6506836"/>
              <a:gd name="connsiteY27" fmla="*/ 1527414 h 5753325"/>
              <a:gd name="connsiteX28" fmla="*/ 6359177 w 6506836"/>
              <a:gd name="connsiteY28" fmla="*/ 1639513 h 5753325"/>
              <a:gd name="connsiteX29" fmla="*/ 6299489 w 6506836"/>
              <a:gd name="connsiteY29" fmla="*/ 1784860 h 5753325"/>
              <a:gd name="connsiteX30" fmla="*/ 6267878 w 6506836"/>
              <a:gd name="connsiteY30" fmla="*/ 1858572 h 5753325"/>
              <a:gd name="connsiteX31" fmla="*/ 6251146 w 6506836"/>
              <a:gd name="connsiteY31" fmla="*/ 1926167 h 5753325"/>
              <a:gd name="connsiteX32" fmla="*/ 6210686 w 6506836"/>
              <a:gd name="connsiteY32" fmla="*/ 2014834 h 5753325"/>
              <a:gd name="connsiteX33" fmla="*/ 6106652 w 6506836"/>
              <a:gd name="connsiteY33" fmla="*/ 2150572 h 5753325"/>
              <a:gd name="connsiteX34" fmla="*/ 6097813 w 6506836"/>
              <a:gd name="connsiteY34" fmla="*/ 2172208 h 5753325"/>
              <a:gd name="connsiteX35" fmla="*/ 6095990 w 6506836"/>
              <a:gd name="connsiteY35" fmla="*/ 2181185 h 5753325"/>
              <a:gd name="connsiteX36" fmla="*/ 6090126 w 6506836"/>
              <a:gd name="connsiteY36" fmla="*/ 2192533 h 5753325"/>
              <a:gd name="connsiteX37" fmla="*/ 6089503 w 6506836"/>
              <a:gd name="connsiteY37" fmla="*/ 2192543 h 5753325"/>
              <a:gd name="connsiteX38" fmla="*/ 6084946 w 6506836"/>
              <a:gd name="connsiteY38" fmla="*/ 2203694 h 5753325"/>
              <a:gd name="connsiteX39" fmla="*/ 5987861 w 6506836"/>
              <a:gd name="connsiteY39" fmla="*/ 2304868 h 5753325"/>
              <a:gd name="connsiteX40" fmla="*/ 5973439 w 6506836"/>
              <a:gd name="connsiteY40" fmla="*/ 2385635 h 5753325"/>
              <a:gd name="connsiteX41" fmla="*/ 5916727 w 6506836"/>
              <a:gd name="connsiteY41" fmla="*/ 2458777 h 5753325"/>
              <a:gd name="connsiteX42" fmla="*/ 5856524 w 6506836"/>
              <a:gd name="connsiteY42" fmla="*/ 2583281 h 5753325"/>
              <a:gd name="connsiteX43" fmla="*/ 5838091 w 6506836"/>
              <a:gd name="connsiteY43" fmla="*/ 2753474 h 5753325"/>
              <a:gd name="connsiteX44" fmla="*/ 5777471 w 6506836"/>
              <a:gd name="connsiteY44" fmla="*/ 2901570 h 5753325"/>
              <a:gd name="connsiteX45" fmla="*/ 5723992 w 6506836"/>
              <a:gd name="connsiteY45" fmla="*/ 2998752 h 5753325"/>
              <a:gd name="connsiteX46" fmla="*/ 5557886 w 6506836"/>
              <a:gd name="connsiteY46" fmla="*/ 3329735 h 5753325"/>
              <a:gd name="connsiteX47" fmla="*/ 5471501 w 6506836"/>
              <a:gd name="connsiteY47" fmla="*/ 3462221 h 5753325"/>
              <a:gd name="connsiteX48" fmla="*/ 5465154 w 6506836"/>
              <a:gd name="connsiteY48" fmla="*/ 3541065 h 5753325"/>
              <a:gd name="connsiteX49" fmla="*/ 5437889 w 6506836"/>
              <a:gd name="connsiteY49" fmla="*/ 3559927 h 5753325"/>
              <a:gd name="connsiteX50" fmla="*/ 5432770 w 6506836"/>
              <a:gd name="connsiteY50" fmla="*/ 3562948 h 5753325"/>
              <a:gd name="connsiteX51" fmla="*/ 5406795 w 6506836"/>
              <a:gd name="connsiteY51" fmla="*/ 3578594 h 5753325"/>
              <a:gd name="connsiteX52" fmla="*/ 5381495 w 6506836"/>
              <a:gd name="connsiteY52" fmla="*/ 3599883 h 5753325"/>
              <a:gd name="connsiteX53" fmla="*/ 5363689 w 6506836"/>
              <a:gd name="connsiteY53" fmla="*/ 3633299 h 5753325"/>
              <a:gd name="connsiteX54" fmla="*/ 5291870 w 6506836"/>
              <a:gd name="connsiteY54" fmla="*/ 3799039 h 5753325"/>
              <a:gd name="connsiteX55" fmla="*/ 5241600 w 6506836"/>
              <a:gd name="connsiteY55" fmla="*/ 3894238 h 5753325"/>
              <a:gd name="connsiteX56" fmla="*/ 5211041 w 6506836"/>
              <a:gd name="connsiteY56" fmla="*/ 3924184 h 5753325"/>
              <a:gd name="connsiteX57" fmla="*/ 5176073 w 6506836"/>
              <a:gd name="connsiteY57" fmla="*/ 3970179 h 5753325"/>
              <a:gd name="connsiteX58" fmla="*/ 5172826 w 6506836"/>
              <a:gd name="connsiteY58" fmla="*/ 3991773 h 5753325"/>
              <a:gd name="connsiteX59" fmla="*/ 5157053 w 6506836"/>
              <a:gd name="connsiteY59" fmla="*/ 3997708 h 5753325"/>
              <a:gd name="connsiteX60" fmla="*/ 5127922 w 6506836"/>
              <a:gd name="connsiteY60" fmla="*/ 4022660 h 5753325"/>
              <a:gd name="connsiteX61" fmla="*/ 5020872 w 6506836"/>
              <a:gd name="connsiteY61" fmla="*/ 4075951 h 5753325"/>
              <a:gd name="connsiteX62" fmla="*/ 4991410 w 6506836"/>
              <a:gd name="connsiteY62" fmla="*/ 4087598 h 5753325"/>
              <a:gd name="connsiteX63" fmla="*/ 4930112 w 6506836"/>
              <a:gd name="connsiteY63" fmla="*/ 4138459 h 5753325"/>
              <a:gd name="connsiteX64" fmla="*/ 4834224 w 6506836"/>
              <a:gd name="connsiteY64" fmla="*/ 4231643 h 5753325"/>
              <a:gd name="connsiteX65" fmla="*/ 4812599 w 6506836"/>
              <a:gd name="connsiteY65" fmla="*/ 4249449 h 5753325"/>
              <a:gd name="connsiteX66" fmla="*/ 4789188 w 6506836"/>
              <a:gd name="connsiteY66" fmla="*/ 4256678 h 5753325"/>
              <a:gd name="connsiteX67" fmla="*/ 4779554 w 6506836"/>
              <a:gd name="connsiteY67" fmla="*/ 4251313 h 5753325"/>
              <a:gd name="connsiteX68" fmla="*/ 4766885 w 6506836"/>
              <a:gd name="connsiteY68" fmla="*/ 4259812 h 5753325"/>
              <a:gd name="connsiteX69" fmla="*/ 4762510 w 6506836"/>
              <a:gd name="connsiteY69" fmla="*/ 4260383 h 5753325"/>
              <a:gd name="connsiteX70" fmla="*/ 4738416 w 6506836"/>
              <a:gd name="connsiteY70" fmla="*/ 4265355 h 5753325"/>
              <a:gd name="connsiteX71" fmla="*/ 4712007 w 6506836"/>
              <a:gd name="connsiteY71" fmla="*/ 4317892 h 5753325"/>
              <a:gd name="connsiteX72" fmla="*/ 4658930 w 6506836"/>
              <a:gd name="connsiteY72" fmla="*/ 4348041 h 5753325"/>
              <a:gd name="connsiteX73" fmla="*/ 4443526 w 6506836"/>
              <a:gd name="connsiteY73" fmla="*/ 4507851 h 5753325"/>
              <a:gd name="connsiteX74" fmla="*/ 4289766 w 6506836"/>
              <a:gd name="connsiteY74" fmla="*/ 4711450 h 5753325"/>
              <a:gd name="connsiteX75" fmla="*/ 4150870 w 6506836"/>
              <a:gd name="connsiteY75" fmla="*/ 4818480 h 5753325"/>
              <a:gd name="connsiteX76" fmla="*/ 4006639 w 6506836"/>
              <a:gd name="connsiteY76" fmla="*/ 4933815 h 5753325"/>
              <a:gd name="connsiteX77" fmla="*/ 3298210 w 6506836"/>
              <a:gd name="connsiteY77" fmla="*/ 5070790 h 5753325"/>
              <a:gd name="connsiteX78" fmla="*/ 2947678 w 6506836"/>
              <a:gd name="connsiteY78" fmla="*/ 5117869 h 5753325"/>
              <a:gd name="connsiteX79" fmla="*/ 2822169 w 6506836"/>
              <a:gd name="connsiteY79" fmla="*/ 5129396 h 5753325"/>
              <a:gd name="connsiteX80" fmla="*/ 2538773 w 6506836"/>
              <a:gd name="connsiteY80" fmla="*/ 5313397 h 5753325"/>
              <a:gd name="connsiteX81" fmla="*/ 2014500 w 6506836"/>
              <a:gd name="connsiteY81" fmla="*/ 5519744 h 5753325"/>
              <a:gd name="connsiteX82" fmla="*/ 1934391 w 6506836"/>
              <a:gd name="connsiteY82" fmla="*/ 5591335 h 5753325"/>
              <a:gd name="connsiteX83" fmla="*/ 1892550 w 6506836"/>
              <a:gd name="connsiteY83" fmla="*/ 5649708 h 5753325"/>
              <a:gd name="connsiteX84" fmla="*/ 1854769 w 6506836"/>
              <a:gd name="connsiteY84" fmla="*/ 5647691 h 5753325"/>
              <a:gd name="connsiteX85" fmla="*/ 1809461 w 6506836"/>
              <a:gd name="connsiteY85" fmla="*/ 5648628 h 5753325"/>
              <a:gd name="connsiteX86" fmla="*/ 1745150 w 6506836"/>
              <a:gd name="connsiteY86" fmla="*/ 5693879 h 5753325"/>
              <a:gd name="connsiteX87" fmla="*/ 1713375 w 6506836"/>
              <a:gd name="connsiteY87" fmla="*/ 5684672 h 5753325"/>
              <a:gd name="connsiteX88" fmla="*/ 1707808 w 6506836"/>
              <a:gd name="connsiteY88" fmla="*/ 5682611 h 5753325"/>
              <a:gd name="connsiteX89" fmla="*/ 1679313 w 6506836"/>
              <a:gd name="connsiteY89" fmla="*/ 5672360 h 5753325"/>
              <a:gd name="connsiteX90" fmla="*/ 1646933 w 6506836"/>
              <a:gd name="connsiteY90" fmla="*/ 5666227 h 5753325"/>
              <a:gd name="connsiteX91" fmla="*/ 1610055 w 6506836"/>
              <a:gd name="connsiteY91" fmla="*/ 5673643 h 5753325"/>
              <a:gd name="connsiteX92" fmla="*/ 1437641 w 6506836"/>
              <a:gd name="connsiteY92" fmla="*/ 5723266 h 5753325"/>
              <a:gd name="connsiteX93" fmla="*/ 1332869 w 6506836"/>
              <a:gd name="connsiteY93" fmla="*/ 5744752 h 5753325"/>
              <a:gd name="connsiteX94" fmla="*/ 1290525 w 6506836"/>
              <a:gd name="connsiteY94" fmla="*/ 5740036 h 5753325"/>
              <a:gd name="connsiteX95" fmla="*/ 1233107 w 6506836"/>
              <a:gd name="connsiteY95" fmla="*/ 5742106 h 5753325"/>
              <a:gd name="connsiteX96" fmla="*/ 1214532 w 6506836"/>
              <a:gd name="connsiteY96" fmla="*/ 5753325 h 5753325"/>
              <a:gd name="connsiteX97" fmla="*/ 1199955 w 6506836"/>
              <a:gd name="connsiteY97" fmla="*/ 5744831 h 5753325"/>
              <a:gd name="connsiteX98" fmla="*/ 1162337 w 6506836"/>
              <a:gd name="connsiteY98" fmla="*/ 5738048 h 5753325"/>
              <a:gd name="connsiteX99" fmla="*/ 1053457 w 6506836"/>
              <a:gd name="connsiteY99" fmla="*/ 5688676 h 5753325"/>
              <a:gd name="connsiteX100" fmla="*/ 1025798 w 6506836"/>
              <a:gd name="connsiteY100" fmla="*/ 5673166 h 5753325"/>
              <a:gd name="connsiteX101" fmla="*/ 947900 w 6506836"/>
              <a:gd name="connsiteY101" fmla="*/ 5657848 h 5753325"/>
              <a:gd name="connsiteX102" fmla="*/ 815627 w 6506836"/>
              <a:gd name="connsiteY102" fmla="*/ 5642557 h 5753325"/>
              <a:gd name="connsiteX103" fmla="*/ 788251 w 6506836"/>
              <a:gd name="connsiteY103" fmla="*/ 5637065 h 5753325"/>
              <a:gd name="connsiteX104" fmla="*/ 767822 w 6506836"/>
              <a:gd name="connsiteY104" fmla="*/ 5623450 h 5753325"/>
              <a:gd name="connsiteX105" fmla="*/ 765791 w 6506836"/>
              <a:gd name="connsiteY105" fmla="*/ 5612539 h 5753325"/>
              <a:gd name="connsiteX106" fmla="*/ 751230 w 6506836"/>
              <a:gd name="connsiteY106" fmla="*/ 5608092 h 5753325"/>
              <a:gd name="connsiteX107" fmla="*/ 748008 w 6506836"/>
              <a:gd name="connsiteY107" fmla="*/ 5605052 h 5753325"/>
              <a:gd name="connsiteX108" fmla="*/ 728871 w 6506836"/>
              <a:gd name="connsiteY108" fmla="*/ 5589469 h 5753325"/>
              <a:gd name="connsiteX109" fmla="*/ 671898 w 6506836"/>
              <a:gd name="connsiteY109" fmla="*/ 5602363 h 5753325"/>
              <a:gd name="connsiteX110" fmla="*/ 615065 w 6506836"/>
              <a:gd name="connsiteY110" fmla="*/ 5580257 h 5753325"/>
              <a:gd name="connsiteX111" fmla="*/ 355785 w 6506836"/>
              <a:gd name="connsiteY111" fmla="*/ 5514383 h 5753325"/>
              <a:gd name="connsiteX112" fmla="*/ 102269 w 6506836"/>
              <a:gd name="connsiteY112" fmla="*/ 5524347 h 5753325"/>
              <a:gd name="connsiteX113" fmla="*/ 13160 w 6506836"/>
              <a:gd name="connsiteY113" fmla="*/ 5514159 h 5753325"/>
              <a:gd name="connsiteX114" fmla="*/ 0 w 6506836"/>
              <a:gd name="connsiteY114" fmla="*/ 5511735 h 5753325"/>
              <a:gd name="connsiteX115" fmla="*/ 0 w 6506836"/>
              <a:gd name="connsiteY115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465936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488360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92864"/>
              <a:gd name="connsiteY0" fmla="*/ 0 h 5753325"/>
              <a:gd name="connsiteX1" fmla="*/ 6438980 w 6492864"/>
              <a:gd name="connsiteY1" fmla="*/ 0 h 5753325"/>
              <a:gd name="connsiteX2" fmla="*/ 6439047 w 6492864"/>
              <a:gd name="connsiteY2" fmla="*/ 147 h 5753325"/>
              <a:gd name="connsiteX3" fmla="*/ 6443456 w 6492864"/>
              <a:gd name="connsiteY3" fmla="*/ 130105 h 5753325"/>
              <a:gd name="connsiteX4" fmla="*/ 6447632 w 6492864"/>
              <a:gd name="connsiteY4" fmla="*/ 170016 h 5753325"/>
              <a:gd name="connsiteX5" fmla="*/ 6396598 w 6492864"/>
              <a:gd name="connsiteY5" fmla="*/ 274847 h 5753325"/>
              <a:gd name="connsiteX6" fmla="*/ 6375685 w 6492864"/>
              <a:gd name="connsiteY6" fmla="*/ 535865 h 5753325"/>
              <a:gd name="connsiteX7" fmla="*/ 6492864 w 6492864"/>
              <a:gd name="connsiteY7" fmla="*/ 615799 h 5753325"/>
              <a:gd name="connsiteX8" fmla="*/ 6459988 w 6492864"/>
              <a:gd name="connsiteY8" fmla="*/ 707628 h 5753325"/>
              <a:gd name="connsiteX9" fmla="*/ 6453989 w 6492864"/>
              <a:gd name="connsiteY9" fmla="*/ 711876 h 5753325"/>
              <a:gd name="connsiteX10" fmla="*/ 6453209 w 6492864"/>
              <a:gd name="connsiteY10" fmla="*/ 719127 h 5753325"/>
              <a:gd name="connsiteX11" fmla="*/ 6457662 w 6492864"/>
              <a:gd name="connsiteY11" fmla="*/ 723331 h 5753325"/>
              <a:gd name="connsiteX12" fmla="*/ 6447445 w 6492864"/>
              <a:gd name="connsiteY12" fmla="*/ 780003 h 5753325"/>
              <a:gd name="connsiteX13" fmla="*/ 6426552 w 6492864"/>
              <a:gd name="connsiteY13" fmla="*/ 845805 h 5753325"/>
              <a:gd name="connsiteX14" fmla="*/ 6434072 w 6492864"/>
              <a:gd name="connsiteY14" fmla="*/ 910733 h 5753325"/>
              <a:gd name="connsiteX15" fmla="*/ 6432570 w 6492864"/>
              <a:gd name="connsiteY15" fmla="*/ 983394 h 5753325"/>
              <a:gd name="connsiteX16" fmla="*/ 6431878 w 6492864"/>
              <a:gd name="connsiteY16" fmla="*/ 1026728 h 5753325"/>
              <a:gd name="connsiteX17" fmla="*/ 6414269 w 6492864"/>
              <a:gd name="connsiteY17" fmla="*/ 1151111 h 5753325"/>
              <a:gd name="connsiteX18" fmla="*/ 6371722 w 6492864"/>
              <a:gd name="connsiteY18" fmla="*/ 1318080 h 5753325"/>
              <a:gd name="connsiteX19" fmla="*/ 6356023 w 6492864"/>
              <a:gd name="connsiteY19" fmla="*/ 1356227 h 5753325"/>
              <a:gd name="connsiteX20" fmla="*/ 6356157 w 6492864"/>
              <a:gd name="connsiteY20" fmla="*/ 1361967 h 5753325"/>
              <a:gd name="connsiteX21" fmla="*/ 6350613 w 6492864"/>
              <a:gd name="connsiteY21" fmla="*/ 1393569 h 5753325"/>
              <a:gd name="connsiteX22" fmla="*/ 6357062 w 6492864"/>
              <a:gd name="connsiteY22" fmla="*/ 1444071 h 5753325"/>
              <a:gd name="connsiteX23" fmla="*/ 6364832 w 6492864"/>
              <a:gd name="connsiteY23" fmla="*/ 1478763 h 5753325"/>
              <a:gd name="connsiteX24" fmla="*/ 6369745 w 6492864"/>
              <a:gd name="connsiteY24" fmla="*/ 1495680 h 5753325"/>
              <a:gd name="connsiteX25" fmla="*/ 6370898 w 6492864"/>
              <a:gd name="connsiteY25" fmla="*/ 1513331 h 5753325"/>
              <a:gd name="connsiteX26" fmla="*/ 6368801 w 6492864"/>
              <a:gd name="connsiteY26" fmla="*/ 1527414 h 5753325"/>
              <a:gd name="connsiteX27" fmla="*/ 6359177 w 6492864"/>
              <a:gd name="connsiteY27" fmla="*/ 1639513 h 5753325"/>
              <a:gd name="connsiteX28" fmla="*/ 6299489 w 6492864"/>
              <a:gd name="connsiteY28" fmla="*/ 1784860 h 5753325"/>
              <a:gd name="connsiteX29" fmla="*/ 6267878 w 6492864"/>
              <a:gd name="connsiteY29" fmla="*/ 1858572 h 5753325"/>
              <a:gd name="connsiteX30" fmla="*/ 6251146 w 6492864"/>
              <a:gd name="connsiteY30" fmla="*/ 1926167 h 5753325"/>
              <a:gd name="connsiteX31" fmla="*/ 6210686 w 6492864"/>
              <a:gd name="connsiteY31" fmla="*/ 2014834 h 5753325"/>
              <a:gd name="connsiteX32" fmla="*/ 6106652 w 6492864"/>
              <a:gd name="connsiteY32" fmla="*/ 2150572 h 5753325"/>
              <a:gd name="connsiteX33" fmla="*/ 6097813 w 6492864"/>
              <a:gd name="connsiteY33" fmla="*/ 2172208 h 5753325"/>
              <a:gd name="connsiteX34" fmla="*/ 6095990 w 6492864"/>
              <a:gd name="connsiteY34" fmla="*/ 2181185 h 5753325"/>
              <a:gd name="connsiteX35" fmla="*/ 6090126 w 6492864"/>
              <a:gd name="connsiteY35" fmla="*/ 2192533 h 5753325"/>
              <a:gd name="connsiteX36" fmla="*/ 6089503 w 6492864"/>
              <a:gd name="connsiteY36" fmla="*/ 2192543 h 5753325"/>
              <a:gd name="connsiteX37" fmla="*/ 6084946 w 6492864"/>
              <a:gd name="connsiteY37" fmla="*/ 2203694 h 5753325"/>
              <a:gd name="connsiteX38" fmla="*/ 5987861 w 6492864"/>
              <a:gd name="connsiteY38" fmla="*/ 2304868 h 5753325"/>
              <a:gd name="connsiteX39" fmla="*/ 5973439 w 6492864"/>
              <a:gd name="connsiteY39" fmla="*/ 2385635 h 5753325"/>
              <a:gd name="connsiteX40" fmla="*/ 5916727 w 6492864"/>
              <a:gd name="connsiteY40" fmla="*/ 2458777 h 5753325"/>
              <a:gd name="connsiteX41" fmla="*/ 5856524 w 6492864"/>
              <a:gd name="connsiteY41" fmla="*/ 2583281 h 5753325"/>
              <a:gd name="connsiteX42" fmla="*/ 5838091 w 6492864"/>
              <a:gd name="connsiteY42" fmla="*/ 2753474 h 5753325"/>
              <a:gd name="connsiteX43" fmla="*/ 5777471 w 6492864"/>
              <a:gd name="connsiteY43" fmla="*/ 2901570 h 5753325"/>
              <a:gd name="connsiteX44" fmla="*/ 5723992 w 6492864"/>
              <a:gd name="connsiteY44" fmla="*/ 2998752 h 5753325"/>
              <a:gd name="connsiteX45" fmla="*/ 5557886 w 6492864"/>
              <a:gd name="connsiteY45" fmla="*/ 3329735 h 5753325"/>
              <a:gd name="connsiteX46" fmla="*/ 5471501 w 6492864"/>
              <a:gd name="connsiteY46" fmla="*/ 3462221 h 5753325"/>
              <a:gd name="connsiteX47" fmla="*/ 5465154 w 6492864"/>
              <a:gd name="connsiteY47" fmla="*/ 3541065 h 5753325"/>
              <a:gd name="connsiteX48" fmla="*/ 5437889 w 6492864"/>
              <a:gd name="connsiteY48" fmla="*/ 3559927 h 5753325"/>
              <a:gd name="connsiteX49" fmla="*/ 5432770 w 6492864"/>
              <a:gd name="connsiteY49" fmla="*/ 3562948 h 5753325"/>
              <a:gd name="connsiteX50" fmla="*/ 5406795 w 6492864"/>
              <a:gd name="connsiteY50" fmla="*/ 3578594 h 5753325"/>
              <a:gd name="connsiteX51" fmla="*/ 5381495 w 6492864"/>
              <a:gd name="connsiteY51" fmla="*/ 3599883 h 5753325"/>
              <a:gd name="connsiteX52" fmla="*/ 5363689 w 6492864"/>
              <a:gd name="connsiteY52" fmla="*/ 3633299 h 5753325"/>
              <a:gd name="connsiteX53" fmla="*/ 5291870 w 6492864"/>
              <a:gd name="connsiteY53" fmla="*/ 3799039 h 5753325"/>
              <a:gd name="connsiteX54" fmla="*/ 5241600 w 6492864"/>
              <a:gd name="connsiteY54" fmla="*/ 3894238 h 5753325"/>
              <a:gd name="connsiteX55" fmla="*/ 5211041 w 6492864"/>
              <a:gd name="connsiteY55" fmla="*/ 3924184 h 5753325"/>
              <a:gd name="connsiteX56" fmla="*/ 5176073 w 6492864"/>
              <a:gd name="connsiteY56" fmla="*/ 3970179 h 5753325"/>
              <a:gd name="connsiteX57" fmla="*/ 5172826 w 6492864"/>
              <a:gd name="connsiteY57" fmla="*/ 3991773 h 5753325"/>
              <a:gd name="connsiteX58" fmla="*/ 5157053 w 6492864"/>
              <a:gd name="connsiteY58" fmla="*/ 3997708 h 5753325"/>
              <a:gd name="connsiteX59" fmla="*/ 5127922 w 6492864"/>
              <a:gd name="connsiteY59" fmla="*/ 4022660 h 5753325"/>
              <a:gd name="connsiteX60" fmla="*/ 5020872 w 6492864"/>
              <a:gd name="connsiteY60" fmla="*/ 4075951 h 5753325"/>
              <a:gd name="connsiteX61" fmla="*/ 4991410 w 6492864"/>
              <a:gd name="connsiteY61" fmla="*/ 4087598 h 5753325"/>
              <a:gd name="connsiteX62" fmla="*/ 4930112 w 6492864"/>
              <a:gd name="connsiteY62" fmla="*/ 4138459 h 5753325"/>
              <a:gd name="connsiteX63" fmla="*/ 4834224 w 6492864"/>
              <a:gd name="connsiteY63" fmla="*/ 4231643 h 5753325"/>
              <a:gd name="connsiteX64" fmla="*/ 4812599 w 6492864"/>
              <a:gd name="connsiteY64" fmla="*/ 4249449 h 5753325"/>
              <a:gd name="connsiteX65" fmla="*/ 4789188 w 6492864"/>
              <a:gd name="connsiteY65" fmla="*/ 4256678 h 5753325"/>
              <a:gd name="connsiteX66" fmla="*/ 4779554 w 6492864"/>
              <a:gd name="connsiteY66" fmla="*/ 4251313 h 5753325"/>
              <a:gd name="connsiteX67" fmla="*/ 4766885 w 6492864"/>
              <a:gd name="connsiteY67" fmla="*/ 4259812 h 5753325"/>
              <a:gd name="connsiteX68" fmla="*/ 4762510 w 6492864"/>
              <a:gd name="connsiteY68" fmla="*/ 4260383 h 5753325"/>
              <a:gd name="connsiteX69" fmla="*/ 4738416 w 6492864"/>
              <a:gd name="connsiteY69" fmla="*/ 4265355 h 5753325"/>
              <a:gd name="connsiteX70" fmla="*/ 4712007 w 6492864"/>
              <a:gd name="connsiteY70" fmla="*/ 4317892 h 5753325"/>
              <a:gd name="connsiteX71" fmla="*/ 4658930 w 6492864"/>
              <a:gd name="connsiteY71" fmla="*/ 4348041 h 5753325"/>
              <a:gd name="connsiteX72" fmla="*/ 4443526 w 6492864"/>
              <a:gd name="connsiteY72" fmla="*/ 4507851 h 5753325"/>
              <a:gd name="connsiteX73" fmla="*/ 4289766 w 6492864"/>
              <a:gd name="connsiteY73" fmla="*/ 4711450 h 5753325"/>
              <a:gd name="connsiteX74" fmla="*/ 4150870 w 6492864"/>
              <a:gd name="connsiteY74" fmla="*/ 4818480 h 5753325"/>
              <a:gd name="connsiteX75" fmla="*/ 4006639 w 6492864"/>
              <a:gd name="connsiteY75" fmla="*/ 4933815 h 5753325"/>
              <a:gd name="connsiteX76" fmla="*/ 3298210 w 6492864"/>
              <a:gd name="connsiteY76" fmla="*/ 5070790 h 5753325"/>
              <a:gd name="connsiteX77" fmla="*/ 2947678 w 6492864"/>
              <a:gd name="connsiteY77" fmla="*/ 5117869 h 5753325"/>
              <a:gd name="connsiteX78" fmla="*/ 2822169 w 6492864"/>
              <a:gd name="connsiteY78" fmla="*/ 5129396 h 5753325"/>
              <a:gd name="connsiteX79" fmla="*/ 2538773 w 6492864"/>
              <a:gd name="connsiteY79" fmla="*/ 5313397 h 5753325"/>
              <a:gd name="connsiteX80" fmla="*/ 2014500 w 6492864"/>
              <a:gd name="connsiteY80" fmla="*/ 5519744 h 5753325"/>
              <a:gd name="connsiteX81" fmla="*/ 1934391 w 6492864"/>
              <a:gd name="connsiteY81" fmla="*/ 5591335 h 5753325"/>
              <a:gd name="connsiteX82" fmla="*/ 1892550 w 6492864"/>
              <a:gd name="connsiteY82" fmla="*/ 5649708 h 5753325"/>
              <a:gd name="connsiteX83" fmla="*/ 1854769 w 6492864"/>
              <a:gd name="connsiteY83" fmla="*/ 5647691 h 5753325"/>
              <a:gd name="connsiteX84" fmla="*/ 1809461 w 6492864"/>
              <a:gd name="connsiteY84" fmla="*/ 5648628 h 5753325"/>
              <a:gd name="connsiteX85" fmla="*/ 1745150 w 6492864"/>
              <a:gd name="connsiteY85" fmla="*/ 5693879 h 5753325"/>
              <a:gd name="connsiteX86" fmla="*/ 1713375 w 6492864"/>
              <a:gd name="connsiteY86" fmla="*/ 5684672 h 5753325"/>
              <a:gd name="connsiteX87" fmla="*/ 1707808 w 6492864"/>
              <a:gd name="connsiteY87" fmla="*/ 5682611 h 5753325"/>
              <a:gd name="connsiteX88" fmla="*/ 1679313 w 6492864"/>
              <a:gd name="connsiteY88" fmla="*/ 5672360 h 5753325"/>
              <a:gd name="connsiteX89" fmla="*/ 1646933 w 6492864"/>
              <a:gd name="connsiteY89" fmla="*/ 5666227 h 5753325"/>
              <a:gd name="connsiteX90" fmla="*/ 1610055 w 6492864"/>
              <a:gd name="connsiteY90" fmla="*/ 5673643 h 5753325"/>
              <a:gd name="connsiteX91" fmla="*/ 1437641 w 6492864"/>
              <a:gd name="connsiteY91" fmla="*/ 5723266 h 5753325"/>
              <a:gd name="connsiteX92" fmla="*/ 1332869 w 6492864"/>
              <a:gd name="connsiteY92" fmla="*/ 5744752 h 5753325"/>
              <a:gd name="connsiteX93" fmla="*/ 1290525 w 6492864"/>
              <a:gd name="connsiteY93" fmla="*/ 5740036 h 5753325"/>
              <a:gd name="connsiteX94" fmla="*/ 1233107 w 6492864"/>
              <a:gd name="connsiteY94" fmla="*/ 5742106 h 5753325"/>
              <a:gd name="connsiteX95" fmla="*/ 1214532 w 6492864"/>
              <a:gd name="connsiteY95" fmla="*/ 5753325 h 5753325"/>
              <a:gd name="connsiteX96" fmla="*/ 1199955 w 6492864"/>
              <a:gd name="connsiteY96" fmla="*/ 5744831 h 5753325"/>
              <a:gd name="connsiteX97" fmla="*/ 1162337 w 6492864"/>
              <a:gd name="connsiteY97" fmla="*/ 5738048 h 5753325"/>
              <a:gd name="connsiteX98" fmla="*/ 1053457 w 6492864"/>
              <a:gd name="connsiteY98" fmla="*/ 5688676 h 5753325"/>
              <a:gd name="connsiteX99" fmla="*/ 1025798 w 6492864"/>
              <a:gd name="connsiteY99" fmla="*/ 5673166 h 5753325"/>
              <a:gd name="connsiteX100" fmla="*/ 947900 w 6492864"/>
              <a:gd name="connsiteY100" fmla="*/ 5657848 h 5753325"/>
              <a:gd name="connsiteX101" fmla="*/ 815627 w 6492864"/>
              <a:gd name="connsiteY101" fmla="*/ 5642557 h 5753325"/>
              <a:gd name="connsiteX102" fmla="*/ 788251 w 6492864"/>
              <a:gd name="connsiteY102" fmla="*/ 5637065 h 5753325"/>
              <a:gd name="connsiteX103" fmla="*/ 767822 w 6492864"/>
              <a:gd name="connsiteY103" fmla="*/ 5623450 h 5753325"/>
              <a:gd name="connsiteX104" fmla="*/ 765791 w 6492864"/>
              <a:gd name="connsiteY104" fmla="*/ 5612539 h 5753325"/>
              <a:gd name="connsiteX105" fmla="*/ 751230 w 6492864"/>
              <a:gd name="connsiteY105" fmla="*/ 5608092 h 5753325"/>
              <a:gd name="connsiteX106" fmla="*/ 748008 w 6492864"/>
              <a:gd name="connsiteY106" fmla="*/ 5605052 h 5753325"/>
              <a:gd name="connsiteX107" fmla="*/ 728871 w 6492864"/>
              <a:gd name="connsiteY107" fmla="*/ 5589469 h 5753325"/>
              <a:gd name="connsiteX108" fmla="*/ 671898 w 6492864"/>
              <a:gd name="connsiteY108" fmla="*/ 5602363 h 5753325"/>
              <a:gd name="connsiteX109" fmla="*/ 615065 w 6492864"/>
              <a:gd name="connsiteY109" fmla="*/ 5580257 h 5753325"/>
              <a:gd name="connsiteX110" fmla="*/ 355785 w 6492864"/>
              <a:gd name="connsiteY110" fmla="*/ 5514383 h 5753325"/>
              <a:gd name="connsiteX111" fmla="*/ 102269 w 6492864"/>
              <a:gd name="connsiteY111" fmla="*/ 5524347 h 5753325"/>
              <a:gd name="connsiteX112" fmla="*/ 13160 w 6492864"/>
              <a:gd name="connsiteY112" fmla="*/ 5514159 h 5753325"/>
              <a:gd name="connsiteX113" fmla="*/ 0 w 6492864"/>
              <a:gd name="connsiteY113" fmla="*/ 5511735 h 5753325"/>
              <a:gd name="connsiteX114" fmla="*/ 0 w 6492864"/>
              <a:gd name="connsiteY114" fmla="*/ 0 h 5753325"/>
              <a:gd name="connsiteX0" fmla="*/ 0 w 6462955"/>
              <a:gd name="connsiteY0" fmla="*/ 0 h 5753325"/>
              <a:gd name="connsiteX1" fmla="*/ 6438980 w 6462955"/>
              <a:gd name="connsiteY1" fmla="*/ 0 h 5753325"/>
              <a:gd name="connsiteX2" fmla="*/ 6439047 w 6462955"/>
              <a:gd name="connsiteY2" fmla="*/ 147 h 5753325"/>
              <a:gd name="connsiteX3" fmla="*/ 6443456 w 6462955"/>
              <a:gd name="connsiteY3" fmla="*/ 130105 h 5753325"/>
              <a:gd name="connsiteX4" fmla="*/ 6447632 w 6462955"/>
              <a:gd name="connsiteY4" fmla="*/ 170016 h 5753325"/>
              <a:gd name="connsiteX5" fmla="*/ 6396598 w 6462955"/>
              <a:gd name="connsiteY5" fmla="*/ 274847 h 5753325"/>
              <a:gd name="connsiteX6" fmla="*/ 6375685 w 6462955"/>
              <a:gd name="connsiteY6" fmla="*/ 535865 h 5753325"/>
              <a:gd name="connsiteX7" fmla="*/ 6354187 w 6462955"/>
              <a:gd name="connsiteY7" fmla="*/ 615799 h 5753325"/>
              <a:gd name="connsiteX8" fmla="*/ 6459988 w 6462955"/>
              <a:gd name="connsiteY8" fmla="*/ 707628 h 5753325"/>
              <a:gd name="connsiteX9" fmla="*/ 6453989 w 6462955"/>
              <a:gd name="connsiteY9" fmla="*/ 711876 h 5753325"/>
              <a:gd name="connsiteX10" fmla="*/ 6453209 w 6462955"/>
              <a:gd name="connsiteY10" fmla="*/ 719127 h 5753325"/>
              <a:gd name="connsiteX11" fmla="*/ 6457662 w 6462955"/>
              <a:gd name="connsiteY11" fmla="*/ 723331 h 5753325"/>
              <a:gd name="connsiteX12" fmla="*/ 6447445 w 6462955"/>
              <a:gd name="connsiteY12" fmla="*/ 780003 h 5753325"/>
              <a:gd name="connsiteX13" fmla="*/ 6426552 w 6462955"/>
              <a:gd name="connsiteY13" fmla="*/ 845805 h 5753325"/>
              <a:gd name="connsiteX14" fmla="*/ 6434072 w 6462955"/>
              <a:gd name="connsiteY14" fmla="*/ 910733 h 5753325"/>
              <a:gd name="connsiteX15" fmla="*/ 6432570 w 6462955"/>
              <a:gd name="connsiteY15" fmla="*/ 983394 h 5753325"/>
              <a:gd name="connsiteX16" fmla="*/ 6431878 w 6462955"/>
              <a:gd name="connsiteY16" fmla="*/ 1026728 h 5753325"/>
              <a:gd name="connsiteX17" fmla="*/ 6414269 w 6462955"/>
              <a:gd name="connsiteY17" fmla="*/ 1151111 h 5753325"/>
              <a:gd name="connsiteX18" fmla="*/ 6371722 w 6462955"/>
              <a:gd name="connsiteY18" fmla="*/ 1318080 h 5753325"/>
              <a:gd name="connsiteX19" fmla="*/ 6356023 w 6462955"/>
              <a:gd name="connsiteY19" fmla="*/ 1356227 h 5753325"/>
              <a:gd name="connsiteX20" fmla="*/ 6356157 w 6462955"/>
              <a:gd name="connsiteY20" fmla="*/ 1361967 h 5753325"/>
              <a:gd name="connsiteX21" fmla="*/ 6350613 w 6462955"/>
              <a:gd name="connsiteY21" fmla="*/ 1393569 h 5753325"/>
              <a:gd name="connsiteX22" fmla="*/ 6357062 w 6462955"/>
              <a:gd name="connsiteY22" fmla="*/ 1444071 h 5753325"/>
              <a:gd name="connsiteX23" fmla="*/ 6364832 w 6462955"/>
              <a:gd name="connsiteY23" fmla="*/ 1478763 h 5753325"/>
              <a:gd name="connsiteX24" fmla="*/ 6369745 w 6462955"/>
              <a:gd name="connsiteY24" fmla="*/ 1495680 h 5753325"/>
              <a:gd name="connsiteX25" fmla="*/ 6370898 w 6462955"/>
              <a:gd name="connsiteY25" fmla="*/ 1513331 h 5753325"/>
              <a:gd name="connsiteX26" fmla="*/ 6368801 w 6462955"/>
              <a:gd name="connsiteY26" fmla="*/ 1527414 h 5753325"/>
              <a:gd name="connsiteX27" fmla="*/ 6359177 w 6462955"/>
              <a:gd name="connsiteY27" fmla="*/ 1639513 h 5753325"/>
              <a:gd name="connsiteX28" fmla="*/ 6299489 w 6462955"/>
              <a:gd name="connsiteY28" fmla="*/ 1784860 h 5753325"/>
              <a:gd name="connsiteX29" fmla="*/ 6267878 w 6462955"/>
              <a:gd name="connsiteY29" fmla="*/ 1858572 h 5753325"/>
              <a:gd name="connsiteX30" fmla="*/ 6251146 w 6462955"/>
              <a:gd name="connsiteY30" fmla="*/ 1926167 h 5753325"/>
              <a:gd name="connsiteX31" fmla="*/ 6210686 w 6462955"/>
              <a:gd name="connsiteY31" fmla="*/ 2014834 h 5753325"/>
              <a:gd name="connsiteX32" fmla="*/ 6106652 w 6462955"/>
              <a:gd name="connsiteY32" fmla="*/ 2150572 h 5753325"/>
              <a:gd name="connsiteX33" fmla="*/ 6097813 w 6462955"/>
              <a:gd name="connsiteY33" fmla="*/ 2172208 h 5753325"/>
              <a:gd name="connsiteX34" fmla="*/ 6095990 w 6462955"/>
              <a:gd name="connsiteY34" fmla="*/ 2181185 h 5753325"/>
              <a:gd name="connsiteX35" fmla="*/ 6090126 w 6462955"/>
              <a:gd name="connsiteY35" fmla="*/ 2192533 h 5753325"/>
              <a:gd name="connsiteX36" fmla="*/ 6089503 w 6462955"/>
              <a:gd name="connsiteY36" fmla="*/ 2192543 h 5753325"/>
              <a:gd name="connsiteX37" fmla="*/ 6084946 w 6462955"/>
              <a:gd name="connsiteY37" fmla="*/ 2203694 h 5753325"/>
              <a:gd name="connsiteX38" fmla="*/ 5987861 w 6462955"/>
              <a:gd name="connsiteY38" fmla="*/ 2304868 h 5753325"/>
              <a:gd name="connsiteX39" fmla="*/ 5973439 w 6462955"/>
              <a:gd name="connsiteY39" fmla="*/ 2385635 h 5753325"/>
              <a:gd name="connsiteX40" fmla="*/ 5916727 w 6462955"/>
              <a:gd name="connsiteY40" fmla="*/ 2458777 h 5753325"/>
              <a:gd name="connsiteX41" fmla="*/ 5856524 w 6462955"/>
              <a:gd name="connsiteY41" fmla="*/ 2583281 h 5753325"/>
              <a:gd name="connsiteX42" fmla="*/ 5838091 w 6462955"/>
              <a:gd name="connsiteY42" fmla="*/ 2753474 h 5753325"/>
              <a:gd name="connsiteX43" fmla="*/ 5777471 w 6462955"/>
              <a:gd name="connsiteY43" fmla="*/ 2901570 h 5753325"/>
              <a:gd name="connsiteX44" fmla="*/ 5723992 w 6462955"/>
              <a:gd name="connsiteY44" fmla="*/ 2998752 h 5753325"/>
              <a:gd name="connsiteX45" fmla="*/ 5557886 w 6462955"/>
              <a:gd name="connsiteY45" fmla="*/ 3329735 h 5753325"/>
              <a:gd name="connsiteX46" fmla="*/ 5471501 w 6462955"/>
              <a:gd name="connsiteY46" fmla="*/ 3462221 h 5753325"/>
              <a:gd name="connsiteX47" fmla="*/ 5465154 w 6462955"/>
              <a:gd name="connsiteY47" fmla="*/ 3541065 h 5753325"/>
              <a:gd name="connsiteX48" fmla="*/ 5437889 w 6462955"/>
              <a:gd name="connsiteY48" fmla="*/ 3559927 h 5753325"/>
              <a:gd name="connsiteX49" fmla="*/ 5432770 w 6462955"/>
              <a:gd name="connsiteY49" fmla="*/ 3562948 h 5753325"/>
              <a:gd name="connsiteX50" fmla="*/ 5406795 w 6462955"/>
              <a:gd name="connsiteY50" fmla="*/ 3578594 h 5753325"/>
              <a:gd name="connsiteX51" fmla="*/ 5381495 w 6462955"/>
              <a:gd name="connsiteY51" fmla="*/ 3599883 h 5753325"/>
              <a:gd name="connsiteX52" fmla="*/ 5363689 w 6462955"/>
              <a:gd name="connsiteY52" fmla="*/ 3633299 h 5753325"/>
              <a:gd name="connsiteX53" fmla="*/ 5291870 w 6462955"/>
              <a:gd name="connsiteY53" fmla="*/ 3799039 h 5753325"/>
              <a:gd name="connsiteX54" fmla="*/ 5241600 w 6462955"/>
              <a:gd name="connsiteY54" fmla="*/ 3894238 h 5753325"/>
              <a:gd name="connsiteX55" fmla="*/ 5211041 w 6462955"/>
              <a:gd name="connsiteY55" fmla="*/ 3924184 h 5753325"/>
              <a:gd name="connsiteX56" fmla="*/ 5176073 w 6462955"/>
              <a:gd name="connsiteY56" fmla="*/ 3970179 h 5753325"/>
              <a:gd name="connsiteX57" fmla="*/ 5172826 w 6462955"/>
              <a:gd name="connsiteY57" fmla="*/ 3991773 h 5753325"/>
              <a:gd name="connsiteX58" fmla="*/ 5157053 w 6462955"/>
              <a:gd name="connsiteY58" fmla="*/ 3997708 h 5753325"/>
              <a:gd name="connsiteX59" fmla="*/ 5127922 w 6462955"/>
              <a:gd name="connsiteY59" fmla="*/ 4022660 h 5753325"/>
              <a:gd name="connsiteX60" fmla="*/ 5020872 w 6462955"/>
              <a:gd name="connsiteY60" fmla="*/ 4075951 h 5753325"/>
              <a:gd name="connsiteX61" fmla="*/ 4991410 w 6462955"/>
              <a:gd name="connsiteY61" fmla="*/ 4087598 h 5753325"/>
              <a:gd name="connsiteX62" fmla="*/ 4930112 w 6462955"/>
              <a:gd name="connsiteY62" fmla="*/ 4138459 h 5753325"/>
              <a:gd name="connsiteX63" fmla="*/ 4834224 w 6462955"/>
              <a:gd name="connsiteY63" fmla="*/ 4231643 h 5753325"/>
              <a:gd name="connsiteX64" fmla="*/ 4812599 w 6462955"/>
              <a:gd name="connsiteY64" fmla="*/ 4249449 h 5753325"/>
              <a:gd name="connsiteX65" fmla="*/ 4789188 w 6462955"/>
              <a:gd name="connsiteY65" fmla="*/ 4256678 h 5753325"/>
              <a:gd name="connsiteX66" fmla="*/ 4779554 w 6462955"/>
              <a:gd name="connsiteY66" fmla="*/ 4251313 h 5753325"/>
              <a:gd name="connsiteX67" fmla="*/ 4766885 w 6462955"/>
              <a:gd name="connsiteY67" fmla="*/ 4259812 h 5753325"/>
              <a:gd name="connsiteX68" fmla="*/ 4762510 w 6462955"/>
              <a:gd name="connsiteY68" fmla="*/ 4260383 h 5753325"/>
              <a:gd name="connsiteX69" fmla="*/ 4738416 w 6462955"/>
              <a:gd name="connsiteY69" fmla="*/ 4265355 h 5753325"/>
              <a:gd name="connsiteX70" fmla="*/ 4712007 w 6462955"/>
              <a:gd name="connsiteY70" fmla="*/ 4317892 h 5753325"/>
              <a:gd name="connsiteX71" fmla="*/ 4658930 w 6462955"/>
              <a:gd name="connsiteY71" fmla="*/ 4348041 h 5753325"/>
              <a:gd name="connsiteX72" fmla="*/ 4443526 w 6462955"/>
              <a:gd name="connsiteY72" fmla="*/ 4507851 h 5753325"/>
              <a:gd name="connsiteX73" fmla="*/ 4289766 w 6462955"/>
              <a:gd name="connsiteY73" fmla="*/ 4711450 h 5753325"/>
              <a:gd name="connsiteX74" fmla="*/ 4150870 w 6462955"/>
              <a:gd name="connsiteY74" fmla="*/ 4818480 h 5753325"/>
              <a:gd name="connsiteX75" fmla="*/ 4006639 w 6462955"/>
              <a:gd name="connsiteY75" fmla="*/ 4933815 h 5753325"/>
              <a:gd name="connsiteX76" fmla="*/ 3298210 w 6462955"/>
              <a:gd name="connsiteY76" fmla="*/ 5070790 h 5753325"/>
              <a:gd name="connsiteX77" fmla="*/ 2947678 w 6462955"/>
              <a:gd name="connsiteY77" fmla="*/ 5117869 h 5753325"/>
              <a:gd name="connsiteX78" fmla="*/ 2822169 w 6462955"/>
              <a:gd name="connsiteY78" fmla="*/ 5129396 h 5753325"/>
              <a:gd name="connsiteX79" fmla="*/ 2538773 w 6462955"/>
              <a:gd name="connsiteY79" fmla="*/ 5313397 h 5753325"/>
              <a:gd name="connsiteX80" fmla="*/ 2014500 w 6462955"/>
              <a:gd name="connsiteY80" fmla="*/ 5519744 h 5753325"/>
              <a:gd name="connsiteX81" fmla="*/ 1934391 w 6462955"/>
              <a:gd name="connsiteY81" fmla="*/ 5591335 h 5753325"/>
              <a:gd name="connsiteX82" fmla="*/ 1892550 w 6462955"/>
              <a:gd name="connsiteY82" fmla="*/ 5649708 h 5753325"/>
              <a:gd name="connsiteX83" fmla="*/ 1854769 w 6462955"/>
              <a:gd name="connsiteY83" fmla="*/ 5647691 h 5753325"/>
              <a:gd name="connsiteX84" fmla="*/ 1809461 w 6462955"/>
              <a:gd name="connsiteY84" fmla="*/ 5648628 h 5753325"/>
              <a:gd name="connsiteX85" fmla="*/ 1745150 w 6462955"/>
              <a:gd name="connsiteY85" fmla="*/ 5693879 h 5753325"/>
              <a:gd name="connsiteX86" fmla="*/ 1713375 w 6462955"/>
              <a:gd name="connsiteY86" fmla="*/ 5684672 h 5753325"/>
              <a:gd name="connsiteX87" fmla="*/ 1707808 w 6462955"/>
              <a:gd name="connsiteY87" fmla="*/ 5682611 h 5753325"/>
              <a:gd name="connsiteX88" fmla="*/ 1679313 w 6462955"/>
              <a:gd name="connsiteY88" fmla="*/ 5672360 h 5753325"/>
              <a:gd name="connsiteX89" fmla="*/ 1646933 w 6462955"/>
              <a:gd name="connsiteY89" fmla="*/ 5666227 h 5753325"/>
              <a:gd name="connsiteX90" fmla="*/ 1610055 w 6462955"/>
              <a:gd name="connsiteY90" fmla="*/ 5673643 h 5753325"/>
              <a:gd name="connsiteX91" fmla="*/ 1437641 w 6462955"/>
              <a:gd name="connsiteY91" fmla="*/ 5723266 h 5753325"/>
              <a:gd name="connsiteX92" fmla="*/ 1332869 w 6462955"/>
              <a:gd name="connsiteY92" fmla="*/ 5744752 h 5753325"/>
              <a:gd name="connsiteX93" fmla="*/ 1290525 w 6462955"/>
              <a:gd name="connsiteY93" fmla="*/ 5740036 h 5753325"/>
              <a:gd name="connsiteX94" fmla="*/ 1233107 w 6462955"/>
              <a:gd name="connsiteY94" fmla="*/ 5742106 h 5753325"/>
              <a:gd name="connsiteX95" fmla="*/ 1214532 w 6462955"/>
              <a:gd name="connsiteY95" fmla="*/ 5753325 h 5753325"/>
              <a:gd name="connsiteX96" fmla="*/ 1199955 w 6462955"/>
              <a:gd name="connsiteY96" fmla="*/ 5744831 h 5753325"/>
              <a:gd name="connsiteX97" fmla="*/ 1162337 w 6462955"/>
              <a:gd name="connsiteY97" fmla="*/ 5738048 h 5753325"/>
              <a:gd name="connsiteX98" fmla="*/ 1053457 w 6462955"/>
              <a:gd name="connsiteY98" fmla="*/ 5688676 h 5753325"/>
              <a:gd name="connsiteX99" fmla="*/ 1025798 w 6462955"/>
              <a:gd name="connsiteY99" fmla="*/ 5673166 h 5753325"/>
              <a:gd name="connsiteX100" fmla="*/ 947900 w 6462955"/>
              <a:gd name="connsiteY100" fmla="*/ 5657848 h 5753325"/>
              <a:gd name="connsiteX101" fmla="*/ 815627 w 6462955"/>
              <a:gd name="connsiteY101" fmla="*/ 5642557 h 5753325"/>
              <a:gd name="connsiteX102" fmla="*/ 788251 w 6462955"/>
              <a:gd name="connsiteY102" fmla="*/ 5637065 h 5753325"/>
              <a:gd name="connsiteX103" fmla="*/ 767822 w 6462955"/>
              <a:gd name="connsiteY103" fmla="*/ 5623450 h 5753325"/>
              <a:gd name="connsiteX104" fmla="*/ 765791 w 6462955"/>
              <a:gd name="connsiteY104" fmla="*/ 5612539 h 5753325"/>
              <a:gd name="connsiteX105" fmla="*/ 751230 w 6462955"/>
              <a:gd name="connsiteY105" fmla="*/ 5608092 h 5753325"/>
              <a:gd name="connsiteX106" fmla="*/ 748008 w 6462955"/>
              <a:gd name="connsiteY106" fmla="*/ 5605052 h 5753325"/>
              <a:gd name="connsiteX107" fmla="*/ 728871 w 6462955"/>
              <a:gd name="connsiteY107" fmla="*/ 5589469 h 5753325"/>
              <a:gd name="connsiteX108" fmla="*/ 671898 w 6462955"/>
              <a:gd name="connsiteY108" fmla="*/ 5602363 h 5753325"/>
              <a:gd name="connsiteX109" fmla="*/ 615065 w 6462955"/>
              <a:gd name="connsiteY109" fmla="*/ 5580257 h 5753325"/>
              <a:gd name="connsiteX110" fmla="*/ 355785 w 6462955"/>
              <a:gd name="connsiteY110" fmla="*/ 5514383 h 5753325"/>
              <a:gd name="connsiteX111" fmla="*/ 102269 w 6462955"/>
              <a:gd name="connsiteY111" fmla="*/ 5524347 h 5753325"/>
              <a:gd name="connsiteX112" fmla="*/ 13160 w 6462955"/>
              <a:gd name="connsiteY112" fmla="*/ 5514159 h 5753325"/>
              <a:gd name="connsiteX113" fmla="*/ 0 w 6462955"/>
              <a:gd name="connsiteY113" fmla="*/ 5511735 h 5753325"/>
              <a:gd name="connsiteX114" fmla="*/ 0 w 6462955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453209 w 6459988"/>
              <a:gd name="connsiteY10" fmla="*/ 719127 h 5753325"/>
              <a:gd name="connsiteX11" fmla="*/ 6344988 w 6459988"/>
              <a:gd name="connsiteY11" fmla="*/ 697330 h 5753325"/>
              <a:gd name="connsiteX12" fmla="*/ 6447445 w 6459988"/>
              <a:gd name="connsiteY12" fmla="*/ 780003 h 5753325"/>
              <a:gd name="connsiteX13" fmla="*/ 6426552 w 6459988"/>
              <a:gd name="connsiteY13" fmla="*/ 845805 h 5753325"/>
              <a:gd name="connsiteX14" fmla="*/ 6434072 w 6459988"/>
              <a:gd name="connsiteY14" fmla="*/ 910733 h 5753325"/>
              <a:gd name="connsiteX15" fmla="*/ 6432570 w 6459988"/>
              <a:gd name="connsiteY15" fmla="*/ 983394 h 5753325"/>
              <a:gd name="connsiteX16" fmla="*/ 6431878 w 6459988"/>
              <a:gd name="connsiteY16" fmla="*/ 1026728 h 5753325"/>
              <a:gd name="connsiteX17" fmla="*/ 6414269 w 6459988"/>
              <a:gd name="connsiteY17" fmla="*/ 1151111 h 5753325"/>
              <a:gd name="connsiteX18" fmla="*/ 6371722 w 6459988"/>
              <a:gd name="connsiteY18" fmla="*/ 1318080 h 5753325"/>
              <a:gd name="connsiteX19" fmla="*/ 6356023 w 6459988"/>
              <a:gd name="connsiteY19" fmla="*/ 1356227 h 5753325"/>
              <a:gd name="connsiteX20" fmla="*/ 6356157 w 6459988"/>
              <a:gd name="connsiteY20" fmla="*/ 1361967 h 5753325"/>
              <a:gd name="connsiteX21" fmla="*/ 6350613 w 6459988"/>
              <a:gd name="connsiteY21" fmla="*/ 1393569 h 5753325"/>
              <a:gd name="connsiteX22" fmla="*/ 6357062 w 6459988"/>
              <a:gd name="connsiteY22" fmla="*/ 1444071 h 5753325"/>
              <a:gd name="connsiteX23" fmla="*/ 6364832 w 6459988"/>
              <a:gd name="connsiteY23" fmla="*/ 1478763 h 5753325"/>
              <a:gd name="connsiteX24" fmla="*/ 6369745 w 6459988"/>
              <a:gd name="connsiteY24" fmla="*/ 1495680 h 5753325"/>
              <a:gd name="connsiteX25" fmla="*/ 6370898 w 6459988"/>
              <a:gd name="connsiteY25" fmla="*/ 1513331 h 5753325"/>
              <a:gd name="connsiteX26" fmla="*/ 6368801 w 6459988"/>
              <a:gd name="connsiteY26" fmla="*/ 1527414 h 5753325"/>
              <a:gd name="connsiteX27" fmla="*/ 6359177 w 6459988"/>
              <a:gd name="connsiteY27" fmla="*/ 1639513 h 5753325"/>
              <a:gd name="connsiteX28" fmla="*/ 6299489 w 6459988"/>
              <a:gd name="connsiteY28" fmla="*/ 1784860 h 5753325"/>
              <a:gd name="connsiteX29" fmla="*/ 6267878 w 6459988"/>
              <a:gd name="connsiteY29" fmla="*/ 1858572 h 5753325"/>
              <a:gd name="connsiteX30" fmla="*/ 6251146 w 6459988"/>
              <a:gd name="connsiteY30" fmla="*/ 1926167 h 5753325"/>
              <a:gd name="connsiteX31" fmla="*/ 6210686 w 6459988"/>
              <a:gd name="connsiteY31" fmla="*/ 2014834 h 5753325"/>
              <a:gd name="connsiteX32" fmla="*/ 6106652 w 6459988"/>
              <a:gd name="connsiteY32" fmla="*/ 2150572 h 5753325"/>
              <a:gd name="connsiteX33" fmla="*/ 6097813 w 6459988"/>
              <a:gd name="connsiteY33" fmla="*/ 2172208 h 5753325"/>
              <a:gd name="connsiteX34" fmla="*/ 6095990 w 6459988"/>
              <a:gd name="connsiteY34" fmla="*/ 2181185 h 5753325"/>
              <a:gd name="connsiteX35" fmla="*/ 6090126 w 6459988"/>
              <a:gd name="connsiteY35" fmla="*/ 2192533 h 5753325"/>
              <a:gd name="connsiteX36" fmla="*/ 6089503 w 6459988"/>
              <a:gd name="connsiteY36" fmla="*/ 2192543 h 5753325"/>
              <a:gd name="connsiteX37" fmla="*/ 6084946 w 6459988"/>
              <a:gd name="connsiteY37" fmla="*/ 2203694 h 5753325"/>
              <a:gd name="connsiteX38" fmla="*/ 5987861 w 6459988"/>
              <a:gd name="connsiteY38" fmla="*/ 2304868 h 5753325"/>
              <a:gd name="connsiteX39" fmla="*/ 5973439 w 6459988"/>
              <a:gd name="connsiteY39" fmla="*/ 2385635 h 5753325"/>
              <a:gd name="connsiteX40" fmla="*/ 5916727 w 6459988"/>
              <a:gd name="connsiteY40" fmla="*/ 2458777 h 5753325"/>
              <a:gd name="connsiteX41" fmla="*/ 5856524 w 6459988"/>
              <a:gd name="connsiteY41" fmla="*/ 2583281 h 5753325"/>
              <a:gd name="connsiteX42" fmla="*/ 5838091 w 6459988"/>
              <a:gd name="connsiteY42" fmla="*/ 2753474 h 5753325"/>
              <a:gd name="connsiteX43" fmla="*/ 5777471 w 6459988"/>
              <a:gd name="connsiteY43" fmla="*/ 2901570 h 5753325"/>
              <a:gd name="connsiteX44" fmla="*/ 5723992 w 6459988"/>
              <a:gd name="connsiteY44" fmla="*/ 2998752 h 5753325"/>
              <a:gd name="connsiteX45" fmla="*/ 5557886 w 6459988"/>
              <a:gd name="connsiteY45" fmla="*/ 3329735 h 5753325"/>
              <a:gd name="connsiteX46" fmla="*/ 5471501 w 6459988"/>
              <a:gd name="connsiteY46" fmla="*/ 3462221 h 5753325"/>
              <a:gd name="connsiteX47" fmla="*/ 5465154 w 6459988"/>
              <a:gd name="connsiteY47" fmla="*/ 3541065 h 5753325"/>
              <a:gd name="connsiteX48" fmla="*/ 5437889 w 6459988"/>
              <a:gd name="connsiteY48" fmla="*/ 3559927 h 5753325"/>
              <a:gd name="connsiteX49" fmla="*/ 5432770 w 6459988"/>
              <a:gd name="connsiteY49" fmla="*/ 3562948 h 5753325"/>
              <a:gd name="connsiteX50" fmla="*/ 5406795 w 6459988"/>
              <a:gd name="connsiteY50" fmla="*/ 3578594 h 5753325"/>
              <a:gd name="connsiteX51" fmla="*/ 5381495 w 6459988"/>
              <a:gd name="connsiteY51" fmla="*/ 3599883 h 5753325"/>
              <a:gd name="connsiteX52" fmla="*/ 5363689 w 6459988"/>
              <a:gd name="connsiteY52" fmla="*/ 3633299 h 5753325"/>
              <a:gd name="connsiteX53" fmla="*/ 5291870 w 6459988"/>
              <a:gd name="connsiteY53" fmla="*/ 3799039 h 5753325"/>
              <a:gd name="connsiteX54" fmla="*/ 5241600 w 6459988"/>
              <a:gd name="connsiteY54" fmla="*/ 3894238 h 5753325"/>
              <a:gd name="connsiteX55" fmla="*/ 5211041 w 6459988"/>
              <a:gd name="connsiteY55" fmla="*/ 3924184 h 5753325"/>
              <a:gd name="connsiteX56" fmla="*/ 5176073 w 6459988"/>
              <a:gd name="connsiteY56" fmla="*/ 3970179 h 5753325"/>
              <a:gd name="connsiteX57" fmla="*/ 5172826 w 6459988"/>
              <a:gd name="connsiteY57" fmla="*/ 3991773 h 5753325"/>
              <a:gd name="connsiteX58" fmla="*/ 5157053 w 6459988"/>
              <a:gd name="connsiteY58" fmla="*/ 3997708 h 5753325"/>
              <a:gd name="connsiteX59" fmla="*/ 5127922 w 6459988"/>
              <a:gd name="connsiteY59" fmla="*/ 4022660 h 5753325"/>
              <a:gd name="connsiteX60" fmla="*/ 5020872 w 6459988"/>
              <a:gd name="connsiteY60" fmla="*/ 4075951 h 5753325"/>
              <a:gd name="connsiteX61" fmla="*/ 4991410 w 6459988"/>
              <a:gd name="connsiteY61" fmla="*/ 4087598 h 5753325"/>
              <a:gd name="connsiteX62" fmla="*/ 4930112 w 6459988"/>
              <a:gd name="connsiteY62" fmla="*/ 4138459 h 5753325"/>
              <a:gd name="connsiteX63" fmla="*/ 4834224 w 6459988"/>
              <a:gd name="connsiteY63" fmla="*/ 4231643 h 5753325"/>
              <a:gd name="connsiteX64" fmla="*/ 4812599 w 6459988"/>
              <a:gd name="connsiteY64" fmla="*/ 4249449 h 5753325"/>
              <a:gd name="connsiteX65" fmla="*/ 4789188 w 6459988"/>
              <a:gd name="connsiteY65" fmla="*/ 4256678 h 5753325"/>
              <a:gd name="connsiteX66" fmla="*/ 4779554 w 6459988"/>
              <a:gd name="connsiteY66" fmla="*/ 4251313 h 5753325"/>
              <a:gd name="connsiteX67" fmla="*/ 4766885 w 6459988"/>
              <a:gd name="connsiteY67" fmla="*/ 4259812 h 5753325"/>
              <a:gd name="connsiteX68" fmla="*/ 4762510 w 6459988"/>
              <a:gd name="connsiteY68" fmla="*/ 4260383 h 5753325"/>
              <a:gd name="connsiteX69" fmla="*/ 4738416 w 6459988"/>
              <a:gd name="connsiteY69" fmla="*/ 4265355 h 5753325"/>
              <a:gd name="connsiteX70" fmla="*/ 4712007 w 6459988"/>
              <a:gd name="connsiteY70" fmla="*/ 4317892 h 5753325"/>
              <a:gd name="connsiteX71" fmla="*/ 4658930 w 6459988"/>
              <a:gd name="connsiteY71" fmla="*/ 4348041 h 5753325"/>
              <a:gd name="connsiteX72" fmla="*/ 4443526 w 6459988"/>
              <a:gd name="connsiteY72" fmla="*/ 4507851 h 5753325"/>
              <a:gd name="connsiteX73" fmla="*/ 4289766 w 6459988"/>
              <a:gd name="connsiteY73" fmla="*/ 4711450 h 5753325"/>
              <a:gd name="connsiteX74" fmla="*/ 4150870 w 6459988"/>
              <a:gd name="connsiteY74" fmla="*/ 4818480 h 5753325"/>
              <a:gd name="connsiteX75" fmla="*/ 4006639 w 6459988"/>
              <a:gd name="connsiteY75" fmla="*/ 4933815 h 5753325"/>
              <a:gd name="connsiteX76" fmla="*/ 3298210 w 6459988"/>
              <a:gd name="connsiteY76" fmla="*/ 5070790 h 5753325"/>
              <a:gd name="connsiteX77" fmla="*/ 2947678 w 6459988"/>
              <a:gd name="connsiteY77" fmla="*/ 5117869 h 5753325"/>
              <a:gd name="connsiteX78" fmla="*/ 2822169 w 6459988"/>
              <a:gd name="connsiteY78" fmla="*/ 5129396 h 5753325"/>
              <a:gd name="connsiteX79" fmla="*/ 2538773 w 6459988"/>
              <a:gd name="connsiteY79" fmla="*/ 5313397 h 5753325"/>
              <a:gd name="connsiteX80" fmla="*/ 2014500 w 6459988"/>
              <a:gd name="connsiteY80" fmla="*/ 5519744 h 5753325"/>
              <a:gd name="connsiteX81" fmla="*/ 1934391 w 6459988"/>
              <a:gd name="connsiteY81" fmla="*/ 5591335 h 5753325"/>
              <a:gd name="connsiteX82" fmla="*/ 1892550 w 6459988"/>
              <a:gd name="connsiteY82" fmla="*/ 5649708 h 5753325"/>
              <a:gd name="connsiteX83" fmla="*/ 1854769 w 6459988"/>
              <a:gd name="connsiteY83" fmla="*/ 5647691 h 5753325"/>
              <a:gd name="connsiteX84" fmla="*/ 1809461 w 6459988"/>
              <a:gd name="connsiteY84" fmla="*/ 5648628 h 5753325"/>
              <a:gd name="connsiteX85" fmla="*/ 1745150 w 6459988"/>
              <a:gd name="connsiteY85" fmla="*/ 5693879 h 5753325"/>
              <a:gd name="connsiteX86" fmla="*/ 1713375 w 6459988"/>
              <a:gd name="connsiteY86" fmla="*/ 5684672 h 5753325"/>
              <a:gd name="connsiteX87" fmla="*/ 1707808 w 6459988"/>
              <a:gd name="connsiteY87" fmla="*/ 5682611 h 5753325"/>
              <a:gd name="connsiteX88" fmla="*/ 1679313 w 6459988"/>
              <a:gd name="connsiteY88" fmla="*/ 5672360 h 5753325"/>
              <a:gd name="connsiteX89" fmla="*/ 1646933 w 6459988"/>
              <a:gd name="connsiteY89" fmla="*/ 5666227 h 5753325"/>
              <a:gd name="connsiteX90" fmla="*/ 1610055 w 6459988"/>
              <a:gd name="connsiteY90" fmla="*/ 5673643 h 5753325"/>
              <a:gd name="connsiteX91" fmla="*/ 1437641 w 6459988"/>
              <a:gd name="connsiteY91" fmla="*/ 5723266 h 5753325"/>
              <a:gd name="connsiteX92" fmla="*/ 1332869 w 6459988"/>
              <a:gd name="connsiteY92" fmla="*/ 5744752 h 5753325"/>
              <a:gd name="connsiteX93" fmla="*/ 1290525 w 6459988"/>
              <a:gd name="connsiteY93" fmla="*/ 5740036 h 5753325"/>
              <a:gd name="connsiteX94" fmla="*/ 1233107 w 6459988"/>
              <a:gd name="connsiteY94" fmla="*/ 5742106 h 5753325"/>
              <a:gd name="connsiteX95" fmla="*/ 1214532 w 6459988"/>
              <a:gd name="connsiteY95" fmla="*/ 5753325 h 5753325"/>
              <a:gd name="connsiteX96" fmla="*/ 1199955 w 6459988"/>
              <a:gd name="connsiteY96" fmla="*/ 5744831 h 5753325"/>
              <a:gd name="connsiteX97" fmla="*/ 1162337 w 6459988"/>
              <a:gd name="connsiteY97" fmla="*/ 5738048 h 5753325"/>
              <a:gd name="connsiteX98" fmla="*/ 1053457 w 6459988"/>
              <a:gd name="connsiteY98" fmla="*/ 5688676 h 5753325"/>
              <a:gd name="connsiteX99" fmla="*/ 1025798 w 6459988"/>
              <a:gd name="connsiteY99" fmla="*/ 5673166 h 5753325"/>
              <a:gd name="connsiteX100" fmla="*/ 947900 w 6459988"/>
              <a:gd name="connsiteY100" fmla="*/ 5657848 h 5753325"/>
              <a:gd name="connsiteX101" fmla="*/ 815627 w 6459988"/>
              <a:gd name="connsiteY101" fmla="*/ 5642557 h 5753325"/>
              <a:gd name="connsiteX102" fmla="*/ 788251 w 6459988"/>
              <a:gd name="connsiteY102" fmla="*/ 5637065 h 5753325"/>
              <a:gd name="connsiteX103" fmla="*/ 767822 w 6459988"/>
              <a:gd name="connsiteY103" fmla="*/ 5623450 h 5753325"/>
              <a:gd name="connsiteX104" fmla="*/ 765791 w 6459988"/>
              <a:gd name="connsiteY104" fmla="*/ 5612539 h 5753325"/>
              <a:gd name="connsiteX105" fmla="*/ 751230 w 6459988"/>
              <a:gd name="connsiteY105" fmla="*/ 5608092 h 5753325"/>
              <a:gd name="connsiteX106" fmla="*/ 748008 w 6459988"/>
              <a:gd name="connsiteY106" fmla="*/ 5605052 h 5753325"/>
              <a:gd name="connsiteX107" fmla="*/ 728871 w 6459988"/>
              <a:gd name="connsiteY107" fmla="*/ 5589469 h 5753325"/>
              <a:gd name="connsiteX108" fmla="*/ 671898 w 6459988"/>
              <a:gd name="connsiteY108" fmla="*/ 5602363 h 5753325"/>
              <a:gd name="connsiteX109" fmla="*/ 615065 w 6459988"/>
              <a:gd name="connsiteY109" fmla="*/ 5580257 h 5753325"/>
              <a:gd name="connsiteX110" fmla="*/ 355785 w 6459988"/>
              <a:gd name="connsiteY110" fmla="*/ 5514383 h 5753325"/>
              <a:gd name="connsiteX111" fmla="*/ 102269 w 6459988"/>
              <a:gd name="connsiteY111" fmla="*/ 5524347 h 5753325"/>
              <a:gd name="connsiteX112" fmla="*/ 13160 w 6459988"/>
              <a:gd name="connsiteY112" fmla="*/ 5514159 h 5753325"/>
              <a:gd name="connsiteX113" fmla="*/ 0 w 6459988"/>
              <a:gd name="connsiteY113" fmla="*/ 5511735 h 5753325"/>
              <a:gd name="connsiteX114" fmla="*/ 0 w 6459988"/>
              <a:gd name="connsiteY114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453989 w 6459988"/>
              <a:gd name="connsiteY9" fmla="*/ 711876 h 5753325"/>
              <a:gd name="connsiteX10" fmla="*/ 6344988 w 6459988"/>
              <a:gd name="connsiteY10" fmla="*/ 697330 h 5753325"/>
              <a:gd name="connsiteX11" fmla="*/ 6447445 w 6459988"/>
              <a:gd name="connsiteY11" fmla="*/ 780003 h 5753325"/>
              <a:gd name="connsiteX12" fmla="*/ 6426552 w 6459988"/>
              <a:gd name="connsiteY12" fmla="*/ 845805 h 5753325"/>
              <a:gd name="connsiteX13" fmla="*/ 6434072 w 6459988"/>
              <a:gd name="connsiteY13" fmla="*/ 910733 h 5753325"/>
              <a:gd name="connsiteX14" fmla="*/ 6432570 w 6459988"/>
              <a:gd name="connsiteY14" fmla="*/ 983394 h 5753325"/>
              <a:gd name="connsiteX15" fmla="*/ 6431878 w 6459988"/>
              <a:gd name="connsiteY15" fmla="*/ 1026728 h 5753325"/>
              <a:gd name="connsiteX16" fmla="*/ 6414269 w 6459988"/>
              <a:gd name="connsiteY16" fmla="*/ 1151111 h 5753325"/>
              <a:gd name="connsiteX17" fmla="*/ 6371722 w 6459988"/>
              <a:gd name="connsiteY17" fmla="*/ 1318080 h 5753325"/>
              <a:gd name="connsiteX18" fmla="*/ 6356023 w 6459988"/>
              <a:gd name="connsiteY18" fmla="*/ 1356227 h 5753325"/>
              <a:gd name="connsiteX19" fmla="*/ 6356157 w 6459988"/>
              <a:gd name="connsiteY19" fmla="*/ 1361967 h 5753325"/>
              <a:gd name="connsiteX20" fmla="*/ 6350613 w 6459988"/>
              <a:gd name="connsiteY20" fmla="*/ 1393569 h 5753325"/>
              <a:gd name="connsiteX21" fmla="*/ 6357062 w 6459988"/>
              <a:gd name="connsiteY21" fmla="*/ 1444071 h 5753325"/>
              <a:gd name="connsiteX22" fmla="*/ 6364832 w 6459988"/>
              <a:gd name="connsiteY22" fmla="*/ 1478763 h 5753325"/>
              <a:gd name="connsiteX23" fmla="*/ 6369745 w 6459988"/>
              <a:gd name="connsiteY23" fmla="*/ 1495680 h 5753325"/>
              <a:gd name="connsiteX24" fmla="*/ 6370898 w 6459988"/>
              <a:gd name="connsiteY24" fmla="*/ 1513331 h 5753325"/>
              <a:gd name="connsiteX25" fmla="*/ 6368801 w 6459988"/>
              <a:gd name="connsiteY25" fmla="*/ 1527414 h 5753325"/>
              <a:gd name="connsiteX26" fmla="*/ 6359177 w 6459988"/>
              <a:gd name="connsiteY26" fmla="*/ 1639513 h 5753325"/>
              <a:gd name="connsiteX27" fmla="*/ 6299489 w 6459988"/>
              <a:gd name="connsiteY27" fmla="*/ 1784860 h 5753325"/>
              <a:gd name="connsiteX28" fmla="*/ 6267878 w 6459988"/>
              <a:gd name="connsiteY28" fmla="*/ 1858572 h 5753325"/>
              <a:gd name="connsiteX29" fmla="*/ 6251146 w 6459988"/>
              <a:gd name="connsiteY29" fmla="*/ 1926167 h 5753325"/>
              <a:gd name="connsiteX30" fmla="*/ 6210686 w 6459988"/>
              <a:gd name="connsiteY30" fmla="*/ 2014834 h 5753325"/>
              <a:gd name="connsiteX31" fmla="*/ 6106652 w 6459988"/>
              <a:gd name="connsiteY31" fmla="*/ 2150572 h 5753325"/>
              <a:gd name="connsiteX32" fmla="*/ 6097813 w 6459988"/>
              <a:gd name="connsiteY32" fmla="*/ 2172208 h 5753325"/>
              <a:gd name="connsiteX33" fmla="*/ 6095990 w 6459988"/>
              <a:gd name="connsiteY33" fmla="*/ 2181185 h 5753325"/>
              <a:gd name="connsiteX34" fmla="*/ 6090126 w 6459988"/>
              <a:gd name="connsiteY34" fmla="*/ 2192533 h 5753325"/>
              <a:gd name="connsiteX35" fmla="*/ 6089503 w 6459988"/>
              <a:gd name="connsiteY35" fmla="*/ 2192543 h 5753325"/>
              <a:gd name="connsiteX36" fmla="*/ 6084946 w 6459988"/>
              <a:gd name="connsiteY36" fmla="*/ 2203694 h 5753325"/>
              <a:gd name="connsiteX37" fmla="*/ 5987861 w 6459988"/>
              <a:gd name="connsiteY37" fmla="*/ 2304868 h 5753325"/>
              <a:gd name="connsiteX38" fmla="*/ 5973439 w 6459988"/>
              <a:gd name="connsiteY38" fmla="*/ 2385635 h 5753325"/>
              <a:gd name="connsiteX39" fmla="*/ 5916727 w 6459988"/>
              <a:gd name="connsiteY39" fmla="*/ 2458777 h 5753325"/>
              <a:gd name="connsiteX40" fmla="*/ 5856524 w 6459988"/>
              <a:gd name="connsiteY40" fmla="*/ 2583281 h 5753325"/>
              <a:gd name="connsiteX41" fmla="*/ 5838091 w 6459988"/>
              <a:gd name="connsiteY41" fmla="*/ 2753474 h 5753325"/>
              <a:gd name="connsiteX42" fmla="*/ 5777471 w 6459988"/>
              <a:gd name="connsiteY42" fmla="*/ 2901570 h 5753325"/>
              <a:gd name="connsiteX43" fmla="*/ 5723992 w 6459988"/>
              <a:gd name="connsiteY43" fmla="*/ 2998752 h 5753325"/>
              <a:gd name="connsiteX44" fmla="*/ 5557886 w 6459988"/>
              <a:gd name="connsiteY44" fmla="*/ 3329735 h 5753325"/>
              <a:gd name="connsiteX45" fmla="*/ 5471501 w 6459988"/>
              <a:gd name="connsiteY45" fmla="*/ 3462221 h 5753325"/>
              <a:gd name="connsiteX46" fmla="*/ 5465154 w 6459988"/>
              <a:gd name="connsiteY46" fmla="*/ 3541065 h 5753325"/>
              <a:gd name="connsiteX47" fmla="*/ 5437889 w 6459988"/>
              <a:gd name="connsiteY47" fmla="*/ 3559927 h 5753325"/>
              <a:gd name="connsiteX48" fmla="*/ 5432770 w 6459988"/>
              <a:gd name="connsiteY48" fmla="*/ 3562948 h 5753325"/>
              <a:gd name="connsiteX49" fmla="*/ 5406795 w 6459988"/>
              <a:gd name="connsiteY49" fmla="*/ 3578594 h 5753325"/>
              <a:gd name="connsiteX50" fmla="*/ 5381495 w 6459988"/>
              <a:gd name="connsiteY50" fmla="*/ 3599883 h 5753325"/>
              <a:gd name="connsiteX51" fmla="*/ 5363689 w 6459988"/>
              <a:gd name="connsiteY51" fmla="*/ 3633299 h 5753325"/>
              <a:gd name="connsiteX52" fmla="*/ 5291870 w 6459988"/>
              <a:gd name="connsiteY52" fmla="*/ 3799039 h 5753325"/>
              <a:gd name="connsiteX53" fmla="*/ 5241600 w 6459988"/>
              <a:gd name="connsiteY53" fmla="*/ 3894238 h 5753325"/>
              <a:gd name="connsiteX54" fmla="*/ 5211041 w 6459988"/>
              <a:gd name="connsiteY54" fmla="*/ 3924184 h 5753325"/>
              <a:gd name="connsiteX55" fmla="*/ 5176073 w 6459988"/>
              <a:gd name="connsiteY55" fmla="*/ 3970179 h 5753325"/>
              <a:gd name="connsiteX56" fmla="*/ 5172826 w 6459988"/>
              <a:gd name="connsiteY56" fmla="*/ 3991773 h 5753325"/>
              <a:gd name="connsiteX57" fmla="*/ 5157053 w 6459988"/>
              <a:gd name="connsiteY57" fmla="*/ 3997708 h 5753325"/>
              <a:gd name="connsiteX58" fmla="*/ 5127922 w 6459988"/>
              <a:gd name="connsiteY58" fmla="*/ 4022660 h 5753325"/>
              <a:gd name="connsiteX59" fmla="*/ 5020872 w 6459988"/>
              <a:gd name="connsiteY59" fmla="*/ 4075951 h 5753325"/>
              <a:gd name="connsiteX60" fmla="*/ 4991410 w 6459988"/>
              <a:gd name="connsiteY60" fmla="*/ 4087598 h 5753325"/>
              <a:gd name="connsiteX61" fmla="*/ 4930112 w 6459988"/>
              <a:gd name="connsiteY61" fmla="*/ 4138459 h 5753325"/>
              <a:gd name="connsiteX62" fmla="*/ 4834224 w 6459988"/>
              <a:gd name="connsiteY62" fmla="*/ 4231643 h 5753325"/>
              <a:gd name="connsiteX63" fmla="*/ 4812599 w 6459988"/>
              <a:gd name="connsiteY63" fmla="*/ 4249449 h 5753325"/>
              <a:gd name="connsiteX64" fmla="*/ 4789188 w 6459988"/>
              <a:gd name="connsiteY64" fmla="*/ 4256678 h 5753325"/>
              <a:gd name="connsiteX65" fmla="*/ 4779554 w 6459988"/>
              <a:gd name="connsiteY65" fmla="*/ 4251313 h 5753325"/>
              <a:gd name="connsiteX66" fmla="*/ 4766885 w 6459988"/>
              <a:gd name="connsiteY66" fmla="*/ 4259812 h 5753325"/>
              <a:gd name="connsiteX67" fmla="*/ 4762510 w 6459988"/>
              <a:gd name="connsiteY67" fmla="*/ 4260383 h 5753325"/>
              <a:gd name="connsiteX68" fmla="*/ 4738416 w 6459988"/>
              <a:gd name="connsiteY68" fmla="*/ 4265355 h 5753325"/>
              <a:gd name="connsiteX69" fmla="*/ 4712007 w 6459988"/>
              <a:gd name="connsiteY69" fmla="*/ 4317892 h 5753325"/>
              <a:gd name="connsiteX70" fmla="*/ 4658930 w 6459988"/>
              <a:gd name="connsiteY70" fmla="*/ 4348041 h 5753325"/>
              <a:gd name="connsiteX71" fmla="*/ 4443526 w 6459988"/>
              <a:gd name="connsiteY71" fmla="*/ 4507851 h 5753325"/>
              <a:gd name="connsiteX72" fmla="*/ 4289766 w 6459988"/>
              <a:gd name="connsiteY72" fmla="*/ 4711450 h 5753325"/>
              <a:gd name="connsiteX73" fmla="*/ 4150870 w 6459988"/>
              <a:gd name="connsiteY73" fmla="*/ 4818480 h 5753325"/>
              <a:gd name="connsiteX74" fmla="*/ 4006639 w 6459988"/>
              <a:gd name="connsiteY74" fmla="*/ 4933815 h 5753325"/>
              <a:gd name="connsiteX75" fmla="*/ 3298210 w 6459988"/>
              <a:gd name="connsiteY75" fmla="*/ 5070790 h 5753325"/>
              <a:gd name="connsiteX76" fmla="*/ 2947678 w 6459988"/>
              <a:gd name="connsiteY76" fmla="*/ 5117869 h 5753325"/>
              <a:gd name="connsiteX77" fmla="*/ 2822169 w 6459988"/>
              <a:gd name="connsiteY77" fmla="*/ 5129396 h 5753325"/>
              <a:gd name="connsiteX78" fmla="*/ 2538773 w 6459988"/>
              <a:gd name="connsiteY78" fmla="*/ 5313397 h 5753325"/>
              <a:gd name="connsiteX79" fmla="*/ 2014500 w 6459988"/>
              <a:gd name="connsiteY79" fmla="*/ 5519744 h 5753325"/>
              <a:gd name="connsiteX80" fmla="*/ 1934391 w 6459988"/>
              <a:gd name="connsiteY80" fmla="*/ 5591335 h 5753325"/>
              <a:gd name="connsiteX81" fmla="*/ 1892550 w 6459988"/>
              <a:gd name="connsiteY81" fmla="*/ 5649708 h 5753325"/>
              <a:gd name="connsiteX82" fmla="*/ 1854769 w 6459988"/>
              <a:gd name="connsiteY82" fmla="*/ 5647691 h 5753325"/>
              <a:gd name="connsiteX83" fmla="*/ 1809461 w 6459988"/>
              <a:gd name="connsiteY83" fmla="*/ 5648628 h 5753325"/>
              <a:gd name="connsiteX84" fmla="*/ 1745150 w 6459988"/>
              <a:gd name="connsiteY84" fmla="*/ 5693879 h 5753325"/>
              <a:gd name="connsiteX85" fmla="*/ 1713375 w 6459988"/>
              <a:gd name="connsiteY85" fmla="*/ 5684672 h 5753325"/>
              <a:gd name="connsiteX86" fmla="*/ 1707808 w 6459988"/>
              <a:gd name="connsiteY86" fmla="*/ 5682611 h 5753325"/>
              <a:gd name="connsiteX87" fmla="*/ 1679313 w 6459988"/>
              <a:gd name="connsiteY87" fmla="*/ 5672360 h 5753325"/>
              <a:gd name="connsiteX88" fmla="*/ 1646933 w 6459988"/>
              <a:gd name="connsiteY88" fmla="*/ 5666227 h 5753325"/>
              <a:gd name="connsiteX89" fmla="*/ 1610055 w 6459988"/>
              <a:gd name="connsiteY89" fmla="*/ 5673643 h 5753325"/>
              <a:gd name="connsiteX90" fmla="*/ 1437641 w 6459988"/>
              <a:gd name="connsiteY90" fmla="*/ 5723266 h 5753325"/>
              <a:gd name="connsiteX91" fmla="*/ 1332869 w 6459988"/>
              <a:gd name="connsiteY91" fmla="*/ 5744752 h 5753325"/>
              <a:gd name="connsiteX92" fmla="*/ 1290525 w 6459988"/>
              <a:gd name="connsiteY92" fmla="*/ 5740036 h 5753325"/>
              <a:gd name="connsiteX93" fmla="*/ 1233107 w 6459988"/>
              <a:gd name="connsiteY93" fmla="*/ 5742106 h 5753325"/>
              <a:gd name="connsiteX94" fmla="*/ 1214532 w 6459988"/>
              <a:gd name="connsiteY94" fmla="*/ 5753325 h 5753325"/>
              <a:gd name="connsiteX95" fmla="*/ 1199955 w 6459988"/>
              <a:gd name="connsiteY95" fmla="*/ 5744831 h 5753325"/>
              <a:gd name="connsiteX96" fmla="*/ 1162337 w 6459988"/>
              <a:gd name="connsiteY96" fmla="*/ 5738048 h 5753325"/>
              <a:gd name="connsiteX97" fmla="*/ 1053457 w 6459988"/>
              <a:gd name="connsiteY97" fmla="*/ 5688676 h 5753325"/>
              <a:gd name="connsiteX98" fmla="*/ 1025798 w 6459988"/>
              <a:gd name="connsiteY98" fmla="*/ 5673166 h 5753325"/>
              <a:gd name="connsiteX99" fmla="*/ 947900 w 6459988"/>
              <a:gd name="connsiteY99" fmla="*/ 5657848 h 5753325"/>
              <a:gd name="connsiteX100" fmla="*/ 815627 w 6459988"/>
              <a:gd name="connsiteY100" fmla="*/ 5642557 h 5753325"/>
              <a:gd name="connsiteX101" fmla="*/ 788251 w 6459988"/>
              <a:gd name="connsiteY101" fmla="*/ 5637065 h 5753325"/>
              <a:gd name="connsiteX102" fmla="*/ 767822 w 6459988"/>
              <a:gd name="connsiteY102" fmla="*/ 5623450 h 5753325"/>
              <a:gd name="connsiteX103" fmla="*/ 765791 w 6459988"/>
              <a:gd name="connsiteY103" fmla="*/ 5612539 h 5753325"/>
              <a:gd name="connsiteX104" fmla="*/ 751230 w 6459988"/>
              <a:gd name="connsiteY104" fmla="*/ 5608092 h 5753325"/>
              <a:gd name="connsiteX105" fmla="*/ 748008 w 6459988"/>
              <a:gd name="connsiteY105" fmla="*/ 5605052 h 5753325"/>
              <a:gd name="connsiteX106" fmla="*/ 728871 w 6459988"/>
              <a:gd name="connsiteY106" fmla="*/ 5589469 h 5753325"/>
              <a:gd name="connsiteX107" fmla="*/ 671898 w 6459988"/>
              <a:gd name="connsiteY107" fmla="*/ 5602363 h 5753325"/>
              <a:gd name="connsiteX108" fmla="*/ 615065 w 6459988"/>
              <a:gd name="connsiteY108" fmla="*/ 5580257 h 5753325"/>
              <a:gd name="connsiteX109" fmla="*/ 355785 w 6459988"/>
              <a:gd name="connsiteY109" fmla="*/ 5514383 h 5753325"/>
              <a:gd name="connsiteX110" fmla="*/ 102269 w 6459988"/>
              <a:gd name="connsiteY110" fmla="*/ 5524347 h 5753325"/>
              <a:gd name="connsiteX111" fmla="*/ 13160 w 6459988"/>
              <a:gd name="connsiteY111" fmla="*/ 5514159 h 5753325"/>
              <a:gd name="connsiteX112" fmla="*/ 0 w 6459988"/>
              <a:gd name="connsiteY112" fmla="*/ 5511735 h 5753325"/>
              <a:gd name="connsiteX113" fmla="*/ 0 w 6459988"/>
              <a:gd name="connsiteY113" fmla="*/ 0 h 5753325"/>
              <a:gd name="connsiteX0" fmla="*/ 0 w 6459988"/>
              <a:gd name="connsiteY0" fmla="*/ 0 h 5753325"/>
              <a:gd name="connsiteX1" fmla="*/ 6438980 w 6459988"/>
              <a:gd name="connsiteY1" fmla="*/ 0 h 5753325"/>
              <a:gd name="connsiteX2" fmla="*/ 6439047 w 6459988"/>
              <a:gd name="connsiteY2" fmla="*/ 147 h 5753325"/>
              <a:gd name="connsiteX3" fmla="*/ 6443456 w 6459988"/>
              <a:gd name="connsiteY3" fmla="*/ 130105 h 5753325"/>
              <a:gd name="connsiteX4" fmla="*/ 6447632 w 6459988"/>
              <a:gd name="connsiteY4" fmla="*/ 170016 h 5753325"/>
              <a:gd name="connsiteX5" fmla="*/ 6396598 w 6459988"/>
              <a:gd name="connsiteY5" fmla="*/ 274847 h 5753325"/>
              <a:gd name="connsiteX6" fmla="*/ 6375685 w 6459988"/>
              <a:gd name="connsiteY6" fmla="*/ 535865 h 5753325"/>
              <a:gd name="connsiteX7" fmla="*/ 6354187 w 6459988"/>
              <a:gd name="connsiteY7" fmla="*/ 615799 h 5753325"/>
              <a:gd name="connsiteX8" fmla="*/ 6459988 w 6459988"/>
              <a:gd name="connsiteY8" fmla="*/ 707628 h 5753325"/>
              <a:gd name="connsiteX9" fmla="*/ 6344988 w 6459988"/>
              <a:gd name="connsiteY9" fmla="*/ 697330 h 5753325"/>
              <a:gd name="connsiteX10" fmla="*/ 6447445 w 6459988"/>
              <a:gd name="connsiteY10" fmla="*/ 780003 h 5753325"/>
              <a:gd name="connsiteX11" fmla="*/ 6426552 w 6459988"/>
              <a:gd name="connsiteY11" fmla="*/ 845805 h 5753325"/>
              <a:gd name="connsiteX12" fmla="*/ 6434072 w 6459988"/>
              <a:gd name="connsiteY12" fmla="*/ 910733 h 5753325"/>
              <a:gd name="connsiteX13" fmla="*/ 6432570 w 6459988"/>
              <a:gd name="connsiteY13" fmla="*/ 983394 h 5753325"/>
              <a:gd name="connsiteX14" fmla="*/ 6431878 w 6459988"/>
              <a:gd name="connsiteY14" fmla="*/ 1026728 h 5753325"/>
              <a:gd name="connsiteX15" fmla="*/ 6414269 w 6459988"/>
              <a:gd name="connsiteY15" fmla="*/ 1151111 h 5753325"/>
              <a:gd name="connsiteX16" fmla="*/ 6371722 w 6459988"/>
              <a:gd name="connsiteY16" fmla="*/ 1318080 h 5753325"/>
              <a:gd name="connsiteX17" fmla="*/ 6356023 w 6459988"/>
              <a:gd name="connsiteY17" fmla="*/ 1356227 h 5753325"/>
              <a:gd name="connsiteX18" fmla="*/ 6356157 w 6459988"/>
              <a:gd name="connsiteY18" fmla="*/ 1361967 h 5753325"/>
              <a:gd name="connsiteX19" fmla="*/ 6350613 w 6459988"/>
              <a:gd name="connsiteY19" fmla="*/ 1393569 h 5753325"/>
              <a:gd name="connsiteX20" fmla="*/ 6357062 w 6459988"/>
              <a:gd name="connsiteY20" fmla="*/ 1444071 h 5753325"/>
              <a:gd name="connsiteX21" fmla="*/ 6364832 w 6459988"/>
              <a:gd name="connsiteY21" fmla="*/ 1478763 h 5753325"/>
              <a:gd name="connsiteX22" fmla="*/ 6369745 w 6459988"/>
              <a:gd name="connsiteY22" fmla="*/ 1495680 h 5753325"/>
              <a:gd name="connsiteX23" fmla="*/ 6370898 w 6459988"/>
              <a:gd name="connsiteY23" fmla="*/ 1513331 h 5753325"/>
              <a:gd name="connsiteX24" fmla="*/ 6368801 w 6459988"/>
              <a:gd name="connsiteY24" fmla="*/ 1527414 h 5753325"/>
              <a:gd name="connsiteX25" fmla="*/ 6359177 w 6459988"/>
              <a:gd name="connsiteY25" fmla="*/ 1639513 h 5753325"/>
              <a:gd name="connsiteX26" fmla="*/ 6299489 w 6459988"/>
              <a:gd name="connsiteY26" fmla="*/ 1784860 h 5753325"/>
              <a:gd name="connsiteX27" fmla="*/ 6267878 w 6459988"/>
              <a:gd name="connsiteY27" fmla="*/ 1858572 h 5753325"/>
              <a:gd name="connsiteX28" fmla="*/ 6251146 w 6459988"/>
              <a:gd name="connsiteY28" fmla="*/ 1926167 h 5753325"/>
              <a:gd name="connsiteX29" fmla="*/ 6210686 w 6459988"/>
              <a:gd name="connsiteY29" fmla="*/ 2014834 h 5753325"/>
              <a:gd name="connsiteX30" fmla="*/ 6106652 w 6459988"/>
              <a:gd name="connsiteY30" fmla="*/ 2150572 h 5753325"/>
              <a:gd name="connsiteX31" fmla="*/ 6097813 w 6459988"/>
              <a:gd name="connsiteY31" fmla="*/ 2172208 h 5753325"/>
              <a:gd name="connsiteX32" fmla="*/ 6095990 w 6459988"/>
              <a:gd name="connsiteY32" fmla="*/ 2181185 h 5753325"/>
              <a:gd name="connsiteX33" fmla="*/ 6090126 w 6459988"/>
              <a:gd name="connsiteY33" fmla="*/ 2192533 h 5753325"/>
              <a:gd name="connsiteX34" fmla="*/ 6089503 w 6459988"/>
              <a:gd name="connsiteY34" fmla="*/ 2192543 h 5753325"/>
              <a:gd name="connsiteX35" fmla="*/ 6084946 w 6459988"/>
              <a:gd name="connsiteY35" fmla="*/ 2203694 h 5753325"/>
              <a:gd name="connsiteX36" fmla="*/ 5987861 w 6459988"/>
              <a:gd name="connsiteY36" fmla="*/ 2304868 h 5753325"/>
              <a:gd name="connsiteX37" fmla="*/ 5973439 w 6459988"/>
              <a:gd name="connsiteY37" fmla="*/ 2385635 h 5753325"/>
              <a:gd name="connsiteX38" fmla="*/ 5916727 w 6459988"/>
              <a:gd name="connsiteY38" fmla="*/ 2458777 h 5753325"/>
              <a:gd name="connsiteX39" fmla="*/ 5856524 w 6459988"/>
              <a:gd name="connsiteY39" fmla="*/ 2583281 h 5753325"/>
              <a:gd name="connsiteX40" fmla="*/ 5838091 w 6459988"/>
              <a:gd name="connsiteY40" fmla="*/ 2753474 h 5753325"/>
              <a:gd name="connsiteX41" fmla="*/ 5777471 w 6459988"/>
              <a:gd name="connsiteY41" fmla="*/ 2901570 h 5753325"/>
              <a:gd name="connsiteX42" fmla="*/ 5723992 w 6459988"/>
              <a:gd name="connsiteY42" fmla="*/ 2998752 h 5753325"/>
              <a:gd name="connsiteX43" fmla="*/ 5557886 w 6459988"/>
              <a:gd name="connsiteY43" fmla="*/ 3329735 h 5753325"/>
              <a:gd name="connsiteX44" fmla="*/ 5471501 w 6459988"/>
              <a:gd name="connsiteY44" fmla="*/ 3462221 h 5753325"/>
              <a:gd name="connsiteX45" fmla="*/ 5465154 w 6459988"/>
              <a:gd name="connsiteY45" fmla="*/ 3541065 h 5753325"/>
              <a:gd name="connsiteX46" fmla="*/ 5437889 w 6459988"/>
              <a:gd name="connsiteY46" fmla="*/ 3559927 h 5753325"/>
              <a:gd name="connsiteX47" fmla="*/ 5432770 w 6459988"/>
              <a:gd name="connsiteY47" fmla="*/ 3562948 h 5753325"/>
              <a:gd name="connsiteX48" fmla="*/ 5406795 w 6459988"/>
              <a:gd name="connsiteY48" fmla="*/ 3578594 h 5753325"/>
              <a:gd name="connsiteX49" fmla="*/ 5381495 w 6459988"/>
              <a:gd name="connsiteY49" fmla="*/ 3599883 h 5753325"/>
              <a:gd name="connsiteX50" fmla="*/ 5363689 w 6459988"/>
              <a:gd name="connsiteY50" fmla="*/ 3633299 h 5753325"/>
              <a:gd name="connsiteX51" fmla="*/ 5291870 w 6459988"/>
              <a:gd name="connsiteY51" fmla="*/ 3799039 h 5753325"/>
              <a:gd name="connsiteX52" fmla="*/ 5241600 w 6459988"/>
              <a:gd name="connsiteY52" fmla="*/ 3894238 h 5753325"/>
              <a:gd name="connsiteX53" fmla="*/ 5211041 w 6459988"/>
              <a:gd name="connsiteY53" fmla="*/ 3924184 h 5753325"/>
              <a:gd name="connsiteX54" fmla="*/ 5176073 w 6459988"/>
              <a:gd name="connsiteY54" fmla="*/ 3970179 h 5753325"/>
              <a:gd name="connsiteX55" fmla="*/ 5172826 w 6459988"/>
              <a:gd name="connsiteY55" fmla="*/ 3991773 h 5753325"/>
              <a:gd name="connsiteX56" fmla="*/ 5157053 w 6459988"/>
              <a:gd name="connsiteY56" fmla="*/ 3997708 h 5753325"/>
              <a:gd name="connsiteX57" fmla="*/ 5127922 w 6459988"/>
              <a:gd name="connsiteY57" fmla="*/ 4022660 h 5753325"/>
              <a:gd name="connsiteX58" fmla="*/ 5020872 w 6459988"/>
              <a:gd name="connsiteY58" fmla="*/ 4075951 h 5753325"/>
              <a:gd name="connsiteX59" fmla="*/ 4991410 w 6459988"/>
              <a:gd name="connsiteY59" fmla="*/ 4087598 h 5753325"/>
              <a:gd name="connsiteX60" fmla="*/ 4930112 w 6459988"/>
              <a:gd name="connsiteY60" fmla="*/ 4138459 h 5753325"/>
              <a:gd name="connsiteX61" fmla="*/ 4834224 w 6459988"/>
              <a:gd name="connsiteY61" fmla="*/ 4231643 h 5753325"/>
              <a:gd name="connsiteX62" fmla="*/ 4812599 w 6459988"/>
              <a:gd name="connsiteY62" fmla="*/ 4249449 h 5753325"/>
              <a:gd name="connsiteX63" fmla="*/ 4789188 w 6459988"/>
              <a:gd name="connsiteY63" fmla="*/ 4256678 h 5753325"/>
              <a:gd name="connsiteX64" fmla="*/ 4779554 w 6459988"/>
              <a:gd name="connsiteY64" fmla="*/ 4251313 h 5753325"/>
              <a:gd name="connsiteX65" fmla="*/ 4766885 w 6459988"/>
              <a:gd name="connsiteY65" fmla="*/ 4259812 h 5753325"/>
              <a:gd name="connsiteX66" fmla="*/ 4762510 w 6459988"/>
              <a:gd name="connsiteY66" fmla="*/ 4260383 h 5753325"/>
              <a:gd name="connsiteX67" fmla="*/ 4738416 w 6459988"/>
              <a:gd name="connsiteY67" fmla="*/ 4265355 h 5753325"/>
              <a:gd name="connsiteX68" fmla="*/ 4712007 w 6459988"/>
              <a:gd name="connsiteY68" fmla="*/ 4317892 h 5753325"/>
              <a:gd name="connsiteX69" fmla="*/ 4658930 w 6459988"/>
              <a:gd name="connsiteY69" fmla="*/ 4348041 h 5753325"/>
              <a:gd name="connsiteX70" fmla="*/ 4443526 w 6459988"/>
              <a:gd name="connsiteY70" fmla="*/ 4507851 h 5753325"/>
              <a:gd name="connsiteX71" fmla="*/ 4289766 w 6459988"/>
              <a:gd name="connsiteY71" fmla="*/ 4711450 h 5753325"/>
              <a:gd name="connsiteX72" fmla="*/ 4150870 w 6459988"/>
              <a:gd name="connsiteY72" fmla="*/ 4818480 h 5753325"/>
              <a:gd name="connsiteX73" fmla="*/ 4006639 w 6459988"/>
              <a:gd name="connsiteY73" fmla="*/ 4933815 h 5753325"/>
              <a:gd name="connsiteX74" fmla="*/ 3298210 w 6459988"/>
              <a:gd name="connsiteY74" fmla="*/ 5070790 h 5753325"/>
              <a:gd name="connsiteX75" fmla="*/ 2947678 w 6459988"/>
              <a:gd name="connsiteY75" fmla="*/ 5117869 h 5753325"/>
              <a:gd name="connsiteX76" fmla="*/ 2822169 w 6459988"/>
              <a:gd name="connsiteY76" fmla="*/ 5129396 h 5753325"/>
              <a:gd name="connsiteX77" fmla="*/ 2538773 w 6459988"/>
              <a:gd name="connsiteY77" fmla="*/ 5313397 h 5753325"/>
              <a:gd name="connsiteX78" fmla="*/ 2014500 w 6459988"/>
              <a:gd name="connsiteY78" fmla="*/ 5519744 h 5753325"/>
              <a:gd name="connsiteX79" fmla="*/ 1934391 w 6459988"/>
              <a:gd name="connsiteY79" fmla="*/ 5591335 h 5753325"/>
              <a:gd name="connsiteX80" fmla="*/ 1892550 w 6459988"/>
              <a:gd name="connsiteY80" fmla="*/ 5649708 h 5753325"/>
              <a:gd name="connsiteX81" fmla="*/ 1854769 w 6459988"/>
              <a:gd name="connsiteY81" fmla="*/ 5647691 h 5753325"/>
              <a:gd name="connsiteX82" fmla="*/ 1809461 w 6459988"/>
              <a:gd name="connsiteY82" fmla="*/ 5648628 h 5753325"/>
              <a:gd name="connsiteX83" fmla="*/ 1745150 w 6459988"/>
              <a:gd name="connsiteY83" fmla="*/ 5693879 h 5753325"/>
              <a:gd name="connsiteX84" fmla="*/ 1713375 w 6459988"/>
              <a:gd name="connsiteY84" fmla="*/ 5684672 h 5753325"/>
              <a:gd name="connsiteX85" fmla="*/ 1707808 w 6459988"/>
              <a:gd name="connsiteY85" fmla="*/ 5682611 h 5753325"/>
              <a:gd name="connsiteX86" fmla="*/ 1679313 w 6459988"/>
              <a:gd name="connsiteY86" fmla="*/ 5672360 h 5753325"/>
              <a:gd name="connsiteX87" fmla="*/ 1646933 w 6459988"/>
              <a:gd name="connsiteY87" fmla="*/ 5666227 h 5753325"/>
              <a:gd name="connsiteX88" fmla="*/ 1610055 w 6459988"/>
              <a:gd name="connsiteY88" fmla="*/ 5673643 h 5753325"/>
              <a:gd name="connsiteX89" fmla="*/ 1437641 w 6459988"/>
              <a:gd name="connsiteY89" fmla="*/ 5723266 h 5753325"/>
              <a:gd name="connsiteX90" fmla="*/ 1332869 w 6459988"/>
              <a:gd name="connsiteY90" fmla="*/ 5744752 h 5753325"/>
              <a:gd name="connsiteX91" fmla="*/ 1290525 w 6459988"/>
              <a:gd name="connsiteY91" fmla="*/ 5740036 h 5753325"/>
              <a:gd name="connsiteX92" fmla="*/ 1233107 w 6459988"/>
              <a:gd name="connsiteY92" fmla="*/ 5742106 h 5753325"/>
              <a:gd name="connsiteX93" fmla="*/ 1214532 w 6459988"/>
              <a:gd name="connsiteY93" fmla="*/ 5753325 h 5753325"/>
              <a:gd name="connsiteX94" fmla="*/ 1199955 w 6459988"/>
              <a:gd name="connsiteY94" fmla="*/ 5744831 h 5753325"/>
              <a:gd name="connsiteX95" fmla="*/ 1162337 w 6459988"/>
              <a:gd name="connsiteY95" fmla="*/ 5738048 h 5753325"/>
              <a:gd name="connsiteX96" fmla="*/ 1053457 w 6459988"/>
              <a:gd name="connsiteY96" fmla="*/ 5688676 h 5753325"/>
              <a:gd name="connsiteX97" fmla="*/ 1025798 w 6459988"/>
              <a:gd name="connsiteY97" fmla="*/ 5673166 h 5753325"/>
              <a:gd name="connsiteX98" fmla="*/ 947900 w 6459988"/>
              <a:gd name="connsiteY98" fmla="*/ 5657848 h 5753325"/>
              <a:gd name="connsiteX99" fmla="*/ 815627 w 6459988"/>
              <a:gd name="connsiteY99" fmla="*/ 5642557 h 5753325"/>
              <a:gd name="connsiteX100" fmla="*/ 788251 w 6459988"/>
              <a:gd name="connsiteY100" fmla="*/ 5637065 h 5753325"/>
              <a:gd name="connsiteX101" fmla="*/ 767822 w 6459988"/>
              <a:gd name="connsiteY101" fmla="*/ 5623450 h 5753325"/>
              <a:gd name="connsiteX102" fmla="*/ 765791 w 6459988"/>
              <a:gd name="connsiteY102" fmla="*/ 5612539 h 5753325"/>
              <a:gd name="connsiteX103" fmla="*/ 751230 w 6459988"/>
              <a:gd name="connsiteY103" fmla="*/ 5608092 h 5753325"/>
              <a:gd name="connsiteX104" fmla="*/ 748008 w 6459988"/>
              <a:gd name="connsiteY104" fmla="*/ 5605052 h 5753325"/>
              <a:gd name="connsiteX105" fmla="*/ 728871 w 6459988"/>
              <a:gd name="connsiteY105" fmla="*/ 5589469 h 5753325"/>
              <a:gd name="connsiteX106" fmla="*/ 671898 w 6459988"/>
              <a:gd name="connsiteY106" fmla="*/ 5602363 h 5753325"/>
              <a:gd name="connsiteX107" fmla="*/ 615065 w 6459988"/>
              <a:gd name="connsiteY107" fmla="*/ 5580257 h 5753325"/>
              <a:gd name="connsiteX108" fmla="*/ 355785 w 6459988"/>
              <a:gd name="connsiteY108" fmla="*/ 5514383 h 5753325"/>
              <a:gd name="connsiteX109" fmla="*/ 102269 w 6459988"/>
              <a:gd name="connsiteY109" fmla="*/ 5524347 h 5753325"/>
              <a:gd name="connsiteX110" fmla="*/ 13160 w 6459988"/>
              <a:gd name="connsiteY110" fmla="*/ 5514159 h 5753325"/>
              <a:gd name="connsiteX111" fmla="*/ 0 w 6459988"/>
              <a:gd name="connsiteY111" fmla="*/ 5511735 h 5753325"/>
              <a:gd name="connsiteX112" fmla="*/ 0 w 6459988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447445 w 6447632"/>
              <a:gd name="connsiteY10" fmla="*/ 780003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75685 w 6447632"/>
              <a:gd name="connsiteY6" fmla="*/ 535865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426552 w 6447632"/>
              <a:gd name="connsiteY11" fmla="*/ 845805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414269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31878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32570 w 6447632"/>
              <a:gd name="connsiteY13" fmla="*/ 983394 h 5753325"/>
              <a:gd name="connsiteX14" fmla="*/ 6405877 w 6447632"/>
              <a:gd name="connsiteY14" fmla="*/ 1026728 h 5753325"/>
              <a:gd name="connsiteX15" fmla="*/ 6362266 w 6447632"/>
              <a:gd name="connsiteY15" fmla="*/ 1151111 h 5753325"/>
              <a:gd name="connsiteX16" fmla="*/ 6371722 w 6447632"/>
              <a:gd name="connsiteY16" fmla="*/ 1318080 h 5753325"/>
              <a:gd name="connsiteX17" fmla="*/ 6356023 w 6447632"/>
              <a:gd name="connsiteY17" fmla="*/ 1356227 h 5753325"/>
              <a:gd name="connsiteX18" fmla="*/ 6356157 w 6447632"/>
              <a:gd name="connsiteY18" fmla="*/ 1361967 h 5753325"/>
              <a:gd name="connsiteX19" fmla="*/ 6350613 w 6447632"/>
              <a:gd name="connsiteY19" fmla="*/ 1393569 h 5753325"/>
              <a:gd name="connsiteX20" fmla="*/ 6357062 w 6447632"/>
              <a:gd name="connsiteY20" fmla="*/ 1444071 h 5753325"/>
              <a:gd name="connsiteX21" fmla="*/ 6364832 w 6447632"/>
              <a:gd name="connsiteY21" fmla="*/ 1478763 h 5753325"/>
              <a:gd name="connsiteX22" fmla="*/ 6369745 w 6447632"/>
              <a:gd name="connsiteY22" fmla="*/ 1495680 h 5753325"/>
              <a:gd name="connsiteX23" fmla="*/ 6370898 w 6447632"/>
              <a:gd name="connsiteY23" fmla="*/ 1513331 h 5753325"/>
              <a:gd name="connsiteX24" fmla="*/ 6368801 w 6447632"/>
              <a:gd name="connsiteY24" fmla="*/ 1527414 h 5753325"/>
              <a:gd name="connsiteX25" fmla="*/ 6359177 w 6447632"/>
              <a:gd name="connsiteY25" fmla="*/ 1639513 h 5753325"/>
              <a:gd name="connsiteX26" fmla="*/ 6299489 w 6447632"/>
              <a:gd name="connsiteY26" fmla="*/ 1784860 h 5753325"/>
              <a:gd name="connsiteX27" fmla="*/ 6267878 w 6447632"/>
              <a:gd name="connsiteY27" fmla="*/ 1858572 h 5753325"/>
              <a:gd name="connsiteX28" fmla="*/ 6251146 w 6447632"/>
              <a:gd name="connsiteY28" fmla="*/ 1926167 h 5753325"/>
              <a:gd name="connsiteX29" fmla="*/ 6210686 w 6447632"/>
              <a:gd name="connsiteY29" fmla="*/ 2014834 h 5753325"/>
              <a:gd name="connsiteX30" fmla="*/ 6106652 w 6447632"/>
              <a:gd name="connsiteY30" fmla="*/ 2150572 h 5753325"/>
              <a:gd name="connsiteX31" fmla="*/ 6097813 w 6447632"/>
              <a:gd name="connsiteY31" fmla="*/ 2172208 h 5753325"/>
              <a:gd name="connsiteX32" fmla="*/ 6095990 w 6447632"/>
              <a:gd name="connsiteY32" fmla="*/ 2181185 h 5753325"/>
              <a:gd name="connsiteX33" fmla="*/ 6090126 w 6447632"/>
              <a:gd name="connsiteY33" fmla="*/ 2192533 h 5753325"/>
              <a:gd name="connsiteX34" fmla="*/ 6089503 w 6447632"/>
              <a:gd name="connsiteY34" fmla="*/ 2192543 h 5753325"/>
              <a:gd name="connsiteX35" fmla="*/ 6084946 w 6447632"/>
              <a:gd name="connsiteY35" fmla="*/ 2203694 h 5753325"/>
              <a:gd name="connsiteX36" fmla="*/ 5987861 w 6447632"/>
              <a:gd name="connsiteY36" fmla="*/ 2304868 h 5753325"/>
              <a:gd name="connsiteX37" fmla="*/ 5973439 w 6447632"/>
              <a:gd name="connsiteY37" fmla="*/ 2385635 h 5753325"/>
              <a:gd name="connsiteX38" fmla="*/ 5916727 w 6447632"/>
              <a:gd name="connsiteY38" fmla="*/ 2458777 h 5753325"/>
              <a:gd name="connsiteX39" fmla="*/ 5856524 w 6447632"/>
              <a:gd name="connsiteY39" fmla="*/ 2583281 h 5753325"/>
              <a:gd name="connsiteX40" fmla="*/ 5838091 w 6447632"/>
              <a:gd name="connsiteY40" fmla="*/ 2753474 h 5753325"/>
              <a:gd name="connsiteX41" fmla="*/ 5777471 w 6447632"/>
              <a:gd name="connsiteY41" fmla="*/ 2901570 h 5753325"/>
              <a:gd name="connsiteX42" fmla="*/ 5723992 w 6447632"/>
              <a:gd name="connsiteY42" fmla="*/ 2998752 h 5753325"/>
              <a:gd name="connsiteX43" fmla="*/ 5557886 w 6447632"/>
              <a:gd name="connsiteY43" fmla="*/ 3329735 h 5753325"/>
              <a:gd name="connsiteX44" fmla="*/ 5471501 w 6447632"/>
              <a:gd name="connsiteY44" fmla="*/ 3462221 h 5753325"/>
              <a:gd name="connsiteX45" fmla="*/ 5465154 w 6447632"/>
              <a:gd name="connsiteY45" fmla="*/ 3541065 h 5753325"/>
              <a:gd name="connsiteX46" fmla="*/ 5437889 w 6447632"/>
              <a:gd name="connsiteY46" fmla="*/ 3559927 h 5753325"/>
              <a:gd name="connsiteX47" fmla="*/ 5432770 w 6447632"/>
              <a:gd name="connsiteY47" fmla="*/ 3562948 h 5753325"/>
              <a:gd name="connsiteX48" fmla="*/ 5406795 w 6447632"/>
              <a:gd name="connsiteY48" fmla="*/ 3578594 h 5753325"/>
              <a:gd name="connsiteX49" fmla="*/ 5381495 w 6447632"/>
              <a:gd name="connsiteY49" fmla="*/ 3599883 h 5753325"/>
              <a:gd name="connsiteX50" fmla="*/ 5363689 w 6447632"/>
              <a:gd name="connsiteY50" fmla="*/ 3633299 h 5753325"/>
              <a:gd name="connsiteX51" fmla="*/ 5291870 w 6447632"/>
              <a:gd name="connsiteY51" fmla="*/ 3799039 h 5753325"/>
              <a:gd name="connsiteX52" fmla="*/ 5241600 w 6447632"/>
              <a:gd name="connsiteY52" fmla="*/ 3894238 h 5753325"/>
              <a:gd name="connsiteX53" fmla="*/ 5211041 w 6447632"/>
              <a:gd name="connsiteY53" fmla="*/ 3924184 h 5753325"/>
              <a:gd name="connsiteX54" fmla="*/ 5176073 w 6447632"/>
              <a:gd name="connsiteY54" fmla="*/ 3970179 h 5753325"/>
              <a:gd name="connsiteX55" fmla="*/ 5172826 w 6447632"/>
              <a:gd name="connsiteY55" fmla="*/ 3991773 h 5753325"/>
              <a:gd name="connsiteX56" fmla="*/ 5157053 w 6447632"/>
              <a:gd name="connsiteY56" fmla="*/ 3997708 h 5753325"/>
              <a:gd name="connsiteX57" fmla="*/ 5127922 w 6447632"/>
              <a:gd name="connsiteY57" fmla="*/ 4022660 h 5753325"/>
              <a:gd name="connsiteX58" fmla="*/ 5020872 w 6447632"/>
              <a:gd name="connsiteY58" fmla="*/ 4075951 h 5753325"/>
              <a:gd name="connsiteX59" fmla="*/ 4991410 w 6447632"/>
              <a:gd name="connsiteY59" fmla="*/ 4087598 h 5753325"/>
              <a:gd name="connsiteX60" fmla="*/ 4930112 w 6447632"/>
              <a:gd name="connsiteY60" fmla="*/ 4138459 h 5753325"/>
              <a:gd name="connsiteX61" fmla="*/ 4834224 w 6447632"/>
              <a:gd name="connsiteY61" fmla="*/ 4231643 h 5753325"/>
              <a:gd name="connsiteX62" fmla="*/ 4812599 w 6447632"/>
              <a:gd name="connsiteY62" fmla="*/ 4249449 h 5753325"/>
              <a:gd name="connsiteX63" fmla="*/ 4789188 w 6447632"/>
              <a:gd name="connsiteY63" fmla="*/ 4256678 h 5753325"/>
              <a:gd name="connsiteX64" fmla="*/ 4779554 w 6447632"/>
              <a:gd name="connsiteY64" fmla="*/ 4251313 h 5753325"/>
              <a:gd name="connsiteX65" fmla="*/ 4766885 w 6447632"/>
              <a:gd name="connsiteY65" fmla="*/ 4259812 h 5753325"/>
              <a:gd name="connsiteX66" fmla="*/ 4762510 w 6447632"/>
              <a:gd name="connsiteY66" fmla="*/ 4260383 h 5753325"/>
              <a:gd name="connsiteX67" fmla="*/ 4738416 w 6447632"/>
              <a:gd name="connsiteY67" fmla="*/ 4265355 h 5753325"/>
              <a:gd name="connsiteX68" fmla="*/ 4712007 w 6447632"/>
              <a:gd name="connsiteY68" fmla="*/ 4317892 h 5753325"/>
              <a:gd name="connsiteX69" fmla="*/ 4658930 w 6447632"/>
              <a:gd name="connsiteY69" fmla="*/ 4348041 h 5753325"/>
              <a:gd name="connsiteX70" fmla="*/ 4443526 w 6447632"/>
              <a:gd name="connsiteY70" fmla="*/ 4507851 h 5753325"/>
              <a:gd name="connsiteX71" fmla="*/ 4289766 w 6447632"/>
              <a:gd name="connsiteY71" fmla="*/ 4711450 h 5753325"/>
              <a:gd name="connsiteX72" fmla="*/ 4150870 w 6447632"/>
              <a:gd name="connsiteY72" fmla="*/ 4818480 h 5753325"/>
              <a:gd name="connsiteX73" fmla="*/ 4006639 w 6447632"/>
              <a:gd name="connsiteY73" fmla="*/ 4933815 h 5753325"/>
              <a:gd name="connsiteX74" fmla="*/ 3298210 w 6447632"/>
              <a:gd name="connsiteY74" fmla="*/ 5070790 h 5753325"/>
              <a:gd name="connsiteX75" fmla="*/ 2947678 w 6447632"/>
              <a:gd name="connsiteY75" fmla="*/ 5117869 h 5753325"/>
              <a:gd name="connsiteX76" fmla="*/ 2822169 w 6447632"/>
              <a:gd name="connsiteY76" fmla="*/ 5129396 h 5753325"/>
              <a:gd name="connsiteX77" fmla="*/ 2538773 w 6447632"/>
              <a:gd name="connsiteY77" fmla="*/ 5313397 h 5753325"/>
              <a:gd name="connsiteX78" fmla="*/ 2014500 w 6447632"/>
              <a:gd name="connsiteY78" fmla="*/ 5519744 h 5753325"/>
              <a:gd name="connsiteX79" fmla="*/ 1934391 w 6447632"/>
              <a:gd name="connsiteY79" fmla="*/ 5591335 h 5753325"/>
              <a:gd name="connsiteX80" fmla="*/ 1892550 w 6447632"/>
              <a:gd name="connsiteY80" fmla="*/ 5649708 h 5753325"/>
              <a:gd name="connsiteX81" fmla="*/ 1854769 w 6447632"/>
              <a:gd name="connsiteY81" fmla="*/ 5647691 h 5753325"/>
              <a:gd name="connsiteX82" fmla="*/ 1809461 w 6447632"/>
              <a:gd name="connsiteY82" fmla="*/ 5648628 h 5753325"/>
              <a:gd name="connsiteX83" fmla="*/ 1745150 w 6447632"/>
              <a:gd name="connsiteY83" fmla="*/ 5693879 h 5753325"/>
              <a:gd name="connsiteX84" fmla="*/ 1713375 w 6447632"/>
              <a:gd name="connsiteY84" fmla="*/ 5684672 h 5753325"/>
              <a:gd name="connsiteX85" fmla="*/ 1707808 w 6447632"/>
              <a:gd name="connsiteY85" fmla="*/ 5682611 h 5753325"/>
              <a:gd name="connsiteX86" fmla="*/ 1679313 w 6447632"/>
              <a:gd name="connsiteY86" fmla="*/ 5672360 h 5753325"/>
              <a:gd name="connsiteX87" fmla="*/ 1646933 w 6447632"/>
              <a:gd name="connsiteY87" fmla="*/ 5666227 h 5753325"/>
              <a:gd name="connsiteX88" fmla="*/ 1610055 w 6447632"/>
              <a:gd name="connsiteY88" fmla="*/ 5673643 h 5753325"/>
              <a:gd name="connsiteX89" fmla="*/ 1437641 w 6447632"/>
              <a:gd name="connsiteY89" fmla="*/ 5723266 h 5753325"/>
              <a:gd name="connsiteX90" fmla="*/ 1332869 w 6447632"/>
              <a:gd name="connsiteY90" fmla="*/ 5744752 h 5753325"/>
              <a:gd name="connsiteX91" fmla="*/ 1290525 w 6447632"/>
              <a:gd name="connsiteY91" fmla="*/ 5740036 h 5753325"/>
              <a:gd name="connsiteX92" fmla="*/ 1233107 w 6447632"/>
              <a:gd name="connsiteY92" fmla="*/ 5742106 h 5753325"/>
              <a:gd name="connsiteX93" fmla="*/ 1214532 w 6447632"/>
              <a:gd name="connsiteY93" fmla="*/ 5753325 h 5753325"/>
              <a:gd name="connsiteX94" fmla="*/ 1199955 w 6447632"/>
              <a:gd name="connsiteY94" fmla="*/ 5744831 h 5753325"/>
              <a:gd name="connsiteX95" fmla="*/ 1162337 w 6447632"/>
              <a:gd name="connsiteY95" fmla="*/ 5738048 h 5753325"/>
              <a:gd name="connsiteX96" fmla="*/ 1053457 w 6447632"/>
              <a:gd name="connsiteY96" fmla="*/ 5688676 h 5753325"/>
              <a:gd name="connsiteX97" fmla="*/ 1025798 w 6447632"/>
              <a:gd name="connsiteY97" fmla="*/ 5673166 h 5753325"/>
              <a:gd name="connsiteX98" fmla="*/ 947900 w 6447632"/>
              <a:gd name="connsiteY98" fmla="*/ 5657848 h 5753325"/>
              <a:gd name="connsiteX99" fmla="*/ 815627 w 6447632"/>
              <a:gd name="connsiteY99" fmla="*/ 5642557 h 5753325"/>
              <a:gd name="connsiteX100" fmla="*/ 788251 w 6447632"/>
              <a:gd name="connsiteY100" fmla="*/ 5637065 h 5753325"/>
              <a:gd name="connsiteX101" fmla="*/ 767822 w 6447632"/>
              <a:gd name="connsiteY101" fmla="*/ 5623450 h 5753325"/>
              <a:gd name="connsiteX102" fmla="*/ 765791 w 6447632"/>
              <a:gd name="connsiteY102" fmla="*/ 5612539 h 5753325"/>
              <a:gd name="connsiteX103" fmla="*/ 751230 w 6447632"/>
              <a:gd name="connsiteY103" fmla="*/ 5608092 h 5753325"/>
              <a:gd name="connsiteX104" fmla="*/ 748008 w 6447632"/>
              <a:gd name="connsiteY104" fmla="*/ 5605052 h 5753325"/>
              <a:gd name="connsiteX105" fmla="*/ 728871 w 6447632"/>
              <a:gd name="connsiteY105" fmla="*/ 5589469 h 5753325"/>
              <a:gd name="connsiteX106" fmla="*/ 671898 w 6447632"/>
              <a:gd name="connsiteY106" fmla="*/ 5602363 h 5753325"/>
              <a:gd name="connsiteX107" fmla="*/ 615065 w 6447632"/>
              <a:gd name="connsiteY107" fmla="*/ 5580257 h 5753325"/>
              <a:gd name="connsiteX108" fmla="*/ 355785 w 6447632"/>
              <a:gd name="connsiteY108" fmla="*/ 5514383 h 5753325"/>
              <a:gd name="connsiteX109" fmla="*/ 102269 w 6447632"/>
              <a:gd name="connsiteY109" fmla="*/ 5524347 h 5753325"/>
              <a:gd name="connsiteX110" fmla="*/ 13160 w 6447632"/>
              <a:gd name="connsiteY110" fmla="*/ 5514159 h 5753325"/>
              <a:gd name="connsiteX111" fmla="*/ 0 w 6447632"/>
              <a:gd name="connsiteY111" fmla="*/ 5511735 h 5753325"/>
              <a:gd name="connsiteX112" fmla="*/ 0 w 6447632"/>
              <a:gd name="connsiteY112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434072 w 6447632"/>
              <a:gd name="connsiteY12" fmla="*/ 910733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405877 w 6447632"/>
              <a:gd name="connsiteY13" fmla="*/ 1026728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71501 w 6447632"/>
              <a:gd name="connsiteY43" fmla="*/ 3462221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5154 w 6447632"/>
              <a:gd name="connsiteY44" fmla="*/ 3541065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29735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723992 w 6447632"/>
              <a:gd name="connsiteY41" fmla="*/ 2998752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77471 w 6447632"/>
              <a:gd name="connsiteY40" fmla="*/ 2901570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59177 w 6447632"/>
              <a:gd name="connsiteY24" fmla="*/ 1639513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68801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71722 w 6447632"/>
              <a:gd name="connsiteY15" fmla="*/ 1318080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62266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45206 w 6447632"/>
              <a:gd name="connsiteY13" fmla="*/ 1018060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54187 w 6447632"/>
              <a:gd name="connsiteY7" fmla="*/ 615799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58350 w 6447632"/>
              <a:gd name="connsiteY6" fmla="*/ 492529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344988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41532 w 6447632"/>
              <a:gd name="connsiteY14" fmla="*/ 1151111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34770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7632"/>
              <a:gd name="connsiteY0" fmla="*/ 0 h 5753325"/>
              <a:gd name="connsiteX1" fmla="*/ 6438980 w 6447632"/>
              <a:gd name="connsiteY1" fmla="*/ 0 h 5753325"/>
              <a:gd name="connsiteX2" fmla="*/ 6439047 w 6447632"/>
              <a:gd name="connsiteY2" fmla="*/ 147 h 5753325"/>
              <a:gd name="connsiteX3" fmla="*/ 6443456 w 6447632"/>
              <a:gd name="connsiteY3" fmla="*/ 130105 h 5753325"/>
              <a:gd name="connsiteX4" fmla="*/ 6447632 w 6447632"/>
              <a:gd name="connsiteY4" fmla="*/ 170016 h 5753325"/>
              <a:gd name="connsiteX5" fmla="*/ 6396598 w 6447632"/>
              <a:gd name="connsiteY5" fmla="*/ 274847 h 5753325"/>
              <a:gd name="connsiteX6" fmla="*/ 6337615 w 6447632"/>
              <a:gd name="connsiteY6" fmla="*/ 471794 h 5753325"/>
              <a:gd name="connsiteX7" fmla="*/ 6304423 w 6447632"/>
              <a:gd name="connsiteY7" fmla="*/ 582623 h 5753325"/>
              <a:gd name="connsiteX8" fmla="*/ 6303977 w 6447632"/>
              <a:gd name="connsiteY8" fmla="*/ 664291 h 5753325"/>
              <a:gd name="connsiteX9" fmla="*/ 6299372 w 6447632"/>
              <a:gd name="connsiteY9" fmla="*/ 697330 h 5753325"/>
              <a:gd name="connsiteX10" fmla="*/ 6309888 w 6447632"/>
              <a:gd name="connsiteY10" fmla="*/ 754001 h 5753325"/>
              <a:gd name="connsiteX11" fmla="*/ 6339879 w 6447632"/>
              <a:gd name="connsiteY11" fmla="*/ 811136 h 5753325"/>
              <a:gd name="connsiteX12" fmla="*/ 6330065 w 6447632"/>
              <a:gd name="connsiteY12" fmla="*/ 893399 h 5753325"/>
              <a:gd name="connsiteX13" fmla="*/ 6328618 w 6447632"/>
              <a:gd name="connsiteY13" fmla="*/ 1009766 h 5753325"/>
              <a:gd name="connsiteX14" fmla="*/ 6320797 w 6447632"/>
              <a:gd name="connsiteY14" fmla="*/ 1146964 h 5753325"/>
              <a:gd name="connsiteX15" fmla="*/ 6334400 w 6447632"/>
              <a:gd name="connsiteY15" fmla="*/ 1280757 h 5753325"/>
              <a:gd name="connsiteX16" fmla="*/ 6356023 w 6447632"/>
              <a:gd name="connsiteY16" fmla="*/ 1356227 h 5753325"/>
              <a:gd name="connsiteX17" fmla="*/ 6356157 w 6447632"/>
              <a:gd name="connsiteY17" fmla="*/ 1361967 h 5753325"/>
              <a:gd name="connsiteX18" fmla="*/ 6350613 w 6447632"/>
              <a:gd name="connsiteY18" fmla="*/ 1393569 h 5753325"/>
              <a:gd name="connsiteX19" fmla="*/ 6357062 w 6447632"/>
              <a:gd name="connsiteY19" fmla="*/ 1444071 h 5753325"/>
              <a:gd name="connsiteX20" fmla="*/ 6364832 w 6447632"/>
              <a:gd name="connsiteY20" fmla="*/ 1478763 h 5753325"/>
              <a:gd name="connsiteX21" fmla="*/ 6369745 w 6447632"/>
              <a:gd name="connsiteY21" fmla="*/ 1495680 h 5753325"/>
              <a:gd name="connsiteX22" fmla="*/ 6370898 w 6447632"/>
              <a:gd name="connsiteY22" fmla="*/ 1513331 h 5753325"/>
              <a:gd name="connsiteX23" fmla="*/ 6339773 w 6447632"/>
              <a:gd name="connsiteY23" fmla="*/ 1527414 h 5753325"/>
              <a:gd name="connsiteX24" fmla="*/ 6321854 w 6447632"/>
              <a:gd name="connsiteY24" fmla="*/ 1635366 h 5753325"/>
              <a:gd name="connsiteX25" fmla="*/ 6299489 w 6447632"/>
              <a:gd name="connsiteY25" fmla="*/ 1784860 h 5753325"/>
              <a:gd name="connsiteX26" fmla="*/ 6267878 w 6447632"/>
              <a:gd name="connsiteY26" fmla="*/ 1858572 h 5753325"/>
              <a:gd name="connsiteX27" fmla="*/ 6251146 w 6447632"/>
              <a:gd name="connsiteY27" fmla="*/ 1926167 h 5753325"/>
              <a:gd name="connsiteX28" fmla="*/ 6210686 w 6447632"/>
              <a:gd name="connsiteY28" fmla="*/ 2014834 h 5753325"/>
              <a:gd name="connsiteX29" fmla="*/ 6106652 w 6447632"/>
              <a:gd name="connsiteY29" fmla="*/ 2150572 h 5753325"/>
              <a:gd name="connsiteX30" fmla="*/ 6097813 w 6447632"/>
              <a:gd name="connsiteY30" fmla="*/ 2172208 h 5753325"/>
              <a:gd name="connsiteX31" fmla="*/ 6095990 w 6447632"/>
              <a:gd name="connsiteY31" fmla="*/ 2181185 h 5753325"/>
              <a:gd name="connsiteX32" fmla="*/ 6090126 w 6447632"/>
              <a:gd name="connsiteY32" fmla="*/ 2192533 h 5753325"/>
              <a:gd name="connsiteX33" fmla="*/ 6089503 w 6447632"/>
              <a:gd name="connsiteY33" fmla="*/ 2192543 h 5753325"/>
              <a:gd name="connsiteX34" fmla="*/ 6084946 w 6447632"/>
              <a:gd name="connsiteY34" fmla="*/ 2203694 h 5753325"/>
              <a:gd name="connsiteX35" fmla="*/ 5987861 w 6447632"/>
              <a:gd name="connsiteY35" fmla="*/ 2304868 h 5753325"/>
              <a:gd name="connsiteX36" fmla="*/ 5973439 w 6447632"/>
              <a:gd name="connsiteY36" fmla="*/ 2385635 h 5753325"/>
              <a:gd name="connsiteX37" fmla="*/ 5916727 w 6447632"/>
              <a:gd name="connsiteY37" fmla="*/ 2458777 h 5753325"/>
              <a:gd name="connsiteX38" fmla="*/ 5856524 w 6447632"/>
              <a:gd name="connsiteY38" fmla="*/ 2583281 h 5753325"/>
              <a:gd name="connsiteX39" fmla="*/ 5838091 w 6447632"/>
              <a:gd name="connsiteY39" fmla="*/ 2753474 h 5753325"/>
              <a:gd name="connsiteX40" fmla="*/ 5744296 w 6447632"/>
              <a:gd name="connsiteY40" fmla="*/ 2893276 h 5753325"/>
              <a:gd name="connsiteX41" fmla="*/ 5682522 w 6447632"/>
              <a:gd name="connsiteY41" fmla="*/ 3044368 h 5753325"/>
              <a:gd name="connsiteX42" fmla="*/ 5557886 w 6447632"/>
              <a:gd name="connsiteY42" fmla="*/ 3304853 h 5753325"/>
              <a:gd name="connsiteX43" fmla="*/ 5483942 w 6447632"/>
              <a:gd name="connsiteY43" fmla="*/ 3416604 h 5753325"/>
              <a:gd name="connsiteX44" fmla="*/ 5461007 w 6447632"/>
              <a:gd name="connsiteY44" fmla="*/ 3503742 h 5753325"/>
              <a:gd name="connsiteX45" fmla="*/ 5437889 w 6447632"/>
              <a:gd name="connsiteY45" fmla="*/ 3559927 h 5753325"/>
              <a:gd name="connsiteX46" fmla="*/ 5432770 w 6447632"/>
              <a:gd name="connsiteY46" fmla="*/ 3562948 h 5753325"/>
              <a:gd name="connsiteX47" fmla="*/ 5406795 w 6447632"/>
              <a:gd name="connsiteY47" fmla="*/ 3578594 h 5753325"/>
              <a:gd name="connsiteX48" fmla="*/ 5381495 w 6447632"/>
              <a:gd name="connsiteY48" fmla="*/ 3599883 h 5753325"/>
              <a:gd name="connsiteX49" fmla="*/ 5363689 w 6447632"/>
              <a:gd name="connsiteY49" fmla="*/ 3633299 h 5753325"/>
              <a:gd name="connsiteX50" fmla="*/ 5291870 w 6447632"/>
              <a:gd name="connsiteY50" fmla="*/ 3799039 h 5753325"/>
              <a:gd name="connsiteX51" fmla="*/ 5241600 w 6447632"/>
              <a:gd name="connsiteY51" fmla="*/ 3894238 h 5753325"/>
              <a:gd name="connsiteX52" fmla="*/ 5211041 w 6447632"/>
              <a:gd name="connsiteY52" fmla="*/ 3924184 h 5753325"/>
              <a:gd name="connsiteX53" fmla="*/ 5176073 w 6447632"/>
              <a:gd name="connsiteY53" fmla="*/ 3970179 h 5753325"/>
              <a:gd name="connsiteX54" fmla="*/ 5172826 w 6447632"/>
              <a:gd name="connsiteY54" fmla="*/ 3991773 h 5753325"/>
              <a:gd name="connsiteX55" fmla="*/ 5157053 w 6447632"/>
              <a:gd name="connsiteY55" fmla="*/ 3997708 h 5753325"/>
              <a:gd name="connsiteX56" fmla="*/ 5127922 w 6447632"/>
              <a:gd name="connsiteY56" fmla="*/ 4022660 h 5753325"/>
              <a:gd name="connsiteX57" fmla="*/ 5020872 w 6447632"/>
              <a:gd name="connsiteY57" fmla="*/ 4075951 h 5753325"/>
              <a:gd name="connsiteX58" fmla="*/ 4991410 w 6447632"/>
              <a:gd name="connsiteY58" fmla="*/ 4087598 h 5753325"/>
              <a:gd name="connsiteX59" fmla="*/ 4930112 w 6447632"/>
              <a:gd name="connsiteY59" fmla="*/ 4138459 h 5753325"/>
              <a:gd name="connsiteX60" fmla="*/ 4834224 w 6447632"/>
              <a:gd name="connsiteY60" fmla="*/ 4231643 h 5753325"/>
              <a:gd name="connsiteX61" fmla="*/ 4812599 w 6447632"/>
              <a:gd name="connsiteY61" fmla="*/ 4249449 h 5753325"/>
              <a:gd name="connsiteX62" fmla="*/ 4789188 w 6447632"/>
              <a:gd name="connsiteY62" fmla="*/ 4256678 h 5753325"/>
              <a:gd name="connsiteX63" fmla="*/ 4779554 w 6447632"/>
              <a:gd name="connsiteY63" fmla="*/ 4251313 h 5753325"/>
              <a:gd name="connsiteX64" fmla="*/ 4766885 w 6447632"/>
              <a:gd name="connsiteY64" fmla="*/ 4259812 h 5753325"/>
              <a:gd name="connsiteX65" fmla="*/ 4762510 w 6447632"/>
              <a:gd name="connsiteY65" fmla="*/ 4260383 h 5753325"/>
              <a:gd name="connsiteX66" fmla="*/ 4738416 w 6447632"/>
              <a:gd name="connsiteY66" fmla="*/ 4265355 h 5753325"/>
              <a:gd name="connsiteX67" fmla="*/ 4712007 w 6447632"/>
              <a:gd name="connsiteY67" fmla="*/ 4317892 h 5753325"/>
              <a:gd name="connsiteX68" fmla="*/ 4658930 w 6447632"/>
              <a:gd name="connsiteY68" fmla="*/ 4348041 h 5753325"/>
              <a:gd name="connsiteX69" fmla="*/ 4443526 w 6447632"/>
              <a:gd name="connsiteY69" fmla="*/ 4507851 h 5753325"/>
              <a:gd name="connsiteX70" fmla="*/ 4289766 w 6447632"/>
              <a:gd name="connsiteY70" fmla="*/ 4711450 h 5753325"/>
              <a:gd name="connsiteX71" fmla="*/ 4150870 w 6447632"/>
              <a:gd name="connsiteY71" fmla="*/ 4818480 h 5753325"/>
              <a:gd name="connsiteX72" fmla="*/ 4006639 w 6447632"/>
              <a:gd name="connsiteY72" fmla="*/ 4933815 h 5753325"/>
              <a:gd name="connsiteX73" fmla="*/ 3298210 w 6447632"/>
              <a:gd name="connsiteY73" fmla="*/ 5070790 h 5753325"/>
              <a:gd name="connsiteX74" fmla="*/ 2947678 w 6447632"/>
              <a:gd name="connsiteY74" fmla="*/ 5117869 h 5753325"/>
              <a:gd name="connsiteX75" fmla="*/ 2822169 w 6447632"/>
              <a:gd name="connsiteY75" fmla="*/ 5129396 h 5753325"/>
              <a:gd name="connsiteX76" fmla="*/ 2538773 w 6447632"/>
              <a:gd name="connsiteY76" fmla="*/ 5313397 h 5753325"/>
              <a:gd name="connsiteX77" fmla="*/ 2014500 w 6447632"/>
              <a:gd name="connsiteY77" fmla="*/ 5519744 h 5753325"/>
              <a:gd name="connsiteX78" fmla="*/ 1934391 w 6447632"/>
              <a:gd name="connsiteY78" fmla="*/ 5591335 h 5753325"/>
              <a:gd name="connsiteX79" fmla="*/ 1892550 w 6447632"/>
              <a:gd name="connsiteY79" fmla="*/ 5649708 h 5753325"/>
              <a:gd name="connsiteX80" fmla="*/ 1854769 w 6447632"/>
              <a:gd name="connsiteY80" fmla="*/ 5647691 h 5753325"/>
              <a:gd name="connsiteX81" fmla="*/ 1809461 w 6447632"/>
              <a:gd name="connsiteY81" fmla="*/ 5648628 h 5753325"/>
              <a:gd name="connsiteX82" fmla="*/ 1745150 w 6447632"/>
              <a:gd name="connsiteY82" fmla="*/ 5693879 h 5753325"/>
              <a:gd name="connsiteX83" fmla="*/ 1713375 w 6447632"/>
              <a:gd name="connsiteY83" fmla="*/ 5684672 h 5753325"/>
              <a:gd name="connsiteX84" fmla="*/ 1707808 w 6447632"/>
              <a:gd name="connsiteY84" fmla="*/ 5682611 h 5753325"/>
              <a:gd name="connsiteX85" fmla="*/ 1679313 w 6447632"/>
              <a:gd name="connsiteY85" fmla="*/ 5672360 h 5753325"/>
              <a:gd name="connsiteX86" fmla="*/ 1646933 w 6447632"/>
              <a:gd name="connsiteY86" fmla="*/ 5666227 h 5753325"/>
              <a:gd name="connsiteX87" fmla="*/ 1610055 w 6447632"/>
              <a:gd name="connsiteY87" fmla="*/ 5673643 h 5753325"/>
              <a:gd name="connsiteX88" fmla="*/ 1437641 w 6447632"/>
              <a:gd name="connsiteY88" fmla="*/ 5723266 h 5753325"/>
              <a:gd name="connsiteX89" fmla="*/ 1332869 w 6447632"/>
              <a:gd name="connsiteY89" fmla="*/ 5744752 h 5753325"/>
              <a:gd name="connsiteX90" fmla="*/ 1290525 w 6447632"/>
              <a:gd name="connsiteY90" fmla="*/ 5740036 h 5753325"/>
              <a:gd name="connsiteX91" fmla="*/ 1233107 w 6447632"/>
              <a:gd name="connsiteY91" fmla="*/ 5742106 h 5753325"/>
              <a:gd name="connsiteX92" fmla="*/ 1214532 w 6447632"/>
              <a:gd name="connsiteY92" fmla="*/ 5753325 h 5753325"/>
              <a:gd name="connsiteX93" fmla="*/ 1199955 w 6447632"/>
              <a:gd name="connsiteY93" fmla="*/ 5744831 h 5753325"/>
              <a:gd name="connsiteX94" fmla="*/ 1162337 w 6447632"/>
              <a:gd name="connsiteY94" fmla="*/ 5738048 h 5753325"/>
              <a:gd name="connsiteX95" fmla="*/ 1053457 w 6447632"/>
              <a:gd name="connsiteY95" fmla="*/ 5688676 h 5753325"/>
              <a:gd name="connsiteX96" fmla="*/ 1025798 w 6447632"/>
              <a:gd name="connsiteY96" fmla="*/ 5673166 h 5753325"/>
              <a:gd name="connsiteX97" fmla="*/ 947900 w 6447632"/>
              <a:gd name="connsiteY97" fmla="*/ 5657848 h 5753325"/>
              <a:gd name="connsiteX98" fmla="*/ 815627 w 6447632"/>
              <a:gd name="connsiteY98" fmla="*/ 5642557 h 5753325"/>
              <a:gd name="connsiteX99" fmla="*/ 788251 w 6447632"/>
              <a:gd name="connsiteY99" fmla="*/ 5637065 h 5753325"/>
              <a:gd name="connsiteX100" fmla="*/ 767822 w 6447632"/>
              <a:gd name="connsiteY100" fmla="*/ 5623450 h 5753325"/>
              <a:gd name="connsiteX101" fmla="*/ 765791 w 6447632"/>
              <a:gd name="connsiteY101" fmla="*/ 5612539 h 5753325"/>
              <a:gd name="connsiteX102" fmla="*/ 751230 w 6447632"/>
              <a:gd name="connsiteY102" fmla="*/ 5608092 h 5753325"/>
              <a:gd name="connsiteX103" fmla="*/ 748008 w 6447632"/>
              <a:gd name="connsiteY103" fmla="*/ 5605052 h 5753325"/>
              <a:gd name="connsiteX104" fmla="*/ 728871 w 6447632"/>
              <a:gd name="connsiteY104" fmla="*/ 5589469 h 5753325"/>
              <a:gd name="connsiteX105" fmla="*/ 671898 w 6447632"/>
              <a:gd name="connsiteY105" fmla="*/ 5602363 h 5753325"/>
              <a:gd name="connsiteX106" fmla="*/ 615065 w 6447632"/>
              <a:gd name="connsiteY106" fmla="*/ 5580257 h 5753325"/>
              <a:gd name="connsiteX107" fmla="*/ 355785 w 6447632"/>
              <a:gd name="connsiteY107" fmla="*/ 5514383 h 5753325"/>
              <a:gd name="connsiteX108" fmla="*/ 102269 w 6447632"/>
              <a:gd name="connsiteY108" fmla="*/ 5524347 h 5753325"/>
              <a:gd name="connsiteX109" fmla="*/ 13160 w 6447632"/>
              <a:gd name="connsiteY109" fmla="*/ 5514159 h 5753325"/>
              <a:gd name="connsiteX110" fmla="*/ 0 w 6447632"/>
              <a:gd name="connsiteY110" fmla="*/ 5511735 h 5753325"/>
              <a:gd name="connsiteX111" fmla="*/ 0 w 6447632"/>
              <a:gd name="connsiteY111" fmla="*/ 0 h 5753325"/>
              <a:gd name="connsiteX0" fmla="*/ 0 w 6443456"/>
              <a:gd name="connsiteY0" fmla="*/ 0 h 5753325"/>
              <a:gd name="connsiteX1" fmla="*/ 6438980 w 6443456"/>
              <a:gd name="connsiteY1" fmla="*/ 0 h 5753325"/>
              <a:gd name="connsiteX2" fmla="*/ 6439047 w 6443456"/>
              <a:gd name="connsiteY2" fmla="*/ 147 h 5753325"/>
              <a:gd name="connsiteX3" fmla="*/ 6443456 w 6443456"/>
              <a:gd name="connsiteY3" fmla="*/ 130105 h 5753325"/>
              <a:gd name="connsiteX4" fmla="*/ 6422751 w 6443456"/>
              <a:gd name="connsiteY4" fmla="*/ 174163 h 5753325"/>
              <a:gd name="connsiteX5" fmla="*/ 6396598 w 6443456"/>
              <a:gd name="connsiteY5" fmla="*/ 274847 h 5753325"/>
              <a:gd name="connsiteX6" fmla="*/ 6337615 w 6443456"/>
              <a:gd name="connsiteY6" fmla="*/ 471794 h 5753325"/>
              <a:gd name="connsiteX7" fmla="*/ 6304423 w 6443456"/>
              <a:gd name="connsiteY7" fmla="*/ 582623 h 5753325"/>
              <a:gd name="connsiteX8" fmla="*/ 6303977 w 6443456"/>
              <a:gd name="connsiteY8" fmla="*/ 664291 h 5753325"/>
              <a:gd name="connsiteX9" fmla="*/ 6299372 w 6443456"/>
              <a:gd name="connsiteY9" fmla="*/ 697330 h 5753325"/>
              <a:gd name="connsiteX10" fmla="*/ 6309888 w 6443456"/>
              <a:gd name="connsiteY10" fmla="*/ 754001 h 5753325"/>
              <a:gd name="connsiteX11" fmla="*/ 6339879 w 6443456"/>
              <a:gd name="connsiteY11" fmla="*/ 811136 h 5753325"/>
              <a:gd name="connsiteX12" fmla="*/ 6330065 w 6443456"/>
              <a:gd name="connsiteY12" fmla="*/ 893399 h 5753325"/>
              <a:gd name="connsiteX13" fmla="*/ 6328618 w 6443456"/>
              <a:gd name="connsiteY13" fmla="*/ 1009766 h 5753325"/>
              <a:gd name="connsiteX14" fmla="*/ 6320797 w 6443456"/>
              <a:gd name="connsiteY14" fmla="*/ 1146964 h 5753325"/>
              <a:gd name="connsiteX15" fmla="*/ 6334400 w 6443456"/>
              <a:gd name="connsiteY15" fmla="*/ 1280757 h 5753325"/>
              <a:gd name="connsiteX16" fmla="*/ 6356023 w 6443456"/>
              <a:gd name="connsiteY16" fmla="*/ 1356227 h 5753325"/>
              <a:gd name="connsiteX17" fmla="*/ 6356157 w 6443456"/>
              <a:gd name="connsiteY17" fmla="*/ 1361967 h 5753325"/>
              <a:gd name="connsiteX18" fmla="*/ 6350613 w 6443456"/>
              <a:gd name="connsiteY18" fmla="*/ 1393569 h 5753325"/>
              <a:gd name="connsiteX19" fmla="*/ 6357062 w 6443456"/>
              <a:gd name="connsiteY19" fmla="*/ 1444071 h 5753325"/>
              <a:gd name="connsiteX20" fmla="*/ 6364832 w 6443456"/>
              <a:gd name="connsiteY20" fmla="*/ 1478763 h 5753325"/>
              <a:gd name="connsiteX21" fmla="*/ 6369745 w 6443456"/>
              <a:gd name="connsiteY21" fmla="*/ 1495680 h 5753325"/>
              <a:gd name="connsiteX22" fmla="*/ 6370898 w 6443456"/>
              <a:gd name="connsiteY22" fmla="*/ 1513331 h 5753325"/>
              <a:gd name="connsiteX23" fmla="*/ 6339773 w 6443456"/>
              <a:gd name="connsiteY23" fmla="*/ 1527414 h 5753325"/>
              <a:gd name="connsiteX24" fmla="*/ 6321854 w 6443456"/>
              <a:gd name="connsiteY24" fmla="*/ 1635366 h 5753325"/>
              <a:gd name="connsiteX25" fmla="*/ 6299489 w 6443456"/>
              <a:gd name="connsiteY25" fmla="*/ 1784860 h 5753325"/>
              <a:gd name="connsiteX26" fmla="*/ 6267878 w 6443456"/>
              <a:gd name="connsiteY26" fmla="*/ 1858572 h 5753325"/>
              <a:gd name="connsiteX27" fmla="*/ 6251146 w 6443456"/>
              <a:gd name="connsiteY27" fmla="*/ 1926167 h 5753325"/>
              <a:gd name="connsiteX28" fmla="*/ 6210686 w 6443456"/>
              <a:gd name="connsiteY28" fmla="*/ 2014834 h 5753325"/>
              <a:gd name="connsiteX29" fmla="*/ 6106652 w 6443456"/>
              <a:gd name="connsiteY29" fmla="*/ 2150572 h 5753325"/>
              <a:gd name="connsiteX30" fmla="*/ 6097813 w 6443456"/>
              <a:gd name="connsiteY30" fmla="*/ 2172208 h 5753325"/>
              <a:gd name="connsiteX31" fmla="*/ 6095990 w 6443456"/>
              <a:gd name="connsiteY31" fmla="*/ 2181185 h 5753325"/>
              <a:gd name="connsiteX32" fmla="*/ 6090126 w 6443456"/>
              <a:gd name="connsiteY32" fmla="*/ 2192533 h 5753325"/>
              <a:gd name="connsiteX33" fmla="*/ 6089503 w 6443456"/>
              <a:gd name="connsiteY33" fmla="*/ 2192543 h 5753325"/>
              <a:gd name="connsiteX34" fmla="*/ 6084946 w 6443456"/>
              <a:gd name="connsiteY34" fmla="*/ 2203694 h 5753325"/>
              <a:gd name="connsiteX35" fmla="*/ 5987861 w 6443456"/>
              <a:gd name="connsiteY35" fmla="*/ 2304868 h 5753325"/>
              <a:gd name="connsiteX36" fmla="*/ 5973439 w 6443456"/>
              <a:gd name="connsiteY36" fmla="*/ 2385635 h 5753325"/>
              <a:gd name="connsiteX37" fmla="*/ 5916727 w 6443456"/>
              <a:gd name="connsiteY37" fmla="*/ 2458777 h 5753325"/>
              <a:gd name="connsiteX38" fmla="*/ 5856524 w 6443456"/>
              <a:gd name="connsiteY38" fmla="*/ 2583281 h 5753325"/>
              <a:gd name="connsiteX39" fmla="*/ 5838091 w 6443456"/>
              <a:gd name="connsiteY39" fmla="*/ 2753474 h 5753325"/>
              <a:gd name="connsiteX40" fmla="*/ 5744296 w 6443456"/>
              <a:gd name="connsiteY40" fmla="*/ 2893276 h 5753325"/>
              <a:gd name="connsiteX41" fmla="*/ 5682522 w 6443456"/>
              <a:gd name="connsiteY41" fmla="*/ 3044368 h 5753325"/>
              <a:gd name="connsiteX42" fmla="*/ 5557886 w 6443456"/>
              <a:gd name="connsiteY42" fmla="*/ 3304853 h 5753325"/>
              <a:gd name="connsiteX43" fmla="*/ 5483942 w 6443456"/>
              <a:gd name="connsiteY43" fmla="*/ 3416604 h 5753325"/>
              <a:gd name="connsiteX44" fmla="*/ 5461007 w 6443456"/>
              <a:gd name="connsiteY44" fmla="*/ 3503742 h 5753325"/>
              <a:gd name="connsiteX45" fmla="*/ 5437889 w 6443456"/>
              <a:gd name="connsiteY45" fmla="*/ 3559927 h 5753325"/>
              <a:gd name="connsiteX46" fmla="*/ 5432770 w 6443456"/>
              <a:gd name="connsiteY46" fmla="*/ 3562948 h 5753325"/>
              <a:gd name="connsiteX47" fmla="*/ 5406795 w 6443456"/>
              <a:gd name="connsiteY47" fmla="*/ 3578594 h 5753325"/>
              <a:gd name="connsiteX48" fmla="*/ 5381495 w 6443456"/>
              <a:gd name="connsiteY48" fmla="*/ 3599883 h 5753325"/>
              <a:gd name="connsiteX49" fmla="*/ 5363689 w 6443456"/>
              <a:gd name="connsiteY49" fmla="*/ 3633299 h 5753325"/>
              <a:gd name="connsiteX50" fmla="*/ 5291870 w 6443456"/>
              <a:gd name="connsiteY50" fmla="*/ 3799039 h 5753325"/>
              <a:gd name="connsiteX51" fmla="*/ 5241600 w 6443456"/>
              <a:gd name="connsiteY51" fmla="*/ 3894238 h 5753325"/>
              <a:gd name="connsiteX52" fmla="*/ 5211041 w 6443456"/>
              <a:gd name="connsiteY52" fmla="*/ 3924184 h 5753325"/>
              <a:gd name="connsiteX53" fmla="*/ 5176073 w 6443456"/>
              <a:gd name="connsiteY53" fmla="*/ 3970179 h 5753325"/>
              <a:gd name="connsiteX54" fmla="*/ 5172826 w 6443456"/>
              <a:gd name="connsiteY54" fmla="*/ 3991773 h 5753325"/>
              <a:gd name="connsiteX55" fmla="*/ 5157053 w 6443456"/>
              <a:gd name="connsiteY55" fmla="*/ 3997708 h 5753325"/>
              <a:gd name="connsiteX56" fmla="*/ 5127922 w 6443456"/>
              <a:gd name="connsiteY56" fmla="*/ 4022660 h 5753325"/>
              <a:gd name="connsiteX57" fmla="*/ 5020872 w 6443456"/>
              <a:gd name="connsiteY57" fmla="*/ 4075951 h 5753325"/>
              <a:gd name="connsiteX58" fmla="*/ 4991410 w 6443456"/>
              <a:gd name="connsiteY58" fmla="*/ 4087598 h 5753325"/>
              <a:gd name="connsiteX59" fmla="*/ 4930112 w 6443456"/>
              <a:gd name="connsiteY59" fmla="*/ 4138459 h 5753325"/>
              <a:gd name="connsiteX60" fmla="*/ 4834224 w 6443456"/>
              <a:gd name="connsiteY60" fmla="*/ 4231643 h 5753325"/>
              <a:gd name="connsiteX61" fmla="*/ 4812599 w 6443456"/>
              <a:gd name="connsiteY61" fmla="*/ 4249449 h 5753325"/>
              <a:gd name="connsiteX62" fmla="*/ 4789188 w 6443456"/>
              <a:gd name="connsiteY62" fmla="*/ 4256678 h 5753325"/>
              <a:gd name="connsiteX63" fmla="*/ 4779554 w 6443456"/>
              <a:gd name="connsiteY63" fmla="*/ 4251313 h 5753325"/>
              <a:gd name="connsiteX64" fmla="*/ 4766885 w 6443456"/>
              <a:gd name="connsiteY64" fmla="*/ 4259812 h 5753325"/>
              <a:gd name="connsiteX65" fmla="*/ 4762510 w 6443456"/>
              <a:gd name="connsiteY65" fmla="*/ 4260383 h 5753325"/>
              <a:gd name="connsiteX66" fmla="*/ 4738416 w 6443456"/>
              <a:gd name="connsiteY66" fmla="*/ 4265355 h 5753325"/>
              <a:gd name="connsiteX67" fmla="*/ 4712007 w 6443456"/>
              <a:gd name="connsiteY67" fmla="*/ 4317892 h 5753325"/>
              <a:gd name="connsiteX68" fmla="*/ 4658930 w 6443456"/>
              <a:gd name="connsiteY68" fmla="*/ 4348041 h 5753325"/>
              <a:gd name="connsiteX69" fmla="*/ 4443526 w 6443456"/>
              <a:gd name="connsiteY69" fmla="*/ 4507851 h 5753325"/>
              <a:gd name="connsiteX70" fmla="*/ 4289766 w 6443456"/>
              <a:gd name="connsiteY70" fmla="*/ 4711450 h 5753325"/>
              <a:gd name="connsiteX71" fmla="*/ 4150870 w 6443456"/>
              <a:gd name="connsiteY71" fmla="*/ 4818480 h 5753325"/>
              <a:gd name="connsiteX72" fmla="*/ 4006639 w 6443456"/>
              <a:gd name="connsiteY72" fmla="*/ 4933815 h 5753325"/>
              <a:gd name="connsiteX73" fmla="*/ 3298210 w 6443456"/>
              <a:gd name="connsiteY73" fmla="*/ 5070790 h 5753325"/>
              <a:gd name="connsiteX74" fmla="*/ 2947678 w 6443456"/>
              <a:gd name="connsiteY74" fmla="*/ 5117869 h 5753325"/>
              <a:gd name="connsiteX75" fmla="*/ 2822169 w 6443456"/>
              <a:gd name="connsiteY75" fmla="*/ 5129396 h 5753325"/>
              <a:gd name="connsiteX76" fmla="*/ 2538773 w 6443456"/>
              <a:gd name="connsiteY76" fmla="*/ 5313397 h 5753325"/>
              <a:gd name="connsiteX77" fmla="*/ 2014500 w 6443456"/>
              <a:gd name="connsiteY77" fmla="*/ 5519744 h 5753325"/>
              <a:gd name="connsiteX78" fmla="*/ 1934391 w 6443456"/>
              <a:gd name="connsiteY78" fmla="*/ 5591335 h 5753325"/>
              <a:gd name="connsiteX79" fmla="*/ 1892550 w 6443456"/>
              <a:gd name="connsiteY79" fmla="*/ 5649708 h 5753325"/>
              <a:gd name="connsiteX80" fmla="*/ 1854769 w 6443456"/>
              <a:gd name="connsiteY80" fmla="*/ 5647691 h 5753325"/>
              <a:gd name="connsiteX81" fmla="*/ 1809461 w 6443456"/>
              <a:gd name="connsiteY81" fmla="*/ 5648628 h 5753325"/>
              <a:gd name="connsiteX82" fmla="*/ 1745150 w 6443456"/>
              <a:gd name="connsiteY82" fmla="*/ 5693879 h 5753325"/>
              <a:gd name="connsiteX83" fmla="*/ 1713375 w 6443456"/>
              <a:gd name="connsiteY83" fmla="*/ 5684672 h 5753325"/>
              <a:gd name="connsiteX84" fmla="*/ 1707808 w 6443456"/>
              <a:gd name="connsiteY84" fmla="*/ 5682611 h 5753325"/>
              <a:gd name="connsiteX85" fmla="*/ 1679313 w 6443456"/>
              <a:gd name="connsiteY85" fmla="*/ 5672360 h 5753325"/>
              <a:gd name="connsiteX86" fmla="*/ 1646933 w 6443456"/>
              <a:gd name="connsiteY86" fmla="*/ 5666227 h 5753325"/>
              <a:gd name="connsiteX87" fmla="*/ 1610055 w 6443456"/>
              <a:gd name="connsiteY87" fmla="*/ 5673643 h 5753325"/>
              <a:gd name="connsiteX88" fmla="*/ 1437641 w 6443456"/>
              <a:gd name="connsiteY88" fmla="*/ 5723266 h 5753325"/>
              <a:gd name="connsiteX89" fmla="*/ 1332869 w 6443456"/>
              <a:gd name="connsiteY89" fmla="*/ 5744752 h 5753325"/>
              <a:gd name="connsiteX90" fmla="*/ 1290525 w 6443456"/>
              <a:gd name="connsiteY90" fmla="*/ 5740036 h 5753325"/>
              <a:gd name="connsiteX91" fmla="*/ 1233107 w 6443456"/>
              <a:gd name="connsiteY91" fmla="*/ 5742106 h 5753325"/>
              <a:gd name="connsiteX92" fmla="*/ 1214532 w 6443456"/>
              <a:gd name="connsiteY92" fmla="*/ 5753325 h 5753325"/>
              <a:gd name="connsiteX93" fmla="*/ 1199955 w 6443456"/>
              <a:gd name="connsiteY93" fmla="*/ 5744831 h 5753325"/>
              <a:gd name="connsiteX94" fmla="*/ 1162337 w 6443456"/>
              <a:gd name="connsiteY94" fmla="*/ 5738048 h 5753325"/>
              <a:gd name="connsiteX95" fmla="*/ 1053457 w 6443456"/>
              <a:gd name="connsiteY95" fmla="*/ 5688676 h 5753325"/>
              <a:gd name="connsiteX96" fmla="*/ 1025798 w 6443456"/>
              <a:gd name="connsiteY96" fmla="*/ 5673166 h 5753325"/>
              <a:gd name="connsiteX97" fmla="*/ 947900 w 6443456"/>
              <a:gd name="connsiteY97" fmla="*/ 5657848 h 5753325"/>
              <a:gd name="connsiteX98" fmla="*/ 815627 w 6443456"/>
              <a:gd name="connsiteY98" fmla="*/ 5642557 h 5753325"/>
              <a:gd name="connsiteX99" fmla="*/ 788251 w 6443456"/>
              <a:gd name="connsiteY99" fmla="*/ 5637065 h 5753325"/>
              <a:gd name="connsiteX100" fmla="*/ 767822 w 6443456"/>
              <a:gd name="connsiteY100" fmla="*/ 5623450 h 5753325"/>
              <a:gd name="connsiteX101" fmla="*/ 765791 w 6443456"/>
              <a:gd name="connsiteY101" fmla="*/ 5612539 h 5753325"/>
              <a:gd name="connsiteX102" fmla="*/ 751230 w 6443456"/>
              <a:gd name="connsiteY102" fmla="*/ 5608092 h 5753325"/>
              <a:gd name="connsiteX103" fmla="*/ 748008 w 6443456"/>
              <a:gd name="connsiteY103" fmla="*/ 5605052 h 5753325"/>
              <a:gd name="connsiteX104" fmla="*/ 728871 w 6443456"/>
              <a:gd name="connsiteY104" fmla="*/ 5589469 h 5753325"/>
              <a:gd name="connsiteX105" fmla="*/ 671898 w 6443456"/>
              <a:gd name="connsiteY105" fmla="*/ 5602363 h 5753325"/>
              <a:gd name="connsiteX106" fmla="*/ 615065 w 6443456"/>
              <a:gd name="connsiteY106" fmla="*/ 5580257 h 5753325"/>
              <a:gd name="connsiteX107" fmla="*/ 355785 w 6443456"/>
              <a:gd name="connsiteY107" fmla="*/ 5514383 h 5753325"/>
              <a:gd name="connsiteX108" fmla="*/ 102269 w 6443456"/>
              <a:gd name="connsiteY108" fmla="*/ 5524347 h 5753325"/>
              <a:gd name="connsiteX109" fmla="*/ 13160 w 6443456"/>
              <a:gd name="connsiteY109" fmla="*/ 5514159 h 5753325"/>
              <a:gd name="connsiteX110" fmla="*/ 0 w 6443456"/>
              <a:gd name="connsiteY110" fmla="*/ 5511735 h 5753325"/>
              <a:gd name="connsiteX111" fmla="*/ 0 w 6443456"/>
              <a:gd name="connsiteY111" fmla="*/ 0 h 5753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6443456" h="5753325">
                <a:moveTo>
                  <a:pt x="0" y="0"/>
                </a:moveTo>
                <a:lnTo>
                  <a:pt x="6438980" y="0"/>
                </a:lnTo>
                <a:cubicBezTo>
                  <a:pt x="6439002" y="49"/>
                  <a:pt x="6439025" y="98"/>
                  <a:pt x="6439047" y="147"/>
                </a:cubicBezTo>
                <a:lnTo>
                  <a:pt x="6443456" y="130105"/>
                </a:lnTo>
                <a:cubicBezTo>
                  <a:pt x="6430828" y="154008"/>
                  <a:pt x="6411458" y="168030"/>
                  <a:pt x="6422751" y="174163"/>
                </a:cubicBezTo>
                <a:cubicBezTo>
                  <a:pt x="6418487" y="214830"/>
                  <a:pt x="6390727" y="235497"/>
                  <a:pt x="6396598" y="274847"/>
                </a:cubicBezTo>
                <a:cubicBezTo>
                  <a:pt x="6403386" y="335822"/>
                  <a:pt x="6333127" y="414969"/>
                  <a:pt x="6337615" y="471794"/>
                </a:cubicBezTo>
                <a:cubicBezTo>
                  <a:pt x="6324407" y="534783"/>
                  <a:pt x="6296331" y="556933"/>
                  <a:pt x="6304423" y="582623"/>
                </a:cubicBezTo>
                <a:cubicBezTo>
                  <a:pt x="6293676" y="611941"/>
                  <a:pt x="6296956" y="631352"/>
                  <a:pt x="6303977" y="664291"/>
                </a:cubicBezTo>
                <a:cubicBezTo>
                  <a:pt x="6302444" y="677879"/>
                  <a:pt x="6301462" y="685268"/>
                  <a:pt x="6299372" y="697330"/>
                </a:cubicBezTo>
                <a:cubicBezTo>
                  <a:pt x="6314387" y="714913"/>
                  <a:pt x="6313827" y="721408"/>
                  <a:pt x="6309888" y="754001"/>
                </a:cubicBezTo>
                <a:cubicBezTo>
                  <a:pt x="6306930" y="769492"/>
                  <a:pt x="6343751" y="814234"/>
                  <a:pt x="6339879" y="811136"/>
                </a:cubicBezTo>
                <a:lnTo>
                  <a:pt x="6330065" y="893399"/>
                </a:lnTo>
                <a:cubicBezTo>
                  <a:pt x="6341065" y="929331"/>
                  <a:pt x="6340586" y="969703"/>
                  <a:pt x="6328618" y="1009766"/>
                </a:cubicBezTo>
                <a:cubicBezTo>
                  <a:pt x="6286987" y="1110847"/>
                  <a:pt x="6336677" y="1067927"/>
                  <a:pt x="6320797" y="1146964"/>
                </a:cubicBezTo>
                <a:cubicBezTo>
                  <a:pt x="6308238" y="1199586"/>
                  <a:pt x="6355190" y="1221191"/>
                  <a:pt x="6334400" y="1280757"/>
                </a:cubicBezTo>
                <a:lnTo>
                  <a:pt x="6356023" y="1356227"/>
                </a:lnTo>
                <a:cubicBezTo>
                  <a:pt x="6356068" y="1358140"/>
                  <a:pt x="6356112" y="1360054"/>
                  <a:pt x="6356157" y="1361967"/>
                </a:cubicBezTo>
                <a:cubicBezTo>
                  <a:pt x="6355533" y="1373512"/>
                  <a:pt x="6353847" y="1384370"/>
                  <a:pt x="6350613" y="1393569"/>
                </a:cubicBezTo>
                <a:cubicBezTo>
                  <a:pt x="6364468" y="1383914"/>
                  <a:pt x="6345614" y="1435855"/>
                  <a:pt x="6357062" y="1444071"/>
                </a:cubicBezTo>
                <a:cubicBezTo>
                  <a:pt x="6366618" y="1448518"/>
                  <a:pt x="6363125" y="1465312"/>
                  <a:pt x="6364832" y="1478763"/>
                </a:cubicBezTo>
                <a:cubicBezTo>
                  <a:pt x="6367033" y="1481449"/>
                  <a:pt x="6368644" y="1487606"/>
                  <a:pt x="6369745" y="1495680"/>
                </a:cubicBezTo>
                <a:cubicBezTo>
                  <a:pt x="6370129" y="1501564"/>
                  <a:pt x="6370514" y="1507447"/>
                  <a:pt x="6370898" y="1513331"/>
                </a:cubicBezTo>
                <a:lnTo>
                  <a:pt x="6339773" y="1527414"/>
                </a:lnTo>
                <a:cubicBezTo>
                  <a:pt x="6334226" y="1566662"/>
                  <a:pt x="6321052" y="1604564"/>
                  <a:pt x="6321854" y="1635366"/>
                </a:cubicBezTo>
                <a:cubicBezTo>
                  <a:pt x="6320655" y="1701187"/>
                  <a:pt x="6292278" y="1721205"/>
                  <a:pt x="6299489" y="1784860"/>
                </a:cubicBezTo>
                <a:cubicBezTo>
                  <a:pt x="6294212" y="1831400"/>
                  <a:pt x="6277478" y="1829559"/>
                  <a:pt x="6267878" y="1858572"/>
                </a:cubicBezTo>
                <a:lnTo>
                  <a:pt x="6251146" y="1926167"/>
                </a:lnTo>
                <a:lnTo>
                  <a:pt x="6210686" y="2014834"/>
                </a:lnTo>
                <a:lnTo>
                  <a:pt x="6106652" y="2150572"/>
                </a:lnTo>
                <a:lnTo>
                  <a:pt x="6097813" y="2172208"/>
                </a:lnTo>
                <a:lnTo>
                  <a:pt x="6095990" y="2181185"/>
                </a:lnTo>
                <a:cubicBezTo>
                  <a:pt x="6094176" y="2187056"/>
                  <a:pt x="6092249" y="2190556"/>
                  <a:pt x="6090126" y="2192533"/>
                </a:cubicBezTo>
                <a:lnTo>
                  <a:pt x="6089503" y="2192543"/>
                </a:lnTo>
                <a:lnTo>
                  <a:pt x="6084946" y="2203694"/>
                </a:lnTo>
                <a:cubicBezTo>
                  <a:pt x="6068006" y="2222414"/>
                  <a:pt x="6006445" y="2274546"/>
                  <a:pt x="5987861" y="2304868"/>
                </a:cubicBezTo>
                <a:lnTo>
                  <a:pt x="5973439" y="2385635"/>
                </a:lnTo>
                <a:lnTo>
                  <a:pt x="5916727" y="2458777"/>
                </a:lnTo>
                <a:cubicBezTo>
                  <a:pt x="5897241" y="2491718"/>
                  <a:pt x="5869630" y="2534165"/>
                  <a:pt x="5856524" y="2583281"/>
                </a:cubicBezTo>
                <a:cubicBezTo>
                  <a:pt x="5857506" y="2592319"/>
                  <a:pt x="5833326" y="2744711"/>
                  <a:pt x="5838091" y="2753474"/>
                </a:cubicBezTo>
                <a:cubicBezTo>
                  <a:pt x="5785248" y="2871502"/>
                  <a:pt x="5778642" y="2803565"/>
                  <a:pt x="5744296" y="2893276"/>
                </a:cubicBezTo>
                <a:cubicBezTo>
                  <a:pt x="5695297" y="2988328"/>
                  <a:pt x="5724634" y="2958553"/>
                  <a:pt x="5682522" y="3044368"/>
                </a:cubicBezTo>
                <a:cubicBezTo>
                  <a:pt x="5632185" y="3125072"/>
                  <a:pt x="5597317" y="3217236"/>
                  <a:pt x="5557886" y="3304853"/>
                </a:cubicBezTo>
                <a:cubicBezTo>
                  <a:pt x="5482395" y="3325072"/>
                  <a:pt x="5519234" y="3371478"/>
                  <a:pt x="5483942" y="3416604"/>
                </a:cubicBezTo>
                <a:cubicBezTo>
                  <a:pt x="5462927" y="3437263"/>
                  <a:pt x="5484515" y="3475608"/>
                  <a:pt x="5461007" y="3503742"/>
                </a:cubicBezTo>
                <a:cubicBezTo>
                  <a:pt x="5452964" y="3510933"/>
                  <a:pt x="5447709" y="3554203"/>
                  <a:pt x="5437889" y="3559927"/>
                </a:cubicBezTo>
                <a:lnTo>
                  <a:pt x="5432770" y="3562948"/>
                </a:lnTo>
                <a:lnTo>
                  <a:pt x="5406795" y="3578594"/>
                </a:lnTo>
                <a:lnTo>
                  <a:pt x="5381495" y="3599883"/>
                </a:lnTo>
                <a:cubicBezTo>
                  <a:pt x="5373777" y="3608845"/>
                  <a:pt x="5367528" y="3619642"/>
                  <a:pt x="5363689" y="3633299"/>
                </a:cubicBezTo>
                <a:cubicBezTo>
                  <a:pt x="5370837" y="3689178"/>
                  <a:pt x="5280250" y="3728687"/>
                  <a:pt x="5291870" y="3799039"/>
                </a:cubicBezTo>
                <a:cubicBezTo>
                  <a:pt x="5291660" y="3823262"/>
                  <a:pt x="5263601" y="3888134"/>
                  <a:pt x="5241600" y="3894238"/>
                </a:cubicBezTo>
                <a:cubicBezTo>
                  <a:pt x="5232312" y="3906493"/>
                  <a:pt x="5231731" y="3924583"/>
                  <a:pt x="5211041" y="3924184"/>
                </a:cubicBezTo>
                <a:cubicBezTo>
                  <a:pt x="5184976" y="3926521"/>
                  <a:pt x="5198956" y="3986438"/>
                  <a:pt x="5176073" y="3970179"/>
                </a:cubicBezTo>
                <a:lnTo>
                  <a:pt x="5172826" y="3991773"/>
                </a:lnTo>
                <a:lnTo>
                  <a:pt x="5157053" y="3997708"/>
                </a:lnTo>
                <a:cubicBezTo>
                  <a:pt x="5140589" y="4003541"/>
                  <a:pt x="5128715" y="4008828"/>
                  <a:pt x="5127922" y="4022660"/>
                </a:cubicBezTo>
                <a:cubicBezTo>
                  <a:pt x="5105225" y="4035701"/>
                  <a:pt x="5043623" y="4065128"/>
                  <a:pt x="5020872" y="4075951"/>
                </a:cubicBezTo>
                <a:cubicBezTo>
                  <a:pt x="5006705" y="4069570"/>
                  <a:pt x="5001251" y="4081880"/>
                  <a:pt x="4991410" y="4087598"/>
                </a:cubicBezTo>
                <a:cubicBezTo>
                  <a:pt x="4974522" y="4085320"/>
                  <a:pt x="4937025" y="4121806"/>
                  <a:pt x="4930112" y="4138459"/>
                </a:cubicBezTo>
                <a:cubicBezTo>
                  <a:pt x="4918473" y="4190437"/>
                  <a:pt x="4844909" y="4190974"/>
                  <a:pt x="4834224" y="4231643"/>
                </a:cubicBezTo>
                <a:cubicBezTo>
                  <a:pt x="4827758" y="4239937"/>
                  <a:pt x="4820427" y="4245543"/>
                  <a:pt x="4812599" y="4249449"/>
                </a:cubicBezTo>
                <a:lnTo>
                  <a:pt x="4789188" y="4256678"/>
                </a:lnTo>
                <a:lnTo>
                  <a:pt x="4779554" y="4251313"/>
                </a:lnTo>
                <a:lnTo>
                  <a:pt x="4766885" y="4259812"/>
                </a:lnTo>
                <a:lnTo>
                  <a:pt x="4762510" y="4260383"/>
                </a:lnTo>
                <a:cubicBezTo>
                  <a:pt x="4754131" y="4261437"/>
                  <a:pt x="4745977" y="4262766"/>
                  <a:pt x="4738416" y="4265355"/>
                </a:cubicBezTo>
                <a:cubicBezTo>
                  <a:pt x="4764694" y="4302719"/>
                  <a:pt x="4678447" y="4293536"/>
                  <a:pt x="4712007" y="4317892"/>
                </a:cubicBezTo>
                <a:cubicBezTo>
                  <a:pt x="4675039" y="4338619"/>
                  <a:pt x="4716682" y="4356361"/>
                  <a:pt x="4658930" y="4348041"/>
                </a:cubicBezTo>
                <a:cubicBezTo>
                  <a:pt x="4614182" y="4379702"/>
                  <a:pt x="4505053" y="4447283"/>
                  <a:pt x="4443526" y="4507851"/>
                </a:cubicBezTo>
                <a:cubicBezTo>
                  <a:pt x="4410144" y="4540439"/>
                  <a:pt x="4338540" y="4659677"/>
                  <a:pt x="4289766" y="4711450"/>
                </a:cubicBezTo>
                <a:cubicBezTo>
                  <a:pt x="4238344" y="4747694"/>
                  <a:pt x="4215457" y="4807131"/>
                  <a:pt x="4150870" y="4818480"/>
                </a:cubicBezTo>
                <a:cubicBezTo>
                  <a:pt x="4103683" y="4855538"/>
                  <a:pt x="4148748" y="4891762"/>
                  <a:pt x="4006639" y="4933815"/>
                </a:cubicBezTo>
                <a:cubicBezTo>
                  <a:pt x="3736045" y="4990755"/>
                  <a:pt x="3474704" y="5040115"/>
                  <a:pt x="3298210" y="5070790"/>
                </a:cubicBezTo>
                <a:cubicBezTo>
                  <a:pt x="3121717" y="5101466"/>
                  <a:pt x="3041810" y="5115566"/>
                  <a:pt x="2947678" y="5117869"/>
                </a:cubicBezTo>
                <a:cubicBezTo>
                  <a:pt x="2853544" y="5120174"/>
                  <a:pt x="2858560" y="5135060"/>
                  <a:pt x="2822169" y="5129396"/>
                </a:cubicBezTo>
                <a:lnTo>
                  <a:pt x="2538773" y="5313397"/>
                </a:lnTo>
                <a:cubicBezTo>
                  <a:pt x="2405817" y="5334661"/>
                  <a:pt x="2144167" y="5431620"/>
                  <a:pt x="2014500" y="5519744"/>
                </a:cubicBezTo>
                <a:cubicBezTo>
                  <a:pt x="1982084" y="5541774"/>
                  <a:pt x="1956346" y="5565847"/>
                  <a:pt x="1934391" y="5591335"/>
                </a:cubicBezTo>
                <a:lnTo>
                  <a:pt x="1892550" y="5649708"/>
                </a:lnTo>
                <a:lnTo>
                  <a:pt x="1854769" y="5647691"/>
                </a:lnTo>
                <a:cubicBezTo>
                  <a:pt x="1838936" y="5647705"/>
                  <a:pt x="1823701" y="5648312"/>
                  <a:pt x="1809461" y="5648628"/>
                </a:cubicBezTo>
                <a:cubicBezTo>
                  <a:pt x="1834147" y="5698228"/>
                  <a:pt x="1737274" y="5633540"/>
                  <a:pt x="1745150" y="5693879"/>
                </a:cubicBezTo>
                <a:cubicBezTo>
                  <a:pt x="1734532" y="5692199"/>
                  <a:pt x="1724002" y="5688669"/>
                  <a:pt x="1713375" y="5684672"/>
                </a:cubicBezTo>
                <a:lnTo>
                  <a:pt x="1707808" y="5682611"/>
                </a:lnTo>
                <a:lnTo>
                  <a:pt x="1679313" y="5672360"/>
                </a:lnTo>
                <a:lnTo>
                  <a:pt x="1646933" y="5666227"/>
                </a:lnTo>
                <a:cubicBezTo>
                  <a:pt x="1635170" y="5665926"/>
                  <a:pt x="1622939" y="5667937"/>
                  <a:pt x="1610055" y="5673643"/>
                </a:cubicBezTo>
                <a:cubicBezTo>
                  <a:pt x="1571890" y="5714775"/>
                  <a:pt x="1484024" y="5669440"/>
                  <a:pt x="1437641" y="5723266"/>
                </a:cubicBezTo>
                <a:cubicBezTo>
                  <a:pt x="1418992" y="5738521"/>
                  <a:pt x="1351540" y="5757985"/>
                  <a:pt x="1332869" y="5744752"/>
                </a:cubicBezTo>
                <a:cubicBezTo>
                  <a:pt x="1317589" y="5745326"/>
                  <a:pt x="1303391" y="5756388"/>
                  <a:pt x="1290525" y="5740036"/>
                </a:cubicBezTo>
                <a:cubicBezTo>
                  <a:pt x="1272146" y="5721242"/>
                  <a:pt x="1235243" y="5770261"/>
                  <a:pt x="1233107" y="5742106"/>
                </a:cubicBezTo>
                <a:lnTo>
                  <a:pt x="1214532" y="5753325"/>
                </a:lnTo>
                <a:lnTo>
                  <a:pt x="1199955" y="5744831"/>
                </a:lnTo>
                <a:cubicBezTo>
                  <a:pt x="1185016" y="5735734"/>
                  <a:pt x="1173414" y="5729861"/>
                  <a:pt x="1162337" y="5738048"/>
                </a:cubicBezTo>
                <a:cubicBezTo>
                  <a:pt x="1137920" y="5728689"/>
                  <a:pt x="1076212" y="5699490"/>
                  <a:pt x="1053457" y="5688676"/>
                </a:cubicBezTo>
                <a:cubicBezTo>
                  <a:pt x="1049315" y="5673592"/>
                  <a:pt x="1036434" y="5677184"/>
                  <a:pt x="1025798" y="5673166"/>
                </a:cubicBezTo>
                <a:cubicBezTo>
                  <a:pt x="1016787" y="5658576"/>
                  <a:pt x="965030" y="5652626"/>
                  <a:pt x="947900" y="5657848"/>
                </a:cubicBezTo>
                <a:cubicBezTo>
                  <a:pt x="900757" y="5681878"/>
                  <a:pt x="853518" y="5624981"/>
                  <a:pt x="815627" y="5642557"/>
                </a:cubicBezTo>
                <a:cubicBezTo>
                  <a:pt x="805172" y="5642805"/>
                  <a:pt x="796221" y="5640669"/>
                  <a:pt x="788251" y="5637065"/>
                </a:cubicBezTo>
                <a:lnTo>
                  <a:pt x="767822" y="5623450"/>
                </a:lnTo>
                <a:lnTo>
                  <a:pt x="765791" y="5612539"/>
                </a:lnTo>
                <a:lnTo>
                  <a:pt x="751230" y="5608092"/>
                </a:lnTo>
                <a:lnTo>
                  <a:pt x="748008" y="5605052"/>
                </a:lnTo>
                <a:cubicBezTo>
                  <a:pt x="741868" y="5599203"/>
                  <a:pt x="735661" y="5593704"/>
                  <a:pt x="728871" y="5589469"/>
                </a:cubicBezTo>
                <a:cubicBezTo>
                  <a:pt x="717035" y="5633700"/>
                  <a:pt x="669153" y="5560747"/>
                  <a:pt x="671898" y="5602363"/>
                </a:cubicBezTo>
                <a:cubicBezTo>
                  <a:pt x="632522" y="5586794"/>
                  <a:pt x="645467" y="5630489"/>
                  <a:pt x="615065" y="5580257"/>
                </a:cubicBezTo>
                <a:cubicBezTo>
                  <a:pt x="562379" y="5565593"/>
                  <a:pt x="441250" y="5523701"/>
                  <a:pt x="355785" y="5514383"/>
                </a:cubicBezTo>
                <a:cubicBezTo>
                  <a:pt x="309622" y="5509152"/>
                  <a:pt x="172894" y="5529342"/>
                  <a:pt x="102269" y="5524347"/>
                </a:cubicBezTo>
                <a:cubicBezTo>
                  <a:pt x="72050" y="5515878"/>
                  <a:pt x="41939" y="5516649"/>
                  <a:pt x="13160" y="5514159"/>
                </a:cubicBezTo>
                <a:lnTo>
                  <a:pt x="0" y="551173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2FCC6D-ED79-3126-B1A8-87360E0FF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8891"/>
            <a:ext cx="4259731" cy="1985085"/>
          </a:xfrm>
        </p:spPr>
        <p:txBody>
          <a:bodyPr anchor="b">
            <a:normAutofit/>
          </a:bodyPr>
          <a:lstStyle/>
          <a:p>
            <a:pPr algn="ctr"/>
            <a:r>
              <a:rPr lang="en-AU"/>
              <a:t>Usage summary by plan tier </a:t>
            </a:r>
            <a:br>
              <a:rPr lang="en-AU"/>
            </a:br>
            <a:endParaRPr lang="en-AU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93DC6C-1BFD-4414-BF23-471C8831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664" y="3440576"/>
            <a:ext cx="4114800" cy="2675059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8F4E6F-7594-65D3-C1EE-12EAED79E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617" y="4498786"/>
            <a:ext cx="3836894" cy="56424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01928A5-13A8-4372-8A77-BCAAE5553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4188" y="5840345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F921B-39D4-4BCD-6E82-F9E58D7C8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6415" y="723153"/>
            <a:ext cx="4555782" cy="5392482"/>
          </a:xfrm>
        </p:spPr>
        <p:txBody>
          <a:bodyPr anchor="ctr">
            <a:normAutofit/>
          </a:bodyPr>
          <a:lstStyle/>
          <a:p>
            <a:r>
              <a:rPr lang="en-AU" sz="1600"/>
              <a:t>SELECT </a:t>
            </a:r>
          </a:p>
          <a:p>
            <a:r>
              <a:rPr lang="en-AU" sz="1600"/>
              <a:t>    c.plan_tier,</a:t>
            </a:r>
          </a:p>
          <a:p>
            <a:r>
              <a:rPr lang="en-US" sz="1600"/>
              <a:t>    COUNT(DISTINCT c.customer_id) AS total_customers,</a:t>
            </a:r>
          </a:p>
          <a:p>
            <a:r>
              <a:rPr lang="en-US" sz="1600"/>
              <a:t>    COUNT(u.usage_id) AS usage_records,</a:t>
            </a:r>
          </a:p>
          <a:p>
            <a:r>
              <a:rPr lang="en-US" sz="1600"/>
              <a:t>    AVG(u.data_used_gb) AS avg_data_gb,</a:t>
            </a:r>
          </a:p>
          <a:p>
            <a:r>
              <a:rPr lang="en-US" sz="1600"/>
              <a:t>    AVG(u.calls_minutes) AS avg_calls_minutes,</a:t>
            </a:r>
          </a:p>
          <a:p>
            <a:r>
              <a:rPr lang="en-US" sz="1600"/>
              <a:t>    AVG(c.monthly_fee) AS avg_monthly_fee</a:t>
            </a:r>
          </a:p>
          <a:p>
            <a:r>
              <a:rPr lang="en-AU" sz="1600"/>
              <a:t>FROM telstra_customers c</a:t>
            </a:r>
          </a:p>
          <a:p>
            <a:r>
              <a:rPr lang="en-US" sz="1600"/>
              <a:t>LEFT JOIN telstra_usage u ON c.customer_id = u.customer_id</a:t>
            </a:r>
          </a:p>
          <a:p>
            <a:r>
              <a:rPr lang="en-US" sz="1600"/>
              <a:t>WHERE u.usage_month &gt;= '2024-11-01' OR u.usage_month IS NULL  -- Nov-Dec + new customers</a:t>
            </a:r>
          </a:p>
          <a:p>
            <a:r>
              <a:rPr lang="en-US" sz="1600"/>
              <a:t>GROUP BY c.plan_tier</a:t>
            </a:r>
          </a:p>
          <a:p>
            <a:r>
              <a:rPr lang="en-US" sz="1600"/>
              <a:t>ORDER BY avg_monthly_fee DESC;</a:t>
            </a:r>
            <a:endParaRPr lang="en-AU" sz="1600"/>
          </a:p>
        </p:txBody>
      </p:sp>
    </p:spTree>
    <p:extLst>
      <p:ext uri="{BB962C8B-B14F-4D97-AF65-F5344CB8AC3E}">
        <p14:creationId xmlns:p14="http://schemas.microsoft.com/office/powerpoint/2010/main" val="1223150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BE59-FE07-F254-B33E-C4036859F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Joining Customers, Usage and Transaction Tables</a:t>
            </a:r>
            <a:br>
              <a:rPr lang="en-US" dirty="0"/>
            </a:br>
            <a:endParaRPr lang="en-AU" dirty="0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F63C8A8A-604C-2F24-94F7-52D02BD6D7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266825"/>
          <a:ext cx="5572125" cy="4910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41E6076-80B8-69C2-C548-C9B7CCD473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583" y="3912394"/>
            <a:ext cx="4601217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36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1337</Words>
  <Application>Microsoft Office PowerPoint</Application>
  <PresentationFormat>Widescreen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Telstra Telco customer usage analysis</vt:lpstr>
      <vt:lpstr>Requirements</vt:lpstr>
      <vt:lpstr>Data Structure and Business Questions </vt:lpstr>
      <vt:lpstr>Telstra Customer Table (Demo) </vt:lpstr>
      <vt:lpstr>Usage Records Table (Demo) </vt:lpstr>
      <vt:lpstr>Match customer names with their Dec usage</vt:lpstr>
      <vt:lpstr>Which customers had NO usage in December?  </vt:lpstr>
      <vt:lpstr>Average usage by plan tier (Bronze/Silver/Gold) </vt:lpstr>
      <vt:lpstr>Usage summary by plan tier  </vt:lpstr>
      <vt:lpstr>Joining Customers, Usage and Transaction Tables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LE</dc:creator>
  <cp:lastModifiedBy>MICHAEL LE</cp:lastModifiedBy>
  <cp:revision>14</cp:revision>
  <dcterms:created xsi:type="dcterms:W3CDTF">2026-03-16T17:39:35Z</dcterms:created>
  <dcterms:modified xsi:type="dcterms:W3CDTF">2026-03-16T18:41:21Z</dcterms:modified>
</cp:coreProperties>
</file>