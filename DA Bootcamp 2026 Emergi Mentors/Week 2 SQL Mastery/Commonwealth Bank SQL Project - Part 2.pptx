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6" r:id="rId2"/>
    <p:sldId id="261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310" r:id="rId12"/>
    <p:sldId id="294" r:id="rId13"/>
    <p:sldId id="311" r:id="rId14"/>
    <p:sldId id="295" r:id="rId15"/>
    <p:sldId id="322" r:id="rId16"/>
    <p:sldId id="296" r:id="rId17"/>
    <p:sldId id="313" r:id="rId18"/>
    <p:sldId id="297" r:id="rId19"/>
    <p:sldId id="312" r:id="rId20"/>
    <p:sldId id="298" r:id="rId21"/>
    <p:sldId id="321" r:id="rId22"/>
    <p:sldId id="299" r:id="rId23"/>
    <p:sldId id="320" r:id="rId24"/>
    <p:sldId id="300" r:id="rId25"/>
    <p:sldId id="319" r:id="rId26"/>
    <p:sldId id="301" r:id="rId27"/>
    <p:sldId id="318" r:id="rId28"/>
    <p:sldId id="302" r:id="rId29"/>
    <p:sldId id="303" r:id="rId30"/>
    <p:sldId id="304" r:id="rId31"/>
    <p:sldId id="317" r:id="rId32"/>
    <p:sldId id="305" r:id="rId33"/>
    <p:sldId id="306" r:id="rId34"/>
    <p:sldId id="316" r:id="rId35"/>
    <p:sldId id="307" r:id="rId36"/>
    <p:sldId id="315" r:id="rId37"/>
    <p:sldId id="308" r:id="rId38"/>
    <p:sldId id="314" r:id="rId39"/>
    <p:sldId id="309" r:id="rId40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5" autoAdjust="0"/>
    <p:restoredTop sz="94660"/>
  </p:normalViewPr>
  <p:slideViewPr>
    <p:cSldViewPr snapToGrid="0">
      <p:cViewPr>
        <p:scale>
          <a:sx n="75" d="100"/>
          <a:sy n="75" d="100"/>
        </p:scale>
        <p:origin x="287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github.com/Mikele02171/Main-Stuff/tree/main/DA%20Bootcamp%202026%20Emergi%20Mentors/Week%202%20SQL%20Mastery/Module%204%20Advanced%20SQL%20and%20Enterprise%20Analytics/Window_Functions_Mastery" TargetMode="External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hyperlink" Target="https://github.com/Mikele02171/Main-Stuff/tree/main/DA%20Bootcamp%202026%20Emergi%20Mentors/Week%202%20SQL%20Mastery/Module%204%20Advanced%20SQL%20and%20Enterprise%20Analytics/Window_Functions_Master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>
              <a:solidFill>
                <a:schemeClr val="tx1"/>
              </a:solidFill>
              <a:hlinkClick xmlns:r="http://schemas.openxmlformats.org/officeDocument/2006/relationships" r:id="rId1"/>
            </a:rPr>
            <a:t>https://github.com/Mikele02171/Main-Stuff/tree/main/DA%20Bootcamp%202026%20Emergi%20Mentors/Week%202%20SQL%20Mastery/Module%204%20Advanced%20SQL%20and%20Enterprise%20Analytics/Window_Functions_Mastery</a:t>
          </a:r>
          <a:endParaRPr lang="en-AU" dirty="0">
            <a:solidFill>
              <a:schemeClr val="tx1"/>
            </a:solidFill>
          </a:endParaRPr>
        </a:p>
        <a:p>
          <a:pPr>
            <a:lnSpc>
              <a:spcPct val="100000"/>
            </a:lnSpc>
          </a:pP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7A910F-4AC6-4949-809F-F2B54DBD903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B8BF0C4-D1D6-4564-A87B-C80E850C2C68}">
      <dgm:prSet/>
      <dgm:spPr/>
      <dgm:t>
        <a:bodyPr/>
        <a:lstStyle/>
        <a:p>
          <a:r>
            <a:rPr lang="en-AU"/>
            <a:t>Add Commonwealth Bank Database</a:t>
          </a:r>
          <a:endParaRPr lang="en-US"/>
        </a:p>
      </dgm:t>
    </dgm:pt>
    <dgm:pt modelId="{A3B62FBE-7ED6-43BD-BF39-41914B2D2EE7}" type="parTrans" cxnId="{6533BBEF-FA5B-4E85-AAF4-70624BC07EAD}">
      <dgm:prSet/>
      <dgm:spPr/>
      <dgm:t>
        <a:bodyPr/>
        <a:lstStyle/>
        <a:p>
          <a:endParaRPr lang="en-US"/>
        </a:p>
      </dgm:t>
    </dgm:pt>
    <dgm:pt modelId="{FC536D53-C5A4-4765-9EDB-2E899BD27644}" type="sibTrans" cxnId="{6533BBEF-FA5B-4E85-AAF4-70624BC07EAD}">
      <dgm:prSet/>
      <dgm:spPr/>
      <dgm:t>
        <a:bodyPr/>
        <a:lstStyle/>
        <a:p>
          <a:endParaRPr lang="en-US"/>
        </a:p>
      </dgm:t>
    </dgm:pt>
    <dgm:pt modelId="{F68BD199-198B-47BE-9BC0-195B75199EEA}">
      <dgm:prSet/>
      <dgm:spPr/>
      <dgm:t>
        <a:bodyPr/>
        <a:lstStyle/>
        <a:p>
          <a:r>
            <a:rPr lang="en-AU"/>
            <a:t>DDL: Creating Customers Table </a:t>
          </a:r>
          <a:endParaRPr lang="en-US"/>
        </a:p>
      </dgm:t>
    </dgm:pt>
    <dgm:pt modelId="{B6BECB77-9893-4F75-B1BD-B650CCA94229}" type="parTrans" cxnId="{676D55AE-D09A-4797-AF09-5DFA9B22A863}">
      <dgm:prSet/>
      <dgm:spPr/>
      <dgm:t>
        <a:bodyPr/>
        <a:lstStyle/>
        <a:p>
          <a:endParaRPr lang="en-US"/>
        </a:p>
      </dgm:t>
    </dgm:pt>
    <dgm:pt modelId="{6574954C-8A26-45F7-8394-2B6B8F8C61B7}" type="sibTrans" cxnId="{676D55AE-D09A-4797-AF09-5DFA9B22A863}">
      <dgm:prSet/>
      <dgm:spPr/>
      <dgm:t>
        <a:bodyPr/>
        <a:lstStyle/>
        <a:p>
          <a:endParaRPr lang="en-US"/>
        </a:p>
      </dgm:t>
    </dgm:pt>
    <dgm:pt modelId="{C03CD778-8612-4F4D-BF6A-7CECABEBA8B2}">
      <dgm:prSet/>
      <dgm:spPr/>
      <dgm:t>
        <a:bodyPr/>
        <a:lstStyle/>
        <a:p>
          <a:r>
            <a:rPr lang="en-AU"/>
            <a:t>DML: Inserting Customer Data</a:t>
          </a:r>
          <a:endParaRPr lang="en-US"/>
        </a:p>
      </dgm:t>
    </dgm:pt>
    <dgm:pt modelId="{CAA959AA-5037-4BB4-A27E-72479B5D8051}" type="parTrans" cxnId="{0D2CD6EB-A328-4DB2-AA5A-5094E0ACB710}">
      <dgm:prSet/>
      <dgm:spPr/>
      <dgm:t>
        <a:bodyPr/>
        <a:lstStyle/>
        <a:p>
          <a:endParaRPr lang="en-US"/>
        </a:p>
      </dgm:t>
    </dgm:pt>
    <dgm:pt modelId="{B554DBDC-98A2-43DB-9BC9-6184A867E069}" type="sibTrans" cxnId="{0D2CD6EB-A328-4DB2-AA5A-5094E0ACB710}">
      <dgm:prSet/>
      <dgm:spPr/>
      <dgm:t>
        <a:bodyPr/>
        <a:lstStyle/>
        <a:p>
          <a:endParaRPr lang="en-US"/>
        </a:p>
      </dgm:t>
    </dgm:pt>
    <dgm:pt modelId="{7A15BFB7-ECBD-4236-AF6E-FBF6E6A95267}">
      <dgm:prSet/>
      <dgm:spPr/>
      <dgm:t>
        <a:bodyPr/>
        <a:lstStyle/>
        <a:p>
          <a:r>
            <a:rPr lang="en-AU"/>
            <a:t>DQL: Validation Check</a:t>
          </a:r>
          <a:endParaRPr lang="en-US"/>
        </a:p>
      </dgm:t>
    </dgm:pt>
    <dgm:pt modelId="{52B40A34-9FF5-4789-AE64-37F1B638DFB4}" type="parTrans" cxnId="{E4A254F2-04E8-4BEB-8D1A-5532375BC795}">
      <dgm:prSet/>
      <dgm:spPr/>
      <dgm:t>
        <a:bodyPr/>
        <a:lstStyle/>
        <a:p>
          <a:endParaRPr lang="en-US"/>
        </a:p>
      </dgm:t>
    </dgm:pt>
    <dgm:pt modelId="{0A43F339-BCF8-4557-A68C-E3B235611786}" type="sibTrans" cxnId="{E4A254F2-04E8-4BEB-8D1A-5532375BC795}">
      <dgm:prSet/>
      <dgm:spPr/>
      <dgm:t>
        <a:bodyPr/>
        <a:lstStyle/>
        <a:p>
          <a:endParaRPr lang="en-US"/>
        </a:p>
      </dgm:t>
    </dgm:pt>
    <dgm:pt modelId="{302572C2-9AA7-4AB0-8587-7789AF338862}">
      <dgm:prSet/>
      <dgm:spPr/>
      <dgm:t>
        <a:bodyPr/>
        <a:lstStyle/>
        <a:p>
          <a:r>
            <a:rPr lang="en-AU"/>
            <a:t>DQL: Overall Customer Transaction Aggregations </a:t>
          </a:r>
          <a:endParaRPr lang="en-US"/>
        </a:p>
      </dgm:t>
    </dgm:pt>
    <dgm:pt modelId="{1237F7E2-0888-415E-A377-7383A30B0EEB}" type="parTrans" cxnId="{64875879-0394-4292-A104-C4F77D29F79D}">
      <dgm:prSet/>
      <dgm:spPr/>
      <dgm:t>
        <a:bodyPr/>
        <a:lstStyle/>
        <a:p>
          <a:endParaRPr lang="en-US"/>
        </a:p>
      </dgm:t>
    </dgm:pt>
    <dgm:pt modelId="{DBE9E635-512E-45CE-A1D1-734A0B4D3FF9}" type="sibTrans" cxnId="{64875879-0394-4292-A104-C4F77D29F79D}">
      <dgm:prSet/>
      <dgm:spPr/>
      <dgm:t>
        <a:bodyPr/>
        <a:lstStyle/>
        <a:p>
          <a:endParaRPr lang="en-US"/>
        </a:p>
      </dgm:t>
    </dgm:pt>
    <dgm:pt modelId="{84704125-CD93-40E3-AD75-6DC1B6B3953D}">
      <dgm:prSet/>
      <dgm:spPr/>
      <dgm:t>
        <a:bodyPr/>
        <a:lstStyle/>
        <a:p>
          <a:r>
            <a:rPr lang="en-AU"/>
            <a:t>DQL: Customer Transaction Details</a:t>
          </a:r>
          <a:endParaRPr lang="en-US"/>
        </a:p>
      </dgm:t>
    </dgm:pt>
    <dgm:pt modelId="{6603E328-F993-49A3-A65B-4B9F4B527DB2}" type="parTrans" cxnId="{C37716E0-E793-4062-84E0-56D495E9120A}">
      <dgm:prSet/>
      <dgm:spPr/>
      <dgm:t>
        <a:bodyPr/>
        <a:lstStyle/>
        <a:p>
          <a:endParaRPr lang="en-US"/>
        </a:p>
      </dgm:t>
    </dgm:pt>
    <dgm:pt modelId="{B262F1BE-47F4-4E9F-81E1-40BED51C6C62}" type="sibTrans" cxnId="{C37716E0-E793-4062-84E0-56D495E9120A}">
      <dgm:prSet/>
      <dgm:spPr/>
      <dgm:t>
        <a:bodyPr/>
        <a:lstStyle/>
        <a:p>
          <a:endParaRPr lang="en-US"/>
        </a:p>
      </dgm:t>
    </dgm:pt>
    <dgm:pt modelId="{7D3C6C6D-BCC6-4548-BBF8-256342C7FE15}">
      <dgm:prSet/>
      <dgm:spPr/>
      <dgm:t>
        <a:bodyPr/>
        <a:lstStyle/>
        <a:p>
          <a:r>
            <a:rPr lang="en-AU"/>
            <a:t>DQL: Customer Rank based on Customer Balance</a:t>
          </a:r>
          <a:endParaRPr lang="en-US"/>
        </a:p>
      </dgm:t>
    </dgm:pt>
    <dgm:pt modelId="{FB9894A0-4B15-481F-A3A4-1FCE14AE3F86}" type="parTrans" cxnId="{7555278D-E24F-4E65-8A56-A2498FB5DD0D}">
      <dgm:prSet/>
      <dgm:spPr/>
      <dgm:t>
        <a:bodyPr/>
        <a:lstStyle/>
        <a:p>
          <a:endParaRPr lang="en-US"/>
        </a:p>
      </dgm:t>
    </dgm:pt>
    <dgm:pt modelId="{029BF867-3F8D-4691-AA71-38F4CA4FA462}" type="sibTrans" cxnId="{7555278D-E24F-4E65-8A56-A2498FB5DD0D}">
      <dgm:prSet/>
      <dgm:spPr/>
      <dgm:t>
        <a:bodyPr/>
        <a:lstStyle/>
        <a:p>
          <a:endParaRPr lang="en-US"/>
        </a:p>
      </dgm:t>
    </dgm:pt>
    <dgm:pt modelId="{19AC1F77-2BDE-4363-8C2F-353F74AD95A8}">
      <dgm:prSet/>
      <dgm:spPr/>
      <dgm:t>
        <a:bodyPr/>
        <a:lstStyle/>
        <a:p>
          <a:r>
            <a:rPr lang="en-AU"/>
            <a:t>DQL: Rank vs Dense Rank on Customer Balance</a:t>
          </a:r>
          <a:endParaRPr lang="en-US"/>
        </a:p>
      </dgm:t>
    </dgm:pt>
    <dgm:pt modelId="{6DAEB814-F8B7-4DA1-A330-45EB4FB117E1}" type="parTrans" cxnId="{BCBA407E-60DD-444D-9C0C-107082FC4AB9}">
      <dgm:prSet/>
      <dgm:spPr/>
      <dgm:t>
        <a:bodyPr/>
        <a:lstStyle/>
        <a:p>
          <a:endParaRPr lang="en-US"/>
        </a:p>
      </dgm:t>
    </dgm:pt>
    <dgm:pt modelId="{59F6FEE0-A440-44C1-BD4D-4954552AF2AA}" type="sibTrans" cxnId="{BCBA407E-60DD-444D-9C0C-107082FC4AB9}">
      <dgm:prSet/>
      <dgm:spPr/>
      <dgm:t>
        <a:bodyPr/>
        <a:lstStyle/>
        <a:p>
          <a:endParaRPr lang="en-US"/>
        </a:p>
      </dgm:t>
    </dgm:pt>
    <dgm:pt modelId="{6E205362-CDE1-4C01-B21F-53F3ABE78128}">
      <dgm:prSet/>
      <dgm:spPr/>
      <dgm:t>
        <a:bodyPr/>
        <a:lstStyle/>
        <a:p>
          <a:r>
            <a:rPr lang="en-AU"/>
            <a:t>DQL: Percentiles on Customer Balance</a:t>
          </a:r>
          <a:endParaRPr lang="en-US"/>
        </a:p>
      </dgm:t>
    </dgm:pt>
    <dgm:pt modelId="{9740F4A1-C042-4FF2-B061-AD84F5EEA2D9}" type="parTrans" cxnId="{1D0DDAF5-A88C-461B-8284-E3E05EFD0B99}">
      <dgm:prSet/>
      <dgm:spPr/>
      <dgm:t>
        <a:bodyPr/>
        <a:lstStyle/>
        <a:p>
          <a:endParaRPr lang="en-US"/>
        </a:p>
      </dgm:t>
    </dgm:pt>
    <dgm:pt modelId="{F074CB7D-2DB6-4E72-B3D3-A17174FA2213}" type="sibTrans" cxnId="{1D0DDAF5-A88C-461B-8284-E3E05EFD0B99}">
      <dgm:prSet/>
      <dgm:spPr/>
      <dgm:t>
        <a:bodyPr/>
        <a:lstStyle/>
        <a:p>
          <a:endParaRPr lang="en-US"/>
        </a:p>
      </dgm:t>
    </dgm:pt>
    <dgm:pt modelId="{7B59F024-8F59-478C-83AF-CB9CA75261C9}">
      <dgm:prSet/>
      <dgm:spPr/>
      <dgm:t>
        <a:bodyPr/>
        <a:lstStyle/>
        <a:p>
          <a:r>
            <a:rPr lang="en-AU"/>
            <a:t>DQL: LAG and LEAD on Customer Balances </a:t>
          </a:r>
          <a:endParaRPr lang="en-US"/>
        </a:p>
      </dgm:t>
    </dgm:pt>
    <dgm:pt modelId="{340B6B84-F8F3-497C-A2C3-F230E68CB135}" type="parTrans" cxnId="{FEDEAAE4-F21B-421D-98A8-DBB9DEA064A3}">
      <dgm:prSet/>
      <dgm:spPr/>
      <dgm:t>
        <a:bodyPr/>
        <a:lstStyle/>
        <a:p>
          <a:endParaRPr lang="en-US"/>
        </a:p>
      </dgm:t>
    </dgm:pt>
    <dgm:pt modelId="{A758E96A-ACF0-4FAB-B2C1-5BD37BC848AB}" type="sibTrans" cxnId="{FEDEAAE4-F21B-421D-98A8-DBB9DEA064A3}">
      <dgm:prSet/>
      <dgm:spPr/>
      <dgm:t>
        <a:bodyPr/>
        <a:lstStyle/>
        <a:p>
          <a:endParaRPr lang="en-US"/>
        </a:p>
      </dgm:t>
    </dgm:pt>
    <dgm:pt modelId="{0DA337D7-E1D9-418F-8783-821CC52A8F6B}">
      <dgm:prSet/>
      <dgm:spPr/>
      <dgm:t>
        <a:bodyPr/>
        <a:lstStyle/>
        <a:p>
          <a:r>
            <a:rPr lang="en-AU"/>
            <a:t>DQL: Year-over-Year Comparison </a:t>
          </a:r>
          <a:endParaRPr lang="en-US"/>
        </a:p>
      </dgm:t>
    </dgm:pt>
    <dgm:pt modelId="{0DEA7B0C-84D0-4066-8971-18201ECFE1EA}" type="parTrans" cxnId="{2AE1A74A-0F57-4F6E-AD92-D869C95FF9A2}">
      <dgm:prSet/>
      <dgm:spPr/>
      <dgm:t>
        <a:bodyPr/>
        <a:lstStyle/>
        <a:p>
          <a:endParaRPr lang="en-US"/>
        </a:p>
      </dgm:t>
    </dgm:pt>
    <dgm:pt modelId="{8E33BE0D-7829-4354-BE40-AD7EB2E3EA4A}" type="sibTrans" cxnId="{2AE1A74A-0F57-4F6E-AD92-D869C95FF9A2}">
      <dgm:prSet/>
      <dgm:spPr/>
      <dgm:t>
        <a:bodyPr/>
        <a:lstStyle/>
        <a:p>
          <a:endParaRPr lang="en-US"/>
        </a:p>
      </dgm:t>
    </dgm:pt>
    <dgm:pt modelId="{D7A2D8CC-3AD1-48A1-A28F-E463894C8A4A}">
      <dgm:prSet/>
      <dgm:spPr/>
      <dgm:t>
        <a:bodyPr/>
        <a:lstStyle/>
        <a:p>
          <a:r>
            <a:rPr lang="en-AU"/>
            <a:t>DQL: Running Totals with SUM(), OVER()</a:t>
          </a:r>
          <a:endParaRPr lang="en-US"/>
        </a:p>
      </dgm:t>
    </dgm:pt>
    <dgm:pt modelId="{40F747A0-9090-42AE-BC17-979341752015}" type="parTrans" cxnId="{2DBBCDA4-B49E-42DF-8B43-3F5990F1AD5C}">
      <dgm:prSet/>
      <dgm:spPr/>
      <dgm:t>
        <a:bodyPr/>
        <a:lstStyle/>
        <a:p>
          <a:endParaRPr lang="en-US"/>
        </a:p>
      </dgm:t>
    </dgm:pt>
    <dgm:pt modelId="{F8B5B9B3-E0E9-447F-9DC1-460BFBD4B6EA}" type="sibTrans" cxnId="{2DBBCDA4-B49E-42DF-8B43-3F5990F1AD5C}">
      <dgm:prSet/>
      <dgm:spPr/>
      <dgm:t>
        <a:bodyPr/>
        <a:lstStyle/>
        <a:p>
          <a:endParaRPr lang="en-US"/>
        </a:p>
      </dgm:t>
    </dgm:pt>
    <dgm:pt modelId="{FD7BD76A-E1FE-45F9-9047-F5E46E4A7DD2}">
      <dgm:prSet/>
      <dgm:spPr/>
      <dgm:t>
        <a:bodyPr/>
        <a:lstStyle/>
        <a:p>
          <a:r>
            <a:rPr lang="en-AU"/>
            <a:t>DQL: Calculate rankings for each state</a:t>
          </a:r>
          <a:endParaRPr lang="en-US"/>
        </a:p>
      </dgm:t>
    </dgm:pt>
    <dgm:pt modelId="{8AE11F74-7C39-42B0-B521-08940B4B7536}" type="parTrans" cxnId="{F8C7BB5C-3BC8-469E-BEBE-CF2EEBFA545D}">
      <dgm:prSet/>
      <dgm:spPr/>
      <dgm:t>
        <a:bodyPr/>
        <a:lstStyle/>
        <a:p>
          <a:endParaRPr lang="en-US"/>
        </a:p>
      </dgm:t>
    </dgm:pt>
    <dgm:pt modelId="{44FB06B3-3A26-4507-A3CC-FC60A7803551}" type="sibTrans" cxnId="{F8C7BB5C-3BC8-469E-BEBE-CF2EEBFA545D}">
      <dgm:prSet/>
      <dgm:spPr/>
      <dgm:t>
        <a:bodyPr/>
        <a:lstStyle/>
        <a:p>
          <a:endParaRPr lang="en-US"/>
        </a:p>
      </dgm:t>
    </dgm:pt>
    <dgm:pt modelId="{0E387EB5-29DE-496C-951F-16EE6F0F551D}">
      <dgm:prSet/>
      <dgm:spPr/>
      <dgm:t>
        <a:bodyPr/>
        <a:lstStyle/>
        <a:p>
          <a:r>
            <a:rPr lang="en-AU"/>
            <a:t>DQL: Production Dashboard Query</a:t>
          </a:r>
          <a:endParaRPr lang="en-US"/>
        </a:p>
      </dgm:t>
    </dgm:pt>
    <dgm:pt modelId="{5766BB5B-17DC-406F-A063-BC41742FC6BD}" type="parTrans" cxnId="{35EE1AD8-1442-4F7A-AEFA-0B42A58B110A}">
      <dgm:prSet/>
      <dgm:spPr/>
      <dgm:t>
        <a:bodyPr/>
        <a:lstStyle/>
        <a:p>
          <a:endParaRPr lang="en-US"/>
        </a:p>
      </dgm:t>
    </dgm:pt>
    <dgm:pt modelId="{F654C5C2-4CCF-4B2B-B19B-7BD9391B4766}" type="sibTrans" cxnId="{35EE1AD8-1442-4F7A-AEFA-0B42A58B110A}">
      <dgm:prSet/>
      <dgm:spPr/>
      <dgm:t>
        <a:bodyPr/>
        <a:lstStyle/>
        <a:p>
          <a:endParaRPr lang="en-US"/>
        </a:p>
      </dgm:t>
    </dgm:pt>
    <dgm:pt modelId="{AD4E2519-FB1A-49E1-A60C-0DEAF952CE65}">
      <dgm:prSet/>
      <dgm:spPr/>
      <dgm:t>
        <a:bodyPr/>
        <a:lstStyle/>
        <a:p>
          <a:r>
            <a:rPr lang="en-AU"/>
            <a:t>DQL: Top Customers per State</a:t>
          </a:r>
          <a:endParaRPr lang="en-US"/>
        </a:p>
      </dgm:t>
    </dgm:pt>
    <dgm:pt modelId="{9DE89529-1784-4494-AEE0-7D3377B439ED}" type="parTrans" cxnId="{981EE11E-0C6D-4C66-86C9-86CC6D166E7C}">
      <dgm:prSet/>
      <dgm:spPr/>
      <dgm:t>
        <a:bodyPr/>
        <a:lstStyle/>
        <a:p>
          <a:endParaRPr lang="en-US"/>
        </a:p>
      </dgm:t>
    </dgm:pt>
    <dgm:pt modelId="{61C35C6E-E36A-442D-95C4-2B669109621E}" type="sibTrans" cxnId="{981EE11E-0C6D-4C66-86C9-86CC6D166E7C}">
      <dgm:prSet/>
      <dgm:spPr/>
      <dgm:t>
        <a:bodyPr/>
        <a:lstStyle/>
        <a:p>
          <a:endParaRPr lang="en-US"/>
        </a:p>
      </dgm:t>
    </dgm:pt>
    <dgm:pt modelId="{0F855A9F-248A-4F30-BC88-35B243A6D2D0}">
      <dgm:prSet/>
      <dgm:spPr/>
      <dgm:t>
        <a:bodyPr/>
        <a:lstStyle/>
        <a:p>
          <a:r>
            <a:rPr lang="en-AU"/>
            <a:t>DQL: Month-over-Month Signup Growth</a:t>
          </a:r>
          <a:endParaRPr lang="en-US"/>
        </a:p>
      </dgm:t>
    </dgm:pt>
    <dgm:pt modelId="{E8D7E4D4-CC8B-4AD6-8AFE-433C8522C70B}" type="parTrans" cxnId="{7BDDF460-8AFC-484A-B391-51EE9A48F14C}">
      <dgm:prSet/>
      <dgm:spPr/>
      <dgm:t>
        <a:bodyPr/>
        <a:lstStyle/>
        <a:p>
          <a:endParaRPr lang="en-US"/>
        </a:p>
      </dgm:t>
    </dgm:pt>
    <dgm:pt modelId="{44F3F4C7-BC3E-4754-8EBE-7446E2591918}" type="sibTrans" cxnId="{7BDDF460-8AFC-484A-B391-51EE9A48F14C}">
      <dgm:prSet/>
      <dgm:spPr/>
      <dgm:t>
        <a:bodyPr/>
        <a:lstStyle/>
        <a:p>
          <a:endParaRPr lang="en-US"/>
        </a:p>
      </dgm:t>
    </dgm:pt>
    <dgm:pt modelId="{986B7068-138B-4568-BA9E-54590831402C}">
      <dgm:prSet/>
      <dgm:spPr/>
      <dgm:t>
        <a:bodyPr/>
        <a:lstStyle/>
        <a:p>
          <a:r>
            <a:rPr lang="en-AU"/>
            <a:t>DQL: Moving Average</a:t>
          </a:r>
          <a:endParaRPr lang="en-US"/>
        </a:p>
      </dgm:t>
    </dgm:pt>
    <dgm:pt modelId="{D4790AA7-88C7-4ADB-8B99-3A7AD2B1663F}" type="parTrans" cxnId="{8DFF853E-8726-4495-AB8D-AC071802A577}">
      <dgm:prSet/>
      <dgm:spPr/>
      <dgm:t>
        <a:bodyPr/>
        <a:lstStyle/>
        <a:p>
          <a:endParaRPr lang="en-US"/>
        </a:p>
      </dgm:t>
    </dgm:pt>
    <dgm:pt modelId="{11432BE8-6003-4D14-B91A-1509201CA8E1}" type="sibTrans" cxnId="{8DFF853E-8726-4495-AB8D-AC071802A577}">
      <dgm:prSet/>
      <dgm:spPr/>
      <dgm:t>
        <a:bodyPr/>
        <a:lstStyle/>
        <a:p>
          <a:endParaRPr lang="en-US"/>
        </a:p>
      </dgm:t>
    </dgm:pt>
    <dgm:pt modelId="{30E099B7-6F2C-461F-92F0-F04B37ACABCC}">
      <dgm:prSet/>
      <dgm:spPr/>
      <dgm:t>
        <a:bodyPr/>
        <a:lstStyle/>
        <a:p>
          <a:r>
            <a:rPr lang="en-AU"/>
            <a:t>DQL: Percentile Rank</a:t>
          </a:r>
          <a:endParaRPr lang="en-US"/>
        </a:p>
      </dgm:t>
    </dgm:pt>
    <dgm:pt modelId="{6699760F-A643-4E54-B57F-772798C1EB70}" type="parTrans" cxnId="{77DEF040-28FF-4E16-8160-0378E2C52285}">
      <dgm:prSet/>
      <dgm:spPr/>
      <dgm:t>
        <a:bodyPr/>
        <a:lstStyle/>
        <a:p>
          <a:endParaRPr lang="en-US"/>
        </a:p>
      </dgm:t>
    </dgm:pt>
    <dgm:pt modelId="{9F290552-5338-4542-BD62-40059173B9E7}" type="sibTrans" cxnId="{77DEF040-28FF-4E16-8160-0378E2C52285}">
      <dgm:prSet/>
      <dgm:spPr/>
      <dgm:t>
        <a:bodyPr/>
        <a:lstStyle/>
        <a:p>
          <a:endParaRPr lang="en-US"/>
        </a:p>
      </dgm:t>
    </dgm:pt>
    <dgm:pt modelId="{5030D6E5-1E80-4A2D-B878-70D33E848AD8}">
      <dgm:prSet/>
      <dgm:spPr/>
      <dgm:t>
        <a:bodyPr/>
        <a:lstStyle/>
        <a:p>
          <a:r>
            <a:rPr lang="en-AU"/>
            <a:t>DQL: First and Last Values</a:t>
          </a:r>
          <a:endParaRPr lang="en-US"/>
        </a:p>
      </dgm:t>
    </dgm:pt>
    <dgm:pt modelId="{851CE970-1646-4000-88B2-0F2BABF54F2F}" type="parTrans" cxnId="{62B311F8-D7CA-4350-942A-AAC61D98FB15}">
      <dgm:prSet/>
      <dgm:spPr/>
      <dgm:t>
        <a:bodyPr/>
        <a:lstStyle/>
        <a:p>
          <a:endParaRPr lang="en-US"/>
        </a:p>
      </dgm:t>
    </dgm:pt>
    <dgm:pt modelId="{EF35A7B6-34B4-4A1B-BAA4-EDA312BE0B51}" type="sibTrans" cxnId="{62B311F8-D7CA-4350-942A-AAC61D98FB15}">
      <dgm:prSet/>
      <dgm:spPr/>
      <dgm:t>
        <a:bodyPr/>
        <a:lstStyle/>
        <a:p>
          <a:endParaRPr lang="en-US"/>
        </a:p>
      </dgm:t>
    </dgm:pt>
    <dgm:pt modelId="{76A3568B-6210-4548-A000-4CEB6A058E6B}" type="pres">
      <dgm:prSet presAssocID="{F37A910F-4AC6-4949-809F-F2B54DBD9037}" presName="diagram" presStyleCnt="0">
        <dgm:presLayoutVars>
          <dgm:dir/>
          <dgm:resizeHandles val="exact"/>
        </dgm:presLayoutVars>
      </dgm:prSet>
      <dgm:spPr/>
    </dgm:pt>
    <dgm:pt modelId="{FF48D059-A8A9-46A8-AA01-E784FF9D493D}" type="pres">
      <dgm:prSet presAssocID="{DB8BF0C4-D1D6-4564-A87B-C80E850C2C68}" presName="node" presStyleLbl="node1" presStyleIdx="0" presStyleCnt="19">
        <dgm:presLayoutVars>
          <dgm:bulletEnabled val="1"/>
        </dgm:presLayoutVars>
      </dgm:prSet>
      <dgm:spPr/>
    </dgm:pt>
    <dgm:pt modelId="{447047E9-BE3C-4C06-96B2-EBE845FD6366}" type="pres">
      <dgm:prSet presAssocID="{FC536D53-C5A4-4765-9EDB-2E899BD27644}" presName="sibTrans" presStyleCnt="0"/>
      <dgm:spPr/>
    </dgm:pt>
    <dgm:pt modelId="{626A5AA0-7B62-405D-BA73-A24596CC0CB4}" type="pres">
      <dgm:prSet presAssocID="{F68BD199-198B-47BE-9BC0-195B75199EEA}" presName="node" presStyleLbl="node1" presStyleIdx="1" presStyleCnt="19">
        <dgm:presLayoutVars>
          <dgm:bulletEnabled val="1"/>
        </dgm:presLayoutVars>
      </dgm:prSet>
      <dgm:spPr/>
    </dgm:pt>
    <dgm:pt modelId="{7DB47619-C8CC-4EA0-A235-ACF50E33ED04}" type="pres">
      <dgm:prSet presAssocID="{6574954C-8A26-45F7-8394-2B6B8F8C61B7}" presName="sibTrans" presStyleCnt="0"/>
      <dgm:spPr/>
    </dgm:pt>
    <dgm:pt modelId="{806809FD-1108-43DA-8FCC-882C628F215D}" type="pres">
      <dgm:prSet presAssocID="{C03CD778-8612-4F4D-BF6A-7CECABEBA8B2}" presName="node" presStyleLbl="node1" presStyleIdx="2" presStyleCnt="19">
        <dgm:presLayoutVars>
          <dgm:bulletEnabled val="1"/>
        </dgm:presLayoutVars>
      </dgm:prSet>
      <dgm:spPr/>
    </dgm:pt>
    <dgm:pt modelId="{79962D5B-A52B-4379-BB07-5ADEC51D0A0F}" type="pres">
      <dgm:prSet presAssocID="{B554DBDC-98A2-43DB-9BC9-6184A867E069}" presName="sibTrans" presStyleCnt="0"/>
      <dgm:spPr/>
    </dgm:pt>
    <dgm:pt modelId="{38C89BA5-2B37-4D1C-A497-9D79CC4C95B7}" type="pres">
      <dgm:prSet presAssocID="{7A15BFB7-ECBD-4236-AF6E-FBF6E6A95267}" presName="node" presStyleLbl="node1" presStyleIdx="3" presStyleCnt="19">
        <dgm:presLayoutVars>
          <dgm:bulletEnabled val="1"/>
        </dgm:presLayoutVars>
      </dgm:prSet>
      <dgm:spPr/>
    </dgm:pt>
    <dgm:pt modelId="{ADC5028B-7D5C-4958-B1BD-65FD41E1137A}" type="pres">
      <dgm:prSet presAssocID="{0A43F339-BCF8-4557-A68C-E3B235611786}" presName="sibTrans" presStyleCnt="0"/>
      <dgm:spPr/>
    </dgm:pt>
    <dgm:pt modelId="{B8E6ACC7-2A57-4B67-B0EC-2AEA4990C44A}" type="pres">
      <dgm:prSet presAssocID="{302572C2-9AA7-4AB0-8587-7789AF338862}" presName="node" presStyleLbl="node1" presStyleIdx="4" presStyleCnt="19">
        <dgm:presLayoutVars>
          <dgm:bulletEnabled val="1"/>
        </dgm:presLayoutVars>
      </dgm:prSet>
      <dgm:spPr/>
    </dgm:pt>
    <dgm:pt modelId="{65C8FFE1-FC91-41A2-B348-283629D4B1BA}" type="pres">
      <dgm:prSet presAssocID="{DBE9E635-512E-45CE-A1D1-734A0B4D3FF9}" presName="sibTrans" presStyleCnt="0"/>
      <dgm:spPr/>
    </dgm:pt>
    <dgm:pt modelId="{12DC1DCF-8B7C-4A97-BB47-0975EACF052F}" type="pres">
      <dgm:prSet presAssocID="{84704125-CD93-40E3-AD75-6DC1B6B3953D}" presName="node" presStyleLbl="node1" presStyleIdx="5" presStyleCnt="19">
        <dgm:presLayoutVars>
          <dgm:bulletEnabled val="1"/>
        </dgm:presLayoutVars>
      </dgm:prSet>
      <dgm:spPr/>
    </dgm:pt>
    <dgm:pt modelId="{E3C34A96-A28A-4AA0-AD92-21338DD7E054}" type="pres">
      <dgm:prSet presAssocID="{B262F1BE-47F4-4E9F-81E1-40BED51C6C62}" presName="sibTrans" presStyleCnt="0"/>
      <dgm:spPr/>
    </dgm:pt>
    <dgm:pt modelId="{6D127CED-4F22-4678-8C89-7625E56B95C9}" type="pres">
      <dgm:prSet presAssocID="{7D3C6C6D-BCC6-4548-BBF8-256342C7FE15}" presName="node" presStyleLbl="node1" presStyleIdx="6" presStyleCnt="19">
        <dgm:presLayoutVars>
          <dgm:bulletEnabled val="1"/>
        </dgm:presLayoutVars>
      </dgm:prSet>
      <dgm:spPr/>
    </dgm:pt>
    <dgm:pt modelId="{89B9187C-A9CC-4417-B900-6A80B6A53977}" type="pres">
      <dgm:prSet presAssocID="{029BF867-3F8D-4691-AA71-38F4CA4FA462}" presName="sibTrans" presStyleCnt="0"/>
      <dgm:spPr/>
    </dgm:pt>
    <dgm:pt modelId="{FC7CDC51-A996-488B-B95A-F01F474D4C3C}" type="pres">
      <dgm:prSet presAssocID="{19AC1F77-2BDE-4363-8C2F-353F74AD95A8}" presName="node" presStyleLbl="node1" presStyleIdx="7" presStyleCnt="19">
        <dgm:presLayoutVars>
          <dgm:bulletEnabled val="1"/>
        </dgm:presLayoutVars>
      </dgm:prSet>
      <dgm:spPr/>
    </dgm:pt>
    <dgm:pt modelId="{4FC4CFCD-A668-4618-9E4D-0D54F3491DCA}" type="pres">
      <dgm:prSet presAssocID="{59F6FEE0-A440-44C1-BD4D-4954552AF2AA}" presName="sibTrans" presStyleCnt="0"/>
      <dgm:spPr/>
    </dgm:pt>
    <dgm:pt modelId="{044C4A62-F900-43D7-B795-7486288A2806}" type="pres">
      <dgm:prSet presAssocID="{6E205362-CDE1-4C01-B21F-53F3ABE78128}" presName="node" presStyleLbl="node1" presStyleIdx="8" presStyleCnt="19">
        <dgm:presLayoutVars>
          <dgm:bulletEnabled val="1"/>
        </dgm:presLayoutVars>
      </dgm:prSet>
      <dgm:spPr/>
    </dgm:pt>
    <dgm:pt modelId="{525328D2-9A24-409A-A6F9-671C0418483D}" type="pres">
      <dgm:prSet presAssocID="{F074CB7D-2DB6-4E72-B3D3-A17174FA2213}" presName="sibTrans" presStyleCnt="0"/>
      <dgm:spPr/>
    </dgm:pt>
    <dgm:pt modelId="{538821EF-8B39-48DF-8739-3E44100FCE7C}" type="pres">
      <dgm:prSet presAssocID="{7B59F024-8F59-478C-83AF-CB9CA75261C9}" presName="node" presStyleLbl="node1" presStyleIdx="9" presStyleCnt="19">
        <dgm:presLayoutVars>
          <dgm:bulletEnabled val="1"/>
        </dgm:presLayoutVars>
      </dgm:prSet>
      <dgm:spPr/>
    </dgm:pt>
    <dgm:pt modelId="{94AA71E5-A681-45EB-9A1B-C6E61C18C3D9}" type="pres">
      <dgm:prSet presAssocID="{A758E96A-ACF0-4FAB-B2C1-5BD37BC848AB}" presName="sibTrans" presStyleCnt="0"/>
      <dgm:spPr/>
    </dgm:pt>
    <dgm:pt modelId="{E75DA25A-4407-444F-B219-1CE59A769F38}" type="pres">
      <dgm:prSet presAssocID="{0DA337D7-E1D9-418F-8783-821CC52A8F6B}" presName="node" presStyleLbl="node1" presStyleIdx="10" presStyleCnt="19">
        <dgm:presLayoutVars>
          <dgm:bulletEnabled val="1"/>
        </dgm:presLayoutVars>
      </dgm:prSet>
      <dgm:spPr/>
    </dgm:pt>
    <dgm:pt modelId="{F9A42C13-A93E-4170-A6A3-080ED754C60B}" type="pres">
      <dgm:prSet presAssocID="{8E33BE0D-7829-4354-BE40-AD7EB2E3EA4A}" presName="sibTrans" presStyleCnt="0"/>
      <dgm:spPr/>
    </dgm:pt>
    <dgm:pt modelId="{69291319-623C-4AD5-88C2-C42C8FE7B62A}" type="pres">
      <dgm:prSet presAssocID="{D7A2D8CC-3AD1-48A1-A28F-E463894C8A4A}" presName="node" presStyleLbl="node1" presStyleIdx="11" presStyleCnt="19">
        <dgm:presLayoutVars>
          <dgm:bulletEnabled val="1"/>
        </dgm:presLayoutVars>
      </dgm:prSet>
      <dgm:spPr/>
    </dgm:pt>
    <dgm:pt modelId="{65DEAD2A-6B35-4C1C-A1DC-B48936900459}" type="pres">
      <dgm:prSet presAssocID="{F8B5B9B3-E0E9-447F-9DC1-460BFBD4B6EA}" presName="sibTrans" presStyleCnt="0"/>
      <dgm:spPr/>
    </dgm:pt>
    <dgm:pt modelId="{C56D3C39-48BA-4CB3-BF14-E0257D8D12C2}" type="pres">
      <dgm:prSet presAssocID="{FD7BD76A-E1FE-45F9-9047-F5E46E4A7DD2}" presName="node" presStyleLbl="node1" presStyleIdx="12" presStyleCnt="19">
        <dgm:presLayoutVars>
          <dgm:bulletEnabled val="1"/>
        </dgm:presLayoutVars>
      </dgm:prSet>
      <dgm:spPr/>
    </dgm:pt>
    <dgm:pt modelId="{FF8940DD-C5BE-49A9-9971-1BA90A2EC273}" type="pres">
      <dgm:prSet presAssocID="{44FB06B3-3A26-4507-A3CC-FC60A7803551}" presName="sibTrans" presStyleCnt="0"/>
      <dgm:spPr/>
    </dgm:pt>
    <dgm:pt modelId="{9DD8E519-7B68-4C90-A92E-BAB25465607B}" type="pres">
      <dgm:prSet presAssocID="{0E387EB5-29DE-496C-951F-16EE6F0F551D}" presName="node" presStyleLbl="node1" presStyleIdx="13" presStyleCnt="19">
        <dgm:presLayoutVars>
          <dgm:bulletEnabled val="1"/>
        </dgm:presLayoutVars>
      </dgm:prSet>
      <dgm:spPr/>
    </dgm:pt>
    <dgm:pt modelId="{7E1B5255-BD9D-442E-9787-C1E5E02D260D}" type="pres">
      <dgm:prSet presAssocID="{F654C5C2-4CCF-4B2B-B19B-7BD9391B4766}" presName="sibTrans" presStyleCnt="0"/>
      <dgm:spPr/>
    </dgm:pt>
    <dgm:pt modelId="{7FDAF48D-8A0C-41DA-AC33-31D79A12FE28}" type="pres">
      <dgm:prSet presAssocID="{AD4E2519-FB1A-49E1-A60C-0DEAF952CE65}" presName="node" presStyleLbl="node1" presStyleIdx="14" presStyleCnt="19">
        <dgm:presLayoutVars>
          <dgm:bulletEnabled val="1"/>
        </dgm:presLayoutVars>
      </dgm:prSet>
      <dgm:spPr/>
    </dgm:pt>
    <dgm:pt modelId="{CBD64A7A-8463-44A4-BAE9-009ED1270F30}" type="pres">
      <dgm:prSet presAssocID="{61C35C6E-E36A-442D-95C4-2B669109621E}" presName="sibTrans" presStyleCnt="0"/>
      <dgm:spPr/>
    </dgm:pt>
    <dgm:pt modelId="{5F0F5198-26FB-4F00-B62C-B42183728661}" type="pres">
      <dgm:prSet presAssocID="{0F855A9F-248A-4F30-BC88-35B243A6D2D0}" presName="node" presStyleLbl="node1" presStyleIdx="15" presStyleCnt="19">
        <dgm:presLayoutVars>
          <dgm:bulletEnabled val="1"/>
        </dgm:presLayoutVars>
      </dgm:prSet>
      <dgm:spPr/>
    </dgm:pt>
    <dgm:pt modelId="{C839767F-888D-4027-8475-64B51B6B0536}" type="pres">
      <dgm:prSet presAssocID="{44F3F4C7-BC3E-4754-8EBE-7446E2591918}" presName="sibTrans" presStyleCnt="0"/>
      <dgm:spPr/>
    </dgm:pt>
    <dgm:pt modelId="{AFD2B71E-B029-4C8A-BFD6-5744BF39A680}" type="pres">
      <dgm:prSet presAssocID="{986B7068-138B-4568-BA9E-54590831402C}" presName="node" presStyleLbl="node1" presStyleIdx="16" presStyleCnt="19">
        <dgm:presLayoutVars>
          <dgm:bulletEnabled val="1"/>
        </dgm:presLayoutVars>
      </dgm:prSet>
      <dgm:spPr/>
    </dgm:pt>
    <dgm:pt modelId="{8CBA9696-BB46-47BA-B468-D684C83D9399}" type="pres">
      <dgm:prSet presAssocID="{11432BE8-6003-4D14-B91A-1509201CA8E1}" presName="sibTrans" presStyleCnt="0"/>
      <dgm:spPr/>
    </dgm:pt>
    <dgm:pt modelId="{67D45642-3887-4067-9E4D-CCBB8C6322C0}" type="pres">
      <dgm:prSet presAssocID="{30E099B7-6F2C-461F-92F0-F04B37ACABCC}" presName="node" presStyleLbl="node1" presStyleIdx="17" presStyleCnt="19">
        <dgm:presLayoutVars>
          <dgm:bulletEnabled val="1"/>
        </dgm:presLayoutVars>
      </dgm:prSet>
      <dgm:spPr/>
    </dgm:pt>
    <dgm:pt modelId="{B115E44C-73DC-433E-AEB5-AF39EA162C1F}" type="pres">
      <dgm:prSet presAssocID="{9F290552-5338-4542-BD62-40059173B9E7}" presName="sibTrans" presStyleCnt="0"/>
      <dgm:spPr/>
    </dgm:pt>
    <dgm:pt modelId="{FA7108D6-E702-4D88-9C67-1AE3D10C60E9}" type="pres">
      <dgm:prSet presAssocID="{5030D6E5-1E80-4A2D-B878-70D33E848AD8}" presName="node" presStyleLbl="node1" presStyleIdx="18" presStyleCnt="19">
        <dgm:presLayoutVars>
          <dgm:bulletEnabled val="1"/>
        </dgm:presLayoutVars>
      </dgm:prSet>
      <dgm:spPr/>
    </dgm:pt>
  </dgm:ptLst>
  <dgm:cxnLst>
    <dgm:cxn modelId="{981EE11E-0C6D-4C66-86C9-86CC6D166E7C}" srcId="{F37A910F-4AC6-4949-809F-F2B54DBD9037}" destId="{AD4E2519-FB1A-49E1-A60C-0DEAF952CE65}" srcOrd="14" destOrd="0" parTransId="{9DE89529-1784-4494-AEE0-7D3377B439ED}" sibTransId="{61C35C6E-E36A-442D-95C4-2B669109621E}"/>
    <dgm:cxn modelId="{57E28E24-A6A0-42A6-8208-85AF48094307}" type="presOf" srcId="{F68BD199-198B-47BE-9BC0-195B75199EEA}" destId="{626A5AA0-7B62-405D-BA73-A24596CC0CB4}" srcOrd="0" destOrd="0" presId="urn:microsoft.com/office/officeart/2005/8/layout/default"/>
    <dgm:cxn modelId="{6AE0EE25-70B8-4F04-A25D-1B52CDB5D560}" type="presOf" srcId="{7D3C6C6D-BCC6-4548-BBF8-256342C7FE15}" destId="{6D127CED-4F22-4678-8C89-7625E56B95C9}" srcOrd="0" destOrd="0" presId="urn:microsoft.com/office/officeart/2005/8/layout/default"/>
    <dgm:cxn modelId="{8DFF853E-8726-4495-AB8D-AC071802A577}" srcId="{F37A910F-4AC6-4949-809F-F2B54DBD9037}" destId="{986B7068-138B-4568-BA9E-54590831402C}" srcOrd="16" destOrd="0" parTransId="{D4790AA7-88C7-4ADB-8B99-3A7AD2B1663F}" sibTransId="{11432BE8-6003-4D14-B91A-1509201CA8E1}"/>
    <dgm:cxn modelId="{77DEF040-28FF-4E16-8160-0378E2C52285}" srcId="{F37A910F-4AC6-4949-809F-F2B54DBD9037}" destId="{30E099B7-6F2C-461F-92F0-F04B37ACABCC}" srcOrd="17" destOrd="0" parTransId="{6699760F-A643-4E54-B57F-772798C1EB70}" sibTransId="{9F290552-5338-4542-BD62-40059173B9E7}"/>
    <dgm:cxn modelId="{F8C7BB5C-3BC8-469E-BEBE-CF2EEBFA545D}" srcId="{F37A910F-4AC6-4949-809F-F2B54DBD9037}" destId="{FD7BD76A-E1FE-45F9-9047-F5E46E4A7DD2}" srcOrd="12" destOrd="0" parTransId="{8AE11F74-7C39-42B0-B521-08940B4B7536}" sibTransId="{44FB06B3-3A26-4507-A3CC-FC60A7803551}"/>
    <dgm:cxn modelId="{7BDDF460-8AFC-484A-B391-51EE9A48F14C}" srcId="{F37A910F-4AC6-4949-809F-F2B54DBD9037}" destId="{0F855A9F-248A-4F30-BC88-35B243A6D2D0}" srcOrd="15" destOrd="0" parTransId="{E8D7E4D4-CC8B-4AD6-8AFE-433C8522C70B}" sibTransId="{44F3F4C7-BC3E-4754-8EBE-7446E2591918}"/>
    <dgm:cxn modelId="{2AE1A74A-0F57-4F6E-AD92-D869C95FF9A2}" srcId="{F37A910F-4AC6-4949-809F-F2B54DBD9037}" destId="{0DA337D7-E1D9-418F-8783-821CC52A8F6B}" srcOrd="10" destOrd="0" parTransId="{0DEA7B0C-84D0-4066-8971-18201ECFE1EA}" sibTransId="{8E33BE0D-7829-4354-BE40-AD7EB2E3EA4A}"/>
    <dgm:cxn modelId="{80C4A06C-CE2F-4CBA-AAE4-D103598CFDEB}" type="presOf" srcId="{5030D6E5-1E80-4A2D-B878-70D33E848AD8}" destId="{FA7108D6-E702-4D88-9C67-1AE3D10C60E9}" srcOrd="0" destOrd="0" presId="urn:microsoft.com/office/officeart/2005/8/layout/default"/>
    <dgm:cxn modelId="{C757F76D-FFBF-4860-A766-48CC26657AB7}" type="presOf" srcId="{DB8BF0C4-D1D6-4564-A87B-C80E850C2C68}" destId="{FF48D059-A8A9-46A8-AA01-E784FF9D493D}" srcOrd="0" destOrd="0" presId="urn:microsoft.com/office/officeart/2005/8/layout/default"/>
    <dgm:cxn modelId="{AE0AC070-D248-47B9-A707-E4DBF8A05259}" type="presOf" srcId="{F37A910F-4AC6-4949-809F-F2B54DBD9037}" destId="{76A3568B-6210-4548-A000-4CEB6A058E6B}" srcOrd="0" destOrd="0" presId="urn:microsoft.com/office/officeart/2005/8/layout/default"/>
    <dgm:cxn modelId="{64875879-0394-4292-A104-C4F77D29F79D}" srcId="{F37A910F-4AC6-4949-809F-F2B54DBD9037}" destId="{302572C2-9AA7-4AB0-8587-7789AF338862}" srcOrd="4" destOrd="0" parTransId="{1237F7E2-0888-415E-A377-7383A30B0EEB}" sibTransId="{DBE9E635-512E-45CE-A1D1-734A0B4D3FF9}"/>
    <dgm:cxn modelId="{979E3D7C-391A-4450-ADBF-C9D5D9FACA24}" type="presOf" srcId="{D7A2D8CC-3AD1-48A1-A28F-E463894C8A4A}" destId="{69291319-623C-4AD5-88C2-C42C8FE7B62A}" srcOrd="0" destOrd="0" presId="urn:microsoft.com/office/officeart/2005/8/layout/default"/>
    <dgm:cxn modelId="{F9EED57D-C85C-412E-830F-52F9DFADD474}" type="presOf" srcId="{302572C2-9AA7-4AB0-8587-7789AF338862}" destId="{B8E6ACC7-2A57-4B67-B0EC-2AEA4990C44A}" srcOrd="0" destOrd="0" presId="urn:microsoft.com/office/officeart/2005/8/layout/default"/>
    <dgm:cxn modelId="{F45A007E-99CB-4FEC-B43D-92CABE0B35B1}" type="presOf" srcId="{0F855A9F-248A-4F30-BC88-35B243A6D2D0}" destId="{5F0F5198-26FB-4F00-B62C-B42183728661}" srcOrd="0" destOrd="0" presId="urn:microsoft.com/office/officeart/2005/8/layout/default"/>
    <dgm:cxn modelId="{BCBA407E-60DD-444D-9C0C-107082FC4AB9}" srcId="{F37A910F-4AC6-4949-809F-F2B54DBD9037}" destId="{19AC1F77-2BDE-4363-8C2F-353F74AD95A8}" srcOrd="7" destOrd="0" parTransId="{6DAEB814-F8B7-4DA1-A330-45EB4FB117E1}" sibTransId="{59F6FEE0-A440-44C1-BD4D-4954552AF2AA}"/>
    <dgm:cxn modelId="{7555278D-E24F-4E65-8A56-A2498FB5DD0D}" srcId="{F37A910F-4AC6-4949-809F-F2B54DBD9037}" destId="{7D3C6C6D-BCC6-4548-BBF8-256342C7FE15}" srcOrd="6" destOrd="0" parTransId="{FB9894A0-4B15-481F-A3A4-1FCE14AE3F86}" sibTransId="{029BF867-3F8D-4691-AA71-38F4CA4FA462}"/>
    <dgm:cxn modelId="{F59A609A-9898-4CCA-8F40-7334E67DD53D}" type="presOf" srcId="{84704125-CD93-40E3-AD75-6DC1B6B3953D}" destId="{12DC1DCF-8B7C-4A97-BB47-0975EACF052F}" srcOrd="0" destOrd="0" presId="urn:microsoft.com/office/officeart/2005/8/layout/default"/>
    <dgm:cxn modelId="{2DBBCDA4-B49E-42DF-8B43-3F5990F1AD5C}" srcId="{F37A910F-4AC6-4949-809F-F2B54DBD9037}" destId="{D7A2D8CC-3AD1-48A1-A28F-E463894C8A4A}" srcOrd="11" destOrd="0" parTransId="{40F747A0-9090-42AE-BC17-979341752015}" sibTransId="{F8B5B9B3-E0E9-447F-9DC1-460BFBD4B6EA}"/>
    <dgm:cxn modelId="{74106BA7-DF42-4B45-B1CC-5B5AC637973E}" type="presOf" srcId="{7B59F024-8F59-478C-83AF-CB9CA75261C9}" destId="{538821EF-8B39-48DF-8739-3E44100FCE7C}" srcOrd="0" destOrd="0" presId="urn:microsoft.com/office/officeart/2005/8/layout/default"/>
    <dgm:cxn modelId="{676D55AE-D09A-4797-AF09-5DFA9B22A863}" srcId="{F37A910F-4AC6-4949-809F-F2B54DBD9037}" destId="{F68BD199-198B-47BE-9BC0-195B75199EEA}" srcOrd="1" destOrd="0" parTransId="{B6BECB77-9893-4F75-B1BD-B650CCA94229}" sibTransId="{6574954C-8A26-45F7-8394-2B6B8F8C61B7}"/>
    <dgm:cxn modelId="{840983C5-D59B-46FB-A5C2-4CFB1C69BF9C}" type="presOf" srcId="{0DA337D7-E1D9-418F-8783-821CC52A8F6B}" destId="{E75DA25A-4407-444F-B219-1CE59A769F38}" srcOrd="0" destOrd="0" presId="urn:microsoft.com/office/officeart/2005/8/layout/default"/>
    <dgm:cxn modelId="{C653FDC6-512B-401E-8D31-55F8600FF675}" type="presOf" srcId="{7A15BFB7-ECBD-4236-AF6E-FBF6E6A95267}" destId="{38C89BA5-2B37-4D1C-A497-9D79CC4C95B7}" srcOrd="0" destOrd="0" presId="urn:microsoft.com/office/officeart/2005/8/layout/default"/>
    <dgm:cxn modelId="{1B6E05C8-D549-4E88-A7AB-F2BD628B0AA4}" type="presOf" srcId="{0E387EB5-29DE-496C-951F-16EE6F0F551D}" destId="{9DD8E519-7B68-4C90-A92E-BAB25465607B}" srcOrd="0" destOrd="0" presId="urn:microsoft.com/office/officeart/2005/8/layout/default"/>
    <dgm:cxn modelId="{1D8D0DCD-5BA3-41F9-9900-44F342695660}" type="presOf" srcId="{FD7BD76A-E1FE-45F9-9047-F5E46E4A7DD2}" destId="{C56D3C39-48BA-4CB3-BF14-E0257D8D12C2}" srcOrd="0" destOrd="0" presId="urn:microsoft.com/office/officeart/2005/8/layout/default"/>
    <dgm:cxn modelId="{4E86B2D5-BADC-4035-A8A4-B7B497112EAE}" type="presOf" srcId="{AD4E2519-FB1A-49E1-A60C-0DEAF952CE65}" destId="{7FDAF48D-8A0C-41DA-AC33-31D79A12FE28}" srcOrd="0" destOrd="0" presId="urn:microsoft.com/office/officeart/2005/8/layout/default"/>
    <dgm:cxn modelId="{35EE1AD8-1442-4F7A-AEFA-0B42A58B110A}" srcId="{F37A910F-4AC6-4949-809F-F2B54DBD9037}" destId="{0E387EB5-29DE-496C-951F-16EE6F0F551D}" srcOrd="13" destOrd="0" parTransId="{5766BB5B-17DC-406F-A063-BC41742FC6BD}" sibTransId="{F654C5C2-4CCF-4B2B-B19B-7BD9391B4766}"/>
    <dgm:cxn modelId="{C37716E0-E793-4062-84E0-56D495E9120A}" srcId="{F37A910F-4AC6-4949-809F-F2B54DBD9037}" destId="{84704125-CD93-40E3-AD75-6DC1B6B3953D}" srcOrd="5" destOrd="0" parTransId="{6603E328-F993-49A3-A65B-4B9F4B527DB2}" sibTransId="{B262F1BE-47F4-4E9F-81E1-40BED51C6C62}"/>
    <dgm:cxn modelId="{FEDEAAE4-F21B-421D-98A8-DBB9DEA064A3}" srcId="{F37A910F-4AC6-4949-809F-F2B54DBD9037}" destId="{7B59F024-8F59-478C-83AF-CB9CA75261C9}" srcOrd="9" destOrd="0" parTransId="{340B6B84-F8F3-497C-A2C3-F230E68CB135}" sibTransId="{A758E96A-ACF0-4FAB-B2C1-5BD37BC848AB}"/>
    <dgm:cxn modelId="{A4FFA2E9-7CA8-447C-9209-97B4F5BE957D}" type="presOf" srcId="{986B7068-138B-4568-BA9E-54590831402C}" destId="{AFD2B71E-B029-4C8A-BFD6-5744BF39A680}" srcOrd="0" destOrd="0" presId="urn:microsoft.com/office/officeart/2005/8/layout/default"/>
    <dgm:cxn modelId="{0D2CD6EB-A328-4DB2-AA5A-5094E0ACB710}" srcId="{F37A910F-4AC6-4949-809F-F2B54DBD9037}" destId="{C03CD778-8612-4F4D-BF6A-7CECABEBA8B2}" srcOrd="2" destOrd="0" parTransId="{CAA959AA-5037-4BB4-A27E-72479B5D8051}" sibTransId="{B554DBDC-98A2-43DB-9BC9-6184A867E069}"/>
    <dgm:cxn modelId="{A0F0B3ED-E63C-4993-B0D6-738730DB1322}" type="presOf" srcId="{C03CD778-8612-4F4D-BF6A-7CECABEBA8B2}" destId="{806809FD-1108-43DA-8FCC-882C628F215D}" srcOrd="0" destOrd="0" presId="urn:microsoft.com/office/officeart/2005/8/layout/default"/>
    <dgm:cxn modelId="{6533BBEF-FA5B-4E85-AAF4-70624BC07EAD}" srcId="{F37A910F-4AC6-4949-809F-F2B54DBD9037}" destId="{DB8BF0C4-D1D6-4564-A87B-C80E850C2C68}" srcOrd="0" destOrd="0" parTransId="{A3B62FBE-7ED6-43BD-BF39-41914B2D2EE7}" sibTransId="{FC536D53-C5A4-4765-9EDB-2E899BD27644}"/>
    <dgm:cxn modelId="{7431D9F0-68E6-4E49-8A0B-B19E488D3B5E}" type="presOf" srcId="{6E205362-CDE1-4C01-B21F-53F3ABE78128}" destId="{044C4A62-F900-43D7-B795-7486288A2806}" srcOrd="0" destOrd="0" presId="urn:microsoft.com/office/officeart/2005/8/layout/default"/>
    <dgm:cxn modelId="{E4A254F2-04E8-4BEB-8D1A-5532375BC795}" srcId="{F37A910F-4AC6-4949-809F-F2B54DBD9037}" destId="{7A15BFB7-ECBD-4236-AF6E-FBF6E6A95267}" srcOrd="3" destOrd="0" parTransId="{52B40A34-9FF5-4789-AE64-37F1B638DFB4}" sibTransId="{0A43F339-BCF8-4557-A68C-E3B235611786}"/>
    <dgm:cxn modelId="{1D0DDAF5-A88C-461B-8284-E3E05EFD0B99}" srcId="{F37A910F-4AC6-4949-809F-F2B54DBD9037}" destId="{6E205362-CDE1-4C01-B21F-53F3ABE78128}" srcOrd="8" destOrd="0" parTransId="{9740F4A1-C042-4FF2-B061-AD84F5EEA2D9}" sibTransId="{F074CB7D-2DB6-4E72-B3D3-A17174FA2213}"/>
    <dgm:cxn modelId="{62B311F8-D7CA-4350-942A-AAC61D98FB15}" srcId="{F37A910F-4AC6-4949-809F-F2B54DBD9037}" destId="{5030D6E5-1E80-4A2D-B878-70D33E848AD8}" srcOrd="18" destOrd="0" parTransId="{851CE970-1646-4000-88B2-0F2BABF54F2F}" sibTransId="{EF35A7B6-34B4-4A1B-BAA4-EDA312BE0B51}"/>
    <dgm:cxn modelId="{73F05FF8-AC48-45E7-9FBF-054CE6CDCCEC}" type="presOf" srcId="{30E099B7-6F2C-461F-92F0-F04B37ACABCC}" destId="{67D45642-3887-4067-9E4D-CCBB8C6322C0}" srcOrd="0" destOrd="0" presId="urn:microsoft.com/office/officeart/2005/8/layout/default"/>
    <dgm:cxn modelId="{E9298CF8-066E-4860-BDBF-68F387537DFD}" type="presOf" srcId="{19AC1F77-2BDE-4363-8C2F-353F74AD95A8}" destId="{FC7CDC51-A996-488B-B95A-F01F474D4C3C}" srcOrd="0" destOrd="0" presId="urn:microsoft.com/office/officeart/2005/8/layout/default"/>
    <dgm:cxn modelId="{6F890424-6705-440C-8298-B99E3CED92AA}" type="presParOf" srcId="{76A3568B-6210-4548-A000-4CEB6A058E6B}" destId="{FF48D059-A8A9-46A8-AA01-E784FF9D493D}" srcOrd="0" destOrd="0" presId="urn:microsoft.com/office/officeart/2005/8/layout/default"/>
    <dgm:cxn modelId="{647868FD-6019-48E2-83B5-2221F1BB4100}" type="presParOf" srcId="{76A3568B-6210-4548-A000-4CEB6A058E6B}" destId="{447047E9-BE3C-4C06-96B2-EBE845FD6366}" srcOrd="1" destOrd="0" presId="urn:microsoft.com/office/officeart/2005/8/layout/default"/>
    <dgm:cxn modelId="{521FA620-D20F-48D1-9AAB-A0E37147B8F8}" type="presParOf" srcId="{76A3568B-6210-4548-A000-4CEB6A058E6B}" destId="{626A5AA0-7B62-405D-BA73-A24596CC0CB4}" srcOrd="2" destOrd="0" presId="urn:microsoft.com/office/officeart/2005/8/layout/default"/>
    <dgm:cxn modelId="{A38CFF16-D123-4377-BD27-B6EB7AE69AA4}" type="presParOf" srcId="{76A3568B-6210-4548-A000-4CEB6A058E6B}" destId="{7DB47619-C8CC-4EA0-A235-ACF50E33ED04}" srcOrd="3" destOrd="0" presId="urn:microsoft.com/office/officeart/2005/8/layout/default"/>
    <dgm:cxn modelId="{3F24BF90-3715-462F-8CEB-CDD874B44262}" type="presParOf" srcId="{76A3568B-6210-4548-A000-4CEB6A058E6B}" destId="{806809FD-1108-43DA-8FCC-882C628F215D}" srcOrd="4" destOrd="0" presId="urn:microsoft.com/office/officeart/2005/8/layout/default"/>
    <dgm:cxn modelId="{0AEF1F6C-7C80-4C50-8D67-B153567FBF24}" type="presParOf" srcId="{76A3568B-6210-4548-A000-4CEB6A058E6B}" destId="{79962D5B-A52B-4379-BB07-5ADEC51D0A0F}" srcOrd="5" destOrd="0" presId="urn:microsoft.com/office/officeart/2005/8/layout/default"/>
    <dgm:cxn modelId="{B5B2D36C-7302-4DF9-B9FE-00375F0776D5}" type="presParOf" srcId="{76A3568B-6210-4548-A000-4CEB6A058E6B}" destId="{38C89BA5-2B37-4D1C-A497-9D79CC4C95B7}" srcOrd="6" destOrd="0" presId="urn:microsoft.com/office/officeart/2005/8/layout/default"/>
    <dgm:cxn modelId="{456D9866-D59B-4126-B5AA-0D86472CA07D}" type="presParOf" srcId="{76A3568B-6210-4548-A000-4CEB6A058E6B}" destId="{ADC5028B-7D5C-4958-B1BD-65FD41E1137A}" srcOrd="7" destOrd="0" presId="urn:microsoft.com/office/officeart/2005/8/layout/default"/>
    <dgm:cxn modelId="{4E6DABF7-FC2D-4791-91B1-09EFB8844485}" type="presParOf" srcId="{76A3568B-6210-4548-A000-4CEB6A058E6B}" destId="{B8E6ACC7-2A57-4B67-B0EC-2AEA4990C44A}" srcOrd="8" destOrd="0" presId="urn:microsoft.com/office/officeart/2005/8/layout/default"/>
    <dgm:cxn modelId="{FA04CC69-2A4E-4846-AD05-27189DBA268F}" type="presParOf" srcId="{76A3568B-6210-4548-A000-4CEB6A058E6B}" destId="{65C8FFE1-FC91-41A2-B348-283629D4B1BA}" srcOrd="9" destOrd="0" presId="urn:microsoft.com/office/officeart/2005/8/layout/default"/>
    <dgm:cxn modelId="{604098E5-A89A-4210-9223-D6AD46FC00F0}" type="presParOf" srcId="{76A3568B-6210-4548-A000-4CEB6A058E6B}" destId="{12DC1DCF-8B7C-4A97-BB47-0975EACF052F}" srcOrd="10" destOrd="0" presId="urn:microsoft.com/office/officeart/2005/8/layout/default"/>
    <dgm:cxn modelId="{9B429E82-6FC2-46DC-B171-0701CE6A19F1}" type="presParOf" srcId="{76A3568B-6210-4548-A000-4CEB6A058E6B}" destId="{E3C34A96-A28A-4AA0-AD92-21338DD7E054}" srcOrd="11" destOrd="0" presId="urn:microsoft.com/office/officeart/2005/8/layout/default"/>
    <dgm:cxn modelId="{3E152E89-ACAA-4D87-A2DF-BDDA2DE0BEC2}" type="presParOf" srcId="{76A3568B-6210-4548-A000-4CEB6A058E6B}" destId="{6D127CED-4F22-4678-8C89-7625E56B95C9}" srcOrd="12" destOrd="0" presId="urn:microsoft.com/office/officeart/2005/8/layout/default"/>
    <dgm:cxn modelId="{6875E8BA-213A-4031-BD8A-3C371F58E0B2}" type="presParOf" srcId="{76A3568B-6210-4548-A000-4CEB6A058E6B}" destId="{89B9187C-A9CC-4417-B900-6A80B6A53977}" srcOrd="13" destOrd="0" presId="urn:microsoft.com/office/officeart/2005/8/layout/default"/>
    <dgm:cxn modelId="{4CA84D28-C1ED-4D0C-A3EA-A82A2F57CAFE}" type="presParOf" srcId="{76A3568B-6210-4548-A000-4CEB6A058E6B}" destId="{FC7CDC51-A996-488B-B95A-F01F474D4C3C}" srcOrd="14" destOrd="0" presId="urn:microsoft.com/office/officeart/2005/8/layout/default"/>
    <dgm:cxn modelId="{6B6CD086-EC32-40EF-A9FC-E493D261B5C7}" type="presParOf" srcId="{76A3568B-6210-4548-A000-4CEB6A058E6B}" destId="{4FC4CFCD-A668-4618-9E4D-0D54F3491DCA}" srcOrd="15" destOrd="0" presId="urn:microsoft.com/office/officeart/2005/8/layout/default"/>
    <dgm:cxn modelId="{17318E14-752D-4946-A1FB-5AEDC69139FD}" type="presParOf" srcId="{76A3568B-6210-4548-A000-4CEB6A058E6B}" destId="{044C4A62-F900-43D7-B795-7486288A2806}" srcOrd="16" destOrd="0" presId="urn:microsoft.com/office/officeart/2005/8/layout/default"/>
    <dgm:cxn modelId="{EDCCEDA7-D810-469C-A2A0-35036FA22AFD}" type="presParOf" srcId="{76A3568B-6210-4548-A000-4CEB6A058E6B}" destId="{525328D2-9A24-409A-A6F9-671C0418483D}" srcOrd="17" destOrd="0" presId="urn:microsoft.com/office/officeart/2005/8/layout/default"/>
    <dgm:cxn modelId="{BAA7EE15-7C00-4AC5-986C-4CE8416560CC}" type="presParOf" srcId="{76A3568B-6210-4548-A000-4CEB6A058E6B}" destId="{538821EF-8B39-48DF-8739-3E44100FCE7C}" srcOrd="18" destOrd="0" presId="urn:microsoft.com/office/officeart/2005/8/layout/default"/>
    <dgm:cxn modelId="{A4161AD7-2341-4F07-86BD-8124E5504F3E}" type="presParOf" srcId="{76A3568B-6210-4548-A000-4CEB6A058E6B}" destId="{94AA71E5-A681-45EB-9A1B-C6E61C18C3D9}" srcOrd="19" destOrd="0" presId="urn:microsoft.com/office/officeart/2005/8/layout/default"/>
    <dgm:cxn modelId="{868C1000-A258-4AF8-AFA5-8B19EC837BBE}" type="presParOf" srcId="{76A3568B-6210-4548-A000-4CEB6A058E6B}" destId="{E75DA25A-4407-444F-B219-1CE59A769F38}" srcOrd="20" destOrd="0" presId="urn:microsoft.com/office/officeart/2005/8/layout/default"/>
    <dgm:cxn modelId="{0C7B430F-A269-4E96-9742-49E3F469A574}" type="presParOf" srcId="{76A3568B-6210-4548-A000-4CEB6A058E6B}" destId="{F9A42C13-A93E-4170-A6A3-080ED754C60B}" srcOrd="21" destOrd="0" presId="urn:microsoft.com/office/officeart/2005/8/layout/default"/>
    <dgm:cxn modelId="{34E5536F-3130-46BC-B3BA-BE5B313143B3}" type="presParOf" srcId="{76A3568B-6210-4548-A000-4CEB6A058E6B}" destId="{69291319-623C-4AD5-88C2-C42C8FE7B62A}" srcOrd="22" destOrd="0" presId="urn:microsoft.com/office/officeart/2005/8/layout/default"/>
    <dgm:cxn modelId="{825DF320-F4F4-46F6-BECB-8AC419C312A0}" type="presParOf" srcId="{76A3568B-6210-4548-A000-4CEB6A058E6B}" destId="{65DEAD2A-6B35-4C1C-A1DC-B48936900459}" srcOrd="23" destOrd="0" presId="urn:microsoft.com/office/officeart/2005/8/layout/default"/>
    <dgm:cxn modelId="{6D532EB0-FE33-4011-8E76-03C0FD09F2BB}" type="presParOf" srcId="{76A3568B-6210-4548-A000-4CEB6A058E6B}" destId="{C56D3C39-48BA-4CB3-BF14-E0257D8D12C2}" srcOrd="24" destOrd="0" presId="urn:microsoft.com/office/officeart/2005/8/layout/default"/>
    <dgm:cxn modelId="{9CBE50C3-8FCC-4BB3-BC65-B8BC4E070362}" type="presParOf" srcId="{76A3568B-6210-4548-A000-4CEB6A058E6B}" destId="{FF8940DD-C5BE-49A9-9971-1BA90A2EC273}" srcOrd="25" destOrd="0" presId="urn:microsoft.com/office/officeart/2005/8/layout/default"/>
    <dgm:cxn modelId="{741CE3DE-B8A4-44FE-B3C7-FDA5329EF4FD}" type="presParOf" srcId="{76A3568B-6210-4548-A000-4CEB6A058E6B}" destId="{9DD8E519-7B68-4C90-A92E-BAB25465607B}" srcOrd="26" destOrd="0" presId="urn:microsoft.com/office/officeart/2005/8/layout/default"/>
    <dgm:cxn modelId="{0C746CDF-EBCC-4338-8688-68F3CBDDD81F}" type="presParOf" srcId="{76A3568B-6210-4548-A000-4CEB6A058E6B}" destId="{7E1B5255-BD9D-442E-9787-C1E5E02D260D}" srcOrd="27" destOrd="0" presId="urn:microsoft.com/office/officeart/2005/8/layout/default"/>
    <dgm:cxn modelId="{B2407EEA-98A4-45A5-B241-734B30B91953}" type="presParOf" srcId="{76A3568B-6210-4548-A000-4CEB6A058E6B}" destId="{7FDAF48D-8A0C-41DA-AC33-31D79A12FE28}" srcOrd="28" destOrd="0" presId="urn:microsoft.com/office/officeart/2005/8/layout/default"/>
    <dgm:cxn modelId="{77094E80-6867-48CA-9509-BD92D5F0E470}" type="presParOf" srcId="{76A3568B-6210-4548-A000-4CEB6A058E6B}" destId="{CBD64A7A-8463-44A4-BAE9-009ED1270F30}" srcOrd="29" destOrd="0" presId="urn:microsoft.com/office/officeart/2005/8/layout/default"/>
    <dgm:cxn modelId="{4FD67C36-BFEA-4DEC-88D0-1470C2FC6423}" type="presParOf" srcId="{76A3568B-6210-4548-A000-4CEB6A058E6B}" destId="{5F0F5198-26FB-4F00-B62C-B42183728661}" srcOrd="30" destOrd="0" presId="urn:microsoft.com/office/officeart/2005/8/layout/default"/>
    <dgm:cxn modelId="{189FC26C-46B6-41BB-97F5-E8EA15F1136D}" type="presParOf" srcId="{76A3568B-6210-4548-A000-4CEB6A058E6B}" destId="{C839767F-888D-4027-8475-64B51B6B0536}" srcOrd="31" destOrd="0" presId="urn:microsoft.com/office/officeart/2005/8/layout/default"/>
    <dgm:cxn modelId="{5CD6604C-B5E0-4088-97D9-BAA7E1B63721}" type="presParOf" srcId="{76A3568B-6210-4548-A000-4CEB6A058E6B}" destId="{AFD2B71E-B029-4C8A-BFD6-5744BF39A680}" srcOrd="32" destOrd="0" presId="urn:microsoft.com/office/officeart/2005/8/layout/default"/>
    <dgm:cxn modelId="{CB2BF4CB-6955-44A8-82C7-FB868B030D0C}" type="presParOf" srcId="{76A3568B-6210-4548-A000-4CEB6A058E6B}" destId="{8CBA9696-BB46-47BA-B468-D684C83D9399}" srcOrd="33" destOrd="0" presId="urn:microsoft.com/office/officeart/2005/8/layout/default"/>
    <dgm:cxn modelId="{FA5F4D5F-DABE-4F46-915C-E0AD51332DAC}" type="presParOf" srcId="{76A3568B-6210-4548-A000-4CEB6A058E6B}" destId="{67D45642-3887-4067-9E4D-CCBB8C6322C0}" srcOrd="34" destOrd="0" presId="urn:microsoft.com/office/officeart/2005/8/layout/default"/>
    <dgm:cxn modelId="{26B6AE94-EEA6-4FBD-9928-8C789E154729}" type="presParOf" srcId="{76A3568B-6210-4548-A000-4CEB6A058E6B}" destId="{B115E44C-73DC-433E-AEB5-AF39EA162C1F}" srcOrd="35" destOrd="0" presId="urn:microsoft.com/office/officeart/2005/8/layout/default"/>
    <dgm:cxn modelId="{844B1139-756E-4CA3-843F-0755C7BFC937}" type="presParOf" srcId="{76A3568B-6210-4548-A000-4CEB6A058E6B}" destId="{FA7108D6-E702-4D88-9C67-1AE3D10C60E9}" srcOrd="3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C4BB22-F85B-46BE-BEA1-57B94AA7579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FEBD76-534C-476D-B8A9-0CDB8BB31334}">
      <dgm:prSet/>
      <dgm:spPr/>
      <dgm:t>
        <a:bodyPr/>
        <a:lstStyle/>
        <a:p>
          <a:r>
            <a:rPr lang="en-AU"/>
            <a:t>SELECT </a:t>
          </a:r>
          <a:endParaRPr lang="en-US"/>
        </a:p>
      </dgm:t>
    </dgm:pt>
    <dgm:pt modelId="{1F4B3619-76F8-4F59-AB14-FD5A154D0A62}" type="parTrans" cxnId="{3F603E1D-8E05-40A2-90E4-0A34C793725F}">
      <dgm:prSet/>
      <dgm:spPr/>
      <dgm:t>
        <a:bodyPr/>
        <a:lstStyle/>
        <a:p>
          <a:endParaRPr lang="en-US"/>
        </a:p>
      </dgm:t>
    </dgm:pt>
    <dgm:pt modelId="{2F970873-D23D-4AA9-9B3F-3D967534C924}" type="sibTrans" cxnId="{3F603E1D-8E05-40A2-90E4-0A34C793725F}">
      <dgm:prSet/>
      <dgm:spPr/>
      <dgm:t>
        <a:bodyPr/>
        <a:lstStyle/>
        <a:p>
          <a:endParaRPr lang="en-US"/>
        </a:p>
      </dgm:t>
    </dgm:pt>
    <dgm:pt modelId="{F4AFECB7-E610-4805-AC9D-E1DB9E8CA84A}">
      <dgm:prSet/>
      <dgm:spPr/>
      <dgm:t>
        <a:bodyPr/>
        <a:lstStyle/>
        <a:p>
          <a:r>
            <a:rPr lang="en-AU"/>
            <a:t>COUNT(*) AS total_customers,</a:t>
          </a:r>
          <a:endParaRPr lang="en-US"/>
        </a:p>
      </dgm:t>
    </dgm:pt>
    <dgm:pt modelId="{3BDB3930-829B-4F9A-9096-F7257B690173}" type="parTrans" cxnId="{9638F0A9-B2D7-4CF1-961E-2014A68FE353}">
      <dgm:prSet/>
      <dgm:spPr/>
      <dgm:t>
        <a:bodyPr/>
        <a:lstStyle/>
        <a:p>
          <a:endParaRPr lang="en-US"/>
        </a:p>
      </dgm:t>
    </dgm:pt>
    <dgm:pt modelId="{75FDB607-9A74-4BAC-A16F-F84DDC37DBDC}" type="sibTrans" cxnId="{9638F0A9-B2D7-4CF1-961E-2014A68FE353}">
      <dgm:prSet/>
      <dgm:spPr/>
      <dgm:t>
        <a:bodyPr/>
        <a:lstStyle/>
        <a:p>
          <a:endParaRPr lang="en-US"/>
        </a:p>
      </dgm:t>
    </dgm:pt>
    <dgm:pt modelId="{3DDCD1E3-4400-4AA0-B968-FFE74AE4168C}">
      <dgm:prSet/>
      <dgm:spPr/>
      <dgm:t>
        <a:bodyPr/>
        <a:lstStyle/>
        <a:p>
          <a:r>
            <a:rPr lang="en-AU"/>
            <a:t>MIN(current_balance) AS min_balance,</a:t>
          </a:r>
          <a:endParaRPr lang="en-US"/>
        </a:p>
      </dgm:t>
    </dgm:pt>
    <dgm:pt modelId="{168CF4B8-0A83-4153-9B48-0B034E6384DD}" type="parTrans" cxnId="{8971A57F-A2EC-4E6B-AD9E-4B97438BF885}">
      <dgm:prSet/>
      <dgm:spPr/>
      <dgm:t>
        <a:bodyPr/>
        <a:lstStyle/>
        <a:p>
          <a:endParaRPr lang="en-US"/>
        </a:p>
      </dgm:t>
    </dgm:pt>
    <dgm:pt modelId="{AC48979D-305B-4BD3-9A49-7D9A69DF38A8}" type="sibTrans" cxnId="{8971A57F-A2EC-4E6B-AD9E-4B97438BF885}">
      <dgm:prSet/>
      <dgm:spPr/>
      <dgm:t>
        <a:bodyPr/>
        <a:lstStyle/>
        <a:p>
          <a:endParaRPr lang="en-US"/>
        </a:p>
      </dgm:t>
    </dgm:pt>
    <dgm:pt modelId="{BEF53C92-6EF2-4EBF-A283-EC718CDC2C8D}">
      <dgm:prSet/>
      <dgm:spPr/>
      <dgm:t>
        <a:bodyPr/>
        <a:lstStyle/>
        <a:p>
          <a:r>
            <a:rPr lang="en-AU"/>
            <a:t>MAX(current_balance) AS max_balance,</a:t>
          </a:r>
          <a:endParaRPr lang="en-US"/>
        </a:p>
      </dgm:t>
    </dgm:pt>
    <dgm:pt modelId="{AA09BEAD-27D5-49A2-830A-5046C13CA946}" type="parTrans" cxnId="{25E4D012-6BBB-43F7-883F-7F68862E47D8}">
      <dgm:prSet/>
      <dgm:spPr/>
      <dgm:t>
        <a:bodyPr/>
        <a:lstStyle/>
        <a:p>
          <a:endParaRPr lang="en-US"/>
        </a:p>
      </dgm:t>
    </dgm:pt>
    <dgm:pt modelId="{FB26143D-C3C9-4B25-931B-EADCDB2246FC}" type="sibTrans" cxnId="{25E4D012-6BBB-43F7-883F-7F68862E47D8}">
      <dgm:prSet/>
      <dgm:spPr/>
      <dgm:t>
        <a:bodyPr/>
        <a:lstStyle/>
        <a:p>
          <a:endParaRPr lang="en-US"/>
        </a:p>
      </dgm:t>
    </dgm:pt>
    <dgm:pt modelId="{17577B35-6A44-49BD-BE22-41FA7A49EA59}">
      <dgm:prSet/>
      <dgm:spPr/>
      <dgm:t>
        <a:bodyPr/>
        <a:lstStyle/>
        <a:p>
          <a:r>
            <a:rPr lang="en-US"/>
            <a:t>ROUND(AVG(current_balance), 2) AS avg_balance,</a:t>
          </a:r>
        </a:p>
      </dgm:t>
    </dgm:pt>
    <dgm:pt modelId="{445A1FDC-16B4-48E7-9491-973FD6D0236A}" type="parTrans" cxnId="{E942F36F-7FAF-47C7-9972-CF6C1A7CF296}">
      <dgm:prSet/>
      <dgm:spPr/>
      <dgm:t>
        <a:bodyPr/>
        <a:lstStyle/>
        <a:p>
          <a:endParaRPr lang="en-US"/>
        </a:p>
      </dgm:t>
    </dgm:pt>
    <dgm:pt modelId="{946A6A36-301E-435E-8007-4F93488AB922}" type="sibTrans" cxnId="{E942F36F-7FAF-47C7-9972-CF6C1A7CF296}">
      <dgm:prSet/>
      <dgm:spPr/>
      <dgm:t>
        <a:bodyPr/>
        <a:lstStyle/>
        <a:p>
          <a:endParaRPr lang="en-US"/>
        </a:p>
      </dgm:t>
    </dgm:pt>
    <dgm:pt modelId="{BA4AE50D-120F-48A1-8074-545F752A99B2}">
      <dgm:prSet/>
      <dgm:spPr/>
      <dgm:t>
        <a:bodyPr/>
        <a:lstStyle/>
        <a:p>
          <a:r>
            <a:rPr lang="en-AU"/>
            <a:t>SUM(current_balance) / 1000000 AS total_deposits_millions</a:t>
          </a:r>
          <a:endParaRPr lang="en-US"/>
        </a:p>
      </dgm:t>
    </dgm:pt>
    <dgm:pt modelId="{230C1187-2D0E-4751-9BE2-2A322BF7CFCD}" type="parTrans" cxnId="{2ADB0996-4CC9-48A7-8A5B-A79FB092A66A}">
      <dgm:prSet/>
      <dgm:spPr/>
      <dgm:t>
        <a:bodyPr/>
        <a:lstStyle/>
        <a:p>
          <a:endParaRPr lang="en-US"/>
        </a:p>
      </dgm:t>
    </dgm:pt>
    <dgm:pt modelId="{76F6518E-7E7D-4AAD-9CCE-160EFC28271B}" type="sibTrans" cxnId="{2ADB0996-4CC9-48A7-8A5B-A79FB092A66A}">
      <dgm:prSet/>
      <dgm:spPr/>
      <dgm:t>
        <a:bodyPr/>
        <a:lstStyle/>
        <a:p>
          <a:endParaRPr lang="en-US"/>
        </a:p>
      </dgm:t>
    </dgm:pt>
    <dgm:pt modelId="{8760CC95-7F65-4782-9483-E291415F731D}">
      <dgm:prSet/>
      <dgm:spPr/>
      <dgm:t>
        <a:bodyPr/>
        <a:lstStyle/>
        <a:p>
          <a:r>
            <a:rPr lang="en-AU"/>
            <a:t>FROM customers;</a:t>
          </a:r>
          <a:endParaRPr lang="en-US"/>
        </a:p>
      </dgm:t>
    </dgm:pt>
    <dgm:pt modelId="{E2A076DD-2F8D-4100-BA39-A75797A47C70}" type="parTrans" cxnId="{F6C39287-F94F-4BDA-8DCC-4B6C6B514202}">
      <dgm:prSet/>
      <dgm:spPr/>
      <dgm:t>
        <a:bodyPr/>
        <a:lstStyle/>
        <a:p>
          <a:endParaRPr lang="en-US"/>
        </a:p>
      </dgm:t>
    </dgm:pt>
    <dgm:pt modelId="{1DA9FDFB-59CF-4B81-9C7F-142197FE1152}" type="sibTrans" cxnId="{F6C39287-F94F-4BDA-8DCC-4B6C6B514202}">
      <dgm:prSet/>
      <dgm:spPr/>
      <dgm:t>
        <a:bodyPr/>
        <a:lstStyle/>
        <a:p>
          <a:endParaRPr lang="en-US"/>
        </a:p>
      </dgm:t>
    </dgm:pt>
    <dgm:pt modelId="{6F365D1F-9A41-4F24-BA1C-FE80C26CC97D}">
      <dgm:prSet/>
      <dgm:spPr/>
      <dgm:t>
        <a:bodyPr/>
        <a:lstStyle/>
        <a:p>
          <a:r>
            <a:rPr lang="en-AU"/>
            <a:t>GO</a:t>
          </a:r>
          <a:endParaRPr lang="en-US"/>
        </a:p>
      </dgm:t>
    </dgm:pt>
    <dgm:pt modelId="{AC8615E3-E688-48CF-B053-760D22B2AC26}" type="parTrans" cxnId="{E850B247-058D-4863-BE49-CDCE67C273F7}">
      <dgm:prSet/>
      <dgm:spPr/>
      <dgm:t>
        <a:bodyPr/>
        <a:lstStyle/>
        <a:p>
          <a:endParaRPr lang="en-US"/>
        </a:p>
      </dgm:t>
    </dgm:pt>
    <dgm:pt modelId="{E392643C-9550-406F-A0A5-70083F0FCD7A}" type="sibTrans" cxnId="{E850B247-058D-4863-BE49-CDCE67C273F7}">
      <dgm:prSet/>
      <dgm:spPr/>
      <dgm:t>
        <a:bodyPr/>
        <a:lstStyle/>
        <a:p>
          <a:endParaRPr lang="en-US"/>
        </a:p>
      </dgm:t>
    </dgm:pt>
    <dgm:pt modelId="{D2C5CA3C-BC30-4EA7-B292-C65D4BB62F5E}" type="pres">
      <dgm:prSet presAssocID="{52C4BB22-F85B-46BE-BEA1-57B94AA75794}" presName="Name0" presStyleCnt="0">
        <dgm:presLayoutVars>
          <dgm:dir/>
          <dgm:animLvl val="lvl"/>
          <dgm:resizeHandles val="exact"/>
        </dgm:presLayoutVars>
      </dgm:prSet>
      <dgm:spPr/>
    </dgm:pt>
    <dgm:pt modelId="{4EC2143C-1C91-4D93-A9F4-DEF1D88A487D}" type="pres">
      <dgm:prSet presAssocID="{45FEBD76-534C-476D-B8A9-0CDB8BB31334}" presName="linNode" presStyleCnt="0"/>
      <dgm:spPr/>
    </dgm:pt>
    <dgm:pt modelId="{3F985CA3-2981-40D9-9360-10A827709ABE}" type="pres">
      <dgm:prSet presAssocID="{45FEBD76-534C-476D-B8A9-0CDB8BB3133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E9269A04-1B4B-4340-92B3-5040EDA3DDD8}" type="pres">
      <dgm:prSet presAssocID="{2F970873-D23D-4AA9-9B3F-3D967534C924}" presName="sp" presStyleCnt="0"/>
      <dgm:spPr/>
    </dgm:pt>
    <dgm:pt modelId="{B5FD6AF6-4C15-43E0-8A0D-D2096AFDE9A1}" type="pres">
      <dgm:prSet presAssocID="{F4AFECB7-E610-4805-AC9D-E1DB9E8CA84A}" presName="linNode" presStyleCnt="0"/>
      <dgm:spPr/>
    </dgm:pt>
    <dgm:pt modelId="{96F37411-9124-420A-A00C-6F1A612EFA90}" type="pres">
      <dgm:prSet presAssocID="{F4AFECB7-E610-4805-AC9D-E1DB9E8CA84A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C8D76D44-4B27-48C0-AF66-0AE885E2D03E}" type="pres">
      <dgm:prSet presAssocID="{75FDB607-9A74-4BAC-A16F-F84DDC37DBDC}" presName="sp" presStyleCnt="0"/>
      <dgm:spPr/>
    </dgm:pt>
    <dgm:pt modelId="{1D6CC532-7EA9-4938-A415-8D3C5686225B}" type="pres">
      <dgm:prSet presAssocID="{3DDCD1E3-4400-4AA0-B968-FFE74AE4168C}" presName="linNode" presStyleCnt="0"/>
      <dgm:spPr/>
    </dgm:pt>
    <dgm:pt modelId="{C8360EC8-B765-4863-B756-37620995B1F7}" type="pres">
      <dgm:prSet presAssocID="{3DDCD1E3-4400-4AA0-B968-FFE74AE4168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B25E6506-304A-4C72-818A-CA258EAE2FFB}" type="pres">
      <dgm:prSet presAssocID="{AC48979D-305B-4BD3-9A49-7D9A69DF38A8}" presName="sp" presStyleCnt="0"/>
      <dgm:spPr/>
    </dgm:pt>
    <dgm:pt modelId="{7123693D-5B7D-4E44-B2DD-8502DBAA1514}" type="pres">
      <dgm:prSet presAssocID="{BEF53C92-6EF2-4EBF-A283-EC718CDC2C8D}" presName="linNode" presStyleCnt="0"/>
      <dgm:spPr/>
    </dgm:pt>
    <dgm:pt modelId="{CC27134D-1B55-4164-8545-FE94D1679BBB}" type="pres">
      <dgm:prSet presAssocID="{BEF53C92-6EF2-4EBF-A283-EC718CDC2C8D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90BD8E63-6491-421C-A218-DB68A26F0584}" type="pres">
      <dgm:prSet presAssocID="{FB26143D-C3C9-4B25-931B-EADCDB2246FC}" presName="sp" presStyleCnt="0"/>
      <dgm:spPr/>
    </dgm:pt>
    <dgm:pt modelId="{15E9D48E-DC55-47AF-91A3-7C0286092D59}" type="pres">
      <dgm:prSet presAssocID="{17577B35-6A44-49BD-BE22-41FA7A49EA59}" presName="linNode" presStyleCnt="0"/>
      <dgm:spPr/>
    </dgm:pt>
    <dgm:pt modelId="{144E840B-608B-4024-A4B4-02F9F3447A8A}" type="pres">
      <dgm:prSet presAssocID="{17577B35-6A44-49BD-BE22-41FA7A49EA59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A52EB35B-D076-4AB3-83EC-2EE4FB92C032}" type="pres">
      <dgm:prSet presAssocID="{946A6A36-301E-435E-8007-4F93488AB922}" presName="sp" presStyleCnt="0"/>
      <dgm:spPr/>
    </dgm:pt>
    <dgm:pt modelId="{7546B855-175F-43E6-BF04-88DF3F244D10}" type="pres">
      <dgm:prSet presAssocID="{BA4AE50D-120F-48A1-8074-545F752A99B2}" presName="linNode" presStyleCnt="0"/>
      <dgm:spPr/>
    </dgm:pt>
    <dgm:pt modelId="{0184590F-BA77-4E47-87CC-E9D8F1345994}" type="pres">
      <dgm:prSet presAssocID="{BA4AE50D-120F-48A1-8074-545F752A99B2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79C445A6-3C4E-444D-ADA3-221B172CD2CE}" type="pres">
      <dgm:prSet presAssocID="{76F6518E-7E7D-4AAD-9CCE-160EFC28271B}" presName="sp" presStyleCnt="0"/>
      <dgm:spPr/>
    </dgm:pt>
    <dgm:pt modelId="{86E75366-B796-41E0-8234-F8F47E675550}" type="pres">
      <dgm:prSet presAssocID="{8760CC95-7F65-4782-9483-E291415F731D}" presName="linNode" presStyleCnt="0"/>
      <dgm:spPr/>
    </dgm:pt>
    <dgm:pt modelId="{A21DAA30-CD74-4945-A775-7A9309A2E9E5}" type="pres">
      <dgm:prSet presAssocID="{8760CC95-7F65-4782-9483-E291415F731D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AF6896AC-2106-4D8A-892A-7DD84B2554C2}" type="pres">
      <dgm:prSet presAssocID="{1DA9FDFB-59CF-4B81-9C7F-142197FE1152}" presName="sp" presStyleCnt="0"/>
      <dgm:spPr/>
    </dgm:pt>
    <dgm:pt modelId="{D2DA4042-C8F1-41D2-B606-3F545EEB5932}" type="pres">
      <dgm:prSet presAssocID="{6F365D1F-9A41-4F24-BA1C-FE80C26CC97D}" presName="linNode" presStyleCnt="0"/>
      <dgm:spPr/>
    </dgm:pt>
    <dgm:pt modelId="{DE695A7C-E8E1-427F-99E2-FA226A32FD86}" type="pres">
      <dgm:prSet presAssocID="{6F365D1F-9A41-4F24-BA1C-FE80C26CC97D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42D1FE04-BE2C-4D98-B1D9-15C10FDC328A}" type="presOf" srcId="{BA4AE50D-120F-48A1-8074-545F752A99B2}" destId="{0184590F-BA77-4E47-87CC-E9D8F1345994}" srcOrd="0" destOrd="0" presId="urn:microsoft.com/office/officeart/2005/8/layout/vList5"/>
    <dgm:cxn modelId="{25E4D012-6BBB-43F7-883F-7F68862E47D8}" srcId="{52C4BB22-F85B-46BE-BEA1-57B94AA75794}" destId="{BEF53C92-6EF2-4EBF-A283-EC718CDC2C8D}" srcOrd="3" destOrd="0" parTransId="{AA09BEAD-27D5-49A2-830A-5046C13CA946}" sibTransId="{FB26143D-C3C9-4B25-931B-EADCDB2246FC}"/>
    <dgm:cxn modelId="{3F603E1D-8E05-40A2-90E4-0A34C793725F}" srcId="{52C4BB22-F85B-46BE-BEA1-57B94AA75794}" destId="{45FEBD76-534C-476D-B8A9-0CDB8BB31334}" srcOrd="0" destOrd="0" parTransId="{1F4B3619-76F8-4F59-AB14-FD5A154D0A62}" sibTransId="{2F970873-D23D-4AA9-9B3F-3D967534C924}"/>
    <dgm:cxn modelId="{10968B25-6ACE-4796-B835-A5DA6C78DC95}" type="presOf" srcId="{F4AFECB7-E610-4805-AC9D-E1DB9E8CA84A}" destId="{96F37411-9124-420A-A00C-6F1A612EFA90}" srcOrd="0" destOrd="0" presId="urn:microsoft.com/office/officeart/2005/8/layout/vList5"/>
    <dgm:cxn modelId="{A2053A39-8AED-40AF-BE0E-99120018D839}" type="presOf" srcId="{8760CC95-7F65-4782-9483-E291415F731D}" destId="{A21DAA30-CD74-4945-A775-7A9309A2E9E5}" srcOrd="0" destOrd="0" presId="urn:microsoft.com/office/officeart/2005/8/layout/vList5"/>
    <dgm:cxn modelId="{956FDE39-39CD-47DC-8674-9C57DFDE3702}" type="presOf" srcId="{3DDCD1E3-4400-4AA0-B968-FFE74AE4168C}" destId="{C8360EC8-B765-4863-B756-37620995B1F7}" srcOrd="0" destOrd="0" presId="urn:microsoft.com/office/officeart/2005/8/layout/vList5"/>
    <dgm:cxn modelId="{E850B247-058D-4863-BE49-CDCE67C273F7}" srcId="{52C4BB22-F85B-46BE-BEA1-57B94AA75794}" destId="{6F365D1F-9A41-4F24-BA1C-FE80C26CC97D}" srcOrd="7" destOrd="0" parTransId="{AC8615E3-E688-48CF-B053-760D22B2AC26}" sibTransId="{E392643C-9550-406F-A0A5-70083F0FCD7A}"/>
    <dgm:cxn modelId="{E942F36F-7FAF-47C7-9972-CF6C1A7CF296}" srcId="{52C4BB22-F85B-46BE-BEA1-57B94AA75794}" destId="{17577B35-6A44-49BD-BE22-41FA7A49EA59}" srcOrd="4" destOrd="0" parTransId="{445A1FDC-16B4-48E7-9491-973FD6D0236A}" sibTransId="{946A6A36-301E-435E-8007-4F93488AB922}"/>
    <dgm:cxn modelId="{C8AF7B76-7901-4D4E-BCAE-255BA57E5EB0}" type="presOf" srcId="{BEF53C92-6EF2-4EBF-A283-EC718CDC2C8D}" destId="{CC27134D-1B55-4164-8545-FE94D1679BBB}" srcOrd="0" destOrd="0" presId="urn:microsoft.com/office/officeart/2005/8/layout/vList5"/>
    <dgm:cxn modelId="{EA61885A-3199-4635-8BAB-E5D22368BB91}" type="presOf" srcId="{45FEBD76-534C-476D-B8A9-0CDB8BB31334}" destId="{3F985CA3-2981-40D9-9360-10A827709ABE}" srcOrd="0" destOrd="0" presId="urn:microsoft.com/office/officeart/2005/8/layout/vList5"/>
    <dgm:cxn modelId="{8971A57F-A2EC-4E6B-AD9E-4B97438BF885}" srcId="{52C4BB22-F85B-46BE-BEA1-57B94AA75794}" destId="{3DDCD1E3-4400-4AA0-B968-FFE74AE4168C}" srcOrd="2" destOrd="0" parTransId="{168CF4B8-0A83-4153-9B48-0B034E6384DD}" sibTransId="{AC48979D-305B-4BD3-9A49-7D9A69DF38A8}"/>
    <dgm:cxn modelId="{F6C39287-F94F-4BDA-8DCC-4B6C6B514202}" srcId="{52C4BB22-F85B-46BE-BEA1-57B94AA75794}" destId="{8760CC95-7F65-4782-9483-E291415F731D}" srcOrd="6" destOrd="0" parTransId="{E2A076DD-2F8D-4100-BA39-A75797A47C70}" sibTransId="{1DA9FDFB-59CF-4B81-9C7F-142197FE1152}"/>
    <dgm:cxn modelId="{2ADB0996-4CC9-48A7-8A5B-A79FB092A66A}" srcId="{52C4BB22-F85B-46BE-BEA1-57B94AA75794}" destId="{BA4AE50D-120F-48A1-8074-545F752A99B2}" srcOrd="5" destOrd="0" parTransId="{230C1187-2D0E-4751-9BE2-2A322BF7CFCD}" sibTransId="{76F6518E-7E7D-4AAD-9CCE-160EFC28271B}"/>
    <dgm:cxn modelId="{F7CE819C-189A-4B28-9334-658A683FDEDC}" type="presOf" srcId="{52C4BB22-F85B-46BE-BEA1-57B94AA75794}" destId="{D2C5CA3C-BC30-4EA7-B292-C65D4BB62F5E}" srcOrd="0" destOrd="0" presId="urn:microsoft.com/office/officeart/2005/8/layout/vList5"/>
    <dgm:cxn modelId="{9638F0A9-B2D7-4CF1-961E-2014A68FE353}" srcId="{52C4BB22-F85B-46BE-BEA1-57B94AA75794}" destId="{F4AFECB7-E610-4805-AC9D-E1DB9E8CA84A}" srcOrd="1" destOrd="0" parTransId="{3BDB3930-829B-4F9A-9096-F7257B690173}" sibTransId="{75FDB607-9A74-4BAC-A16F-F84DDC37DBDC}"/>
    <dgm:cxn modelId="{053A08C2-90E2-45BF-8B0B-9F32EE780A19}" type="presOf" srcId="{17577B35-6A44-49BD-BE22-41FA7A49EA59}" destId="{144E840B-608B-4024-A4B4-02F9F3447A8A}" srcOrd="0" destOrd="0" presId="urn:microsoft.com/office/officeart/2005/8/layout/vList5"/>
    <dgm:cxn modelId="{788F43CB-9588-454F-835C-4C27D8DDDD5B}" type="presOf" srcId="{6F365D1F-9A41-4F24-BA1C-FE80C26CC97D}" destId="{DE695A7C-E8E1-427F-99E2-FA226A32FD86}" srcOrd="0" destOrd="0" presId="urn:microsoft.com/office/officeart/2005/8/layout/vList5"/>
    <dgm:cxn modelId="{FFDDA450-24BA-449F-9AB5-B398ACC9204D}" type="presParOf" srcId="{D2C5CA3C-BC30-4EA7-B292-C65D4BB62F5E}" destId="{4EC2143C-1C91-4D93-A9F4-DEF1D88A487D}" srcOrd="0" destOrd="0" presId="urn:microsoft.com/office/officeart/2005/8/layout/vList5"/>
    <dgm:cxn modelId="{06AF5B4C-A179-45AB-AD81-33DBFEA93720}" type="presParOf" srcId="{4EC2143C-1C91-4D93-A9F4-DEF1D88A487D}" destId="{3F985CA3-2981-40D9-9360-10A827709ABE}" srcOrd="0" destOrd="0" presId="urn:microsoft.com/office/officeart/2005/8/layout/vList5"/>
    <dgm:cxn modelId="{1C8CAC93-B3F0-4C81-B9D0-8237C675DBC4}" type="presParOf" srcId="{D2C5CA3C-BC30-4EA7-B292-C65D4BB62F5E}" destId="{E9269A04-1B4B-4340-92B3-5040EDA3DDD8}" srcOrd="1" destOrd="0" presId="urn:microsoft.com/office/officeart/2005/8/layout/vList5"/>
    <dgm:cxn modelId="{198F37C4-ECDA-4B59-8D7D-EE37AA37B079}" type="presParOf" srcId="{D2C5CA3C-BC30-4EA7-B292-C65D4BB62F5E}" destId="{B5FD6AF6-4C15-43E0-8A0D-D2096AFDE9A1}" srcOrd="2" destOrd="0" presId="urn:microsoft.com/office/officeart/2005/8/layout/vList5"/>
    <dgm:cxn modelId="{8FEA4177-2A8B-4A56-871E-3BF70B727450}" type="presParOf" srcId="{B5FD6AF6-4C15-43E0-8A0D-D2096AFDE9A1}" destId="{96F37411-9124-420A-A00C-6F1A612EFA90}" srcOrd="0" destOrd="0" presId="urn:microsoft.com/office/officeart/2005/8/layout/vList5"/>
    <dgm:cxn modelId="{32A28813-B708-4156-81BB-A61888F8384D}" type="presParOf" srcId="{D2C5CA3C-BC30-4EA7-B292-C65D4BB62F5E}" destId="{C8D76D44-4B27-48C0-AF66-0AE885E2D03E}" srcOrd="3" destOrd="0" presId="urn:microsoft.com/office/officeart/2005/8/layout/vList5"/>
    <dgm:cxn modelId="{2784A00F-1EB6-4D12-B265-17AE4EFC7142}" type="presParOf" srcId="{D2C5CA3C-BC30-4EA7-B292-C65D4BB62F5E}" destId="{1D6CC532-7EA9-4938-A415-8D3C5686225B}" srcOrd="4" destOrd="0" presId="urn:microsoft.com/office/officeart/2005/8/layout/vList5"/>
    <dgm:cxn modelId="{08ECBCAC-7FE0-41D0-89A5-BAB5EBA03E9F}" type="presParOf" srcId="{1D6CC532-7EA9-4938-A415-8D3C5686225B}" destId="{C8360EC8-B765-4863-B756-37620995B1F7}" srcOrd="0" destOrd="0" presId="urn:microsoft.com/office/officeart/2005/8/layout/vList5"/>
    <dgm:cxn modelId="{11EEC8A5-F5D8-4C77-8985-C446369D75B0}" type="presParOf" srcId="{D2C5CA3C-BC30-4EA7-B292-C65D4BB62F5E}" destId="{B25E6506-304A-4C72-818A-CA258EAE2FFB}" srcOrd="5" destOrd="0" presId="urn:microsoft.com/office/officeart/2005/8/layout/vList5"/>
    <dgm:cxn modelId="{DC2CE082-3DD6-4389-AE5E-675EE1FED53E}" type="presParOf" srcId="{D2C5CA3C-BC30-4EA7-B292-C65D4BB62F5E}" destId="{7123693D-5B7D-4E44-B2DD-8502DBAA1514}" srcOrd="6" destOrd="0" presId="urn:microsoft.com/office/officeart/2005/8/layout/vList5"/>
    <dgm:cxn modelId="{F8FCDDE5-B5F9-4D5D-A704-02F71416D43C}" type="presParOf" srcId="{7123693D-5B7D-4E44-B2DD-8502DBAA1514}" destId="{CC27134D-1B55-4164-8545-FE94D1679BBB}" srcOrd="0" destOrd="0" presId="urn:microsoft.com/office/officeart/2005/8/layout/vList5"/>
    <dgm:cxn modelId="{0C462154-2067-4B0C-8061-2B60171614E0}" type="presParOf" srcId="{D2C5CA3C-BC30-4EA7-B292-C65D4BB62F5E}" destId="{90BD8E63-6491-421C-A218-DB68A26F0584}" srcOrd="7" destOrd="0" presId="urn:microsoft.com/office/officeart/2005/8/layout/vList5"/>
    <dgm:cxn modelId="{D2FDE753-6B8A-4002-81B8-F94A540C83BD}" type="presParOf" srcId="{D2C5CA3C-BC30-4EA7-B292-C65D4BB62F5E}" destId="{15E9D48E-DC55-47AF-91A3-7C0286092D59}" srcOrd="8" destOrd="0" presId="urn:microsoft.com/office/officeart/2005/8/layout/vList5"/>
    <dgm:cxn modelId="{276427A0-4474-4EE3-9A0A-4D7E8D84BCEA}" type="presParOf" srcId="{15E9D48E-DC55-47AF-91A3-7C0286092D59}" destId="{144E840B-608B-4024-A4B4-02F9F3447A8A}" srcOrd="0" destOrd="0" presId="urn:microsoft.com/office/officeart/2005/8/layout/vList5"/>
    <dgm:cxn modelId="{D5B4AFA5-EEBA-4285-AD9D-E0C7A4D73278}" type="presParOf" srcId="{D2C5CA3C-BC30-4EA7-B292-C65D4BB62F5E}" destId="{A52EB35B-D076-4AB3-83EC-2EE4FB92C032}" srcOrd="9" destOrd="0" presId="urn:microsoft.com/office/officeart/2005/8/layout/vList5"/>
    <dgm:cxn modelId="{7AE6EA25-84A2-4F7F-8C24-8A9788379FD3}" type="presParOf" srcId="{D2C5CA3C-BC30-4EA7-B292-C65D4BB62F5E}" destId="{7546B855-175F-43E6-BF04-88DF3F244D10}" srcOrd="10" destOrd="0" presId="urn:microsoft.com/office/officeart/2005/8/layout/vList5"/>
    <dgm:cxn modelId="{4D884CD9-8F99-41F9-9C9F-19BD141ED3F0}" type="presParOf" srcId="{7546B855-175F-43E6-BF04-88DF3F244D10}" destId="{0184590F-BA77-4E47-87CC-E9D8F1345994}" srcOrd="0" destOrd="0" presId="urn:microsoft.com/office/officeart/2005/8/layout/vList5"/>
    <dgm:cxn modelId="{A8C2AA94-065D-4A11-A9A0-8D3F1BB5F9C3}" type="presParOf" srcId="{D2C5CA3C-BC30-4EA7-B292-C65D4BB62F5E}" destId="{79C445A6-3C4E-444D-ADA3-221B172CD2CE}" srcOrd="11" destOrd="0" presId="urn:microsoft.com/office/officeart/2005/8/layout/vList5"/>
    <dgm:cxn modelId="{C5676960-858B-4F8C-BEDC-183DB9C429CC}" type="presParOf" srcId="{D2C5CA3C-BC30-4EA7-B292-C65D4BB62F5E}" destId="{86E75366-B796-41E0-8234-F8F47E675550}" srcOrd="12" destOrd="0" presId="urn:microsoft.com/office/officeart/2005/8/layout/vList5"/>
    <dgm:cxn modelId="{5B39D3A0-0323-431D-BC84-AF4B445D1776}" type="presParOf" srcId="{86E75366-B796-41E0-8234-F8F47E675550}" destId="{A21DAA30-CD74-4945-A775-7A9309A2E9E5}" srcOrd="0" destOrd="0" presId="urn:microsoft.com/office/officeart/2005/8/layout/vList5"/>
    <dgm:cxn modelId="{5AE23018-A595-41ED-8DC1-195CB1C375C6}" type="presParOf" srcId="{D2C5CA3C-BC30-4EA7-B292-C65D4BB62F5E}" destId="{AF6896AC-2106-4D8A-892A-7DD84B2554C2}" srcOrd="13" destOrd="0" presId="urn:microsoft.com/office/officeart/2005/8/layout/vList5"/>
    <dgm:cxn modelId="{C0E9AF07-3EAA-44FD-8CFC-B48E9BA44B15}" type="presParOf" srcId="{D2C5CA3C-BC30-4EA7-B292-C65D4BB62F5E}" destId="{D2DA4042-C8F1-41D2-B606-3F545EEB5932}" srcOrd="14" destOrd="0" presId="urn:microsoft.com/office/officeart/2005/8/layout/vList5"/>
    <dgm:cxn modelId="{922C0768-CFE3-4758-B968-8069A9C409E5}" type="presParOf" srcId="{D2DA4042-C8F1-41D2-B606-3F545EEB5932}" destId="{DE695A7C-E8E1-427F-99E2-FA226A32FD8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482412" y="149224"/>
          <a:ext cx="791015" cy="7910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999014" y="1385091"/>
          <a:ext cx="1757812" cy="17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999014" y="1385091"/>
        <a:ext cx="1757812" cy="1729187"/>
      </dsp:txXfrm>
    </dsp:sp>
    <dsp:sp modelId="{76D98688-242E-4601-92F7-014494BED513}">
      <dsp:nvSpPr>
        <dsp:cNvPr id="0" name=""/>
        <dsp:cNvSpPr/>
      </dsp:nvSpPr>
      <dsp:spPr>
        <a:xfrm>
          <a:off x="3547842" y="149224"/>
          <a:ext cx="791015" cy="7910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064443" y="1385091"/>
          <a:ext cx="1757812" cy="17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064443" y="1385091"/>
        <a:ext cx="1757812" cy="1729187"/>
      </dsp:txXfrm>
    </dsp:sp>
    <dsp:sp modelId="{91FC0951-73EA-4668-B2BE-91930015E203}">
      <dsp:nvSpPr>
        <dsp:cNvPr id="0" name=""/>
        <dsp:cNvSpPr/>
      </dsp:nvSpPr>
      <dsp:spPr>
        <a:xfrm>
          <a:off x="5613271" y="149224"/>
          <a:ext cx="791015" cy="7910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5129873" y="1385091"/>
          <a:ext cx="1757812" cy="1729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4"/>
            </a:rPr>
            <a:t>https://github.com/Mikele02171/Main-Stuff/tree/main/DA%20Bootcamp%202026%20Emergi%20Mentors/Week%202%20SQL%20Mastery/Module%204%20Advanced%20SQL%20and%20Enterprise%20Analytics/Window_Functions_Mastery</a:t>
          </a:r>
          <a:endParaRPr lang="en-AU" sz="1100" kern="1200" dirty="0">
            <a:solidFill>
              <a:schemeClr val="tx1"/>
            </a:solidFill>
          </a:endParaRP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solidFill>
              <a:schemeClr val="tx1"/>
            </a:solidFill>
          </a:endParaRPr>
        </a:p>
      </dsp:txBody>
      <dsp:txXfrm>
        <a:off x="5129873" y="1385091"/>
        <a:ext cx="1757812" cy="1729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8D059-A8A9-46A8-AA01-E784FF9D493D}">
      <dsp:nvSpPr>
        <dsp:cNvPr id="0" name=""/>
        <dsp:cNvSpPr/>
      </dsp:nvSpPr>
      <dsp:spPr>
        <a:xfrm>
          <a:off x="215172" y="1141"/>
          <a:ext cx="1219765" cy="7318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Add Commonwealth Bank Database</a:t>
          </a:r>
          <a:endParaRPr lang="en-US" sz="1100" kern="1200"/>
        </a:p>
      </dsp:txBody>
      <dsp:txXfrm>
        <a:off x="215172" y="1141"/>
        <a:ext cx="1219765" cy="731859"/>
      </dsp:txXfrm>
    </dsp:sp>
    <dsp:sp modelId="{626A5AA0-7B62-405D-BA73-A24596CC0CB4}">
      <dsp:nvSpPr>
        <dsp:cNvPr id="0" name=""/>
        <dsp:cNvSpPr/>
      </dsp:nvSpPr>
      <dsp:spPr>
        <a:xfrm>
          <a:off x="1556914" y="1141"/>
          <a:ext cx="1219765" cy="73185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DDL: Creating Customers Table </a:t>
          </a:r>
          <a:endParaRPr lang="en-US" sz="1100" kern="1200"/>
        </a:p>
      </dsp:txBody>
      <dsp:txXfrm>
        <a:off x="1556914" y="1141"/>
        <a:ext cx="1219765" cy="731859"/>
      </dsp:txXfrm>
    </dsp:sp>
    <dsp:sp modelId="{806809FD-1108-43DA-8FCC-882C628F215D}">
      <dsp:nvSpPr>
        <dsp:cNvPr id="0" name=""/>
        <dsp:cNvSpPr/>
      </dsp:nvSpPr>
      <dsp:spPr>
        <a:xfrm>
          <a:off x="2898657" y="1141"/>
          <a:ext cx="1219765" cy="73185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DML: Inserting Customer Data</a:t>
          </a:r>
          <a:endParaRPr lang="en-US" sz="1100" kern="1200"/>
        </a:p>
      </dsp:txBody>
      <dsp:txXfrm>
        <a:off x="2898657" y="1141"/>
        <a:ext cx="1219765" cy="731859"/>
      </dsp:txXfrm>
    </dsp:sp>
    <dsp:sp modelId="{38C89BA5-2B37-4D1C-A497-9D79CC4C95B7}">
      <dsp:nvSpPr>
        <dsp:cNvPr id="0" name=""/>
        <dsp:cNvSpPr/>
      </dsp:nvSpPr>
      <dsp:spPr>
        <a:xfrm>
          <a:off x="4240399" y="1141"/>
          <a:ext cx="1219765" cy="731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Validation Check</a:t>
          </a:r>
          <a:endParaRPr lang="en-US" sz="1100" kern="1200"/>
        </a:p>
      </dsp:txBody>
      <dsp:txXfrm>
        <a:off x="4240399" y="1141"/>
        <a:ext cx="1219765" cy="731859"/>
      </dsp:txXfrm>
    </dsp:sp>
    <dsp:sp modelId="{B8E6ACC7-2A57-4B67-B0EC-2AEA4990C44A}">
      <dsp:nvSpPr>
        <dsp:cNvPr id="0" name=""/>
        <dsp:cNvSpPr/>
      </dsp:nvSpPr>
      <dsp:spPr>
        <a:xfrm>
          <a:off x="5582141" y="1141"/>
          <a:ext cx="1219765" cy="73185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Overall Customer Transaction Aggregations </a:t>
          </a:r>
          <a:endParaRPr lang="en-US" sz="1100" kern="1200"/>
        </a:p>
      </dsp:txBody>
      <dsp:txXfrm>
        <a:off x="5582141" y="1141"/>
        <a:ext cx="1219765" cy="731859"/>
      </dsp:txXfrm>
    </dsp:sp>
    <dsp:sp modelId="{12DC1DCF-8B7C-4A97-BB47-0975EACF052F}">
      <dsp:nvSpPr>
        <dsp:cNvPr id="0" name=""/>
        <dsp:cNvSpPr/>
      </dsp:nvSpPr>
      <dsp:spPr>
        <a:xfrm>
          <a:off x="215172" y="854977"/>
          <a:ext cx="1219765" cy="7318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Customer Transaction Details</a:t>
          </a:r>
          <a:endParaRPr lang="en-US" sz="1100" kern="1200"/>
        </a:p>
      </dsp:txBody>
      <dsp:txXfrm>
        <a:off x="215172" y="854977"/>
        <a:ext cx="1219765" cy="731859"/>
      </dsp:txXfrm>
    </dsp:sp>
    <dsp:sp modelId="{6D127CED-4F22-4678-8C89-7625E56B95C9}">
      <dsp:nvSpPr>
        <dsp:cNvPr id="0" name=""/>
        <dsp:cNvSpPr/>
      </dsp:nvSpPr>
      <dsp:spPr>
        <a:xfrm>
          <a:off x="1556914" y="854977"/>
          <a:ext cx="1219765" cy="73185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Customer Rank based on Customer Balance</a:t>
          </a:r>
          <a:endParaRPr lang="en-US" sz="1100" kern="1200"/>
        </a:p>
      </dsp:txBody>
      <dsp:txXfrm>
        <a:off x="1556914" y="854977"/>
        <a:ext cx="1219765" cy="731859"/>
      </dsp:txXfrm>
    </dsp:sp>
    <dsp:sp modelId="{FC7CDC51-A996-488B-B95A-F01F474D4C3C}">
      <dsp:nvSpPr>
        <dsp:cNvPr id="0" name=""/>
        <dsp:cNvSpPr/>
      </dsp:nvSpPr>
      <dsp:spPr>
        <a:xfrm>
          <a:off x="2898657" y="854977"/>
          <a:ext cx="1219765" cy="73185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Rank vs Dense Rank on Customer Balance</a:t>
          </a:r>
          <a:endParaRPr lang="en-US" sz="1100" kern="1200"/>
        </a:p>
      </dsp:txBody>
      <dsp:txXfrm>
        <a:off x="2898657" y="854977"/>
        <a:ext cx="1219765" cy="731859"/>
      </dsp:txXfrm>
    </dsp:sp>
    <dsp:sp modelId="{044C4A62-F900-43D7-B795-7486288A2806}">
      <dsp:nvSpPr>
        <dsp:cNvPr id="0" name=""/>
        <dsp:cNvSpPr/>
      </dsp:nvSpPr>
      <dsp:spPr>
        <a:xfrm>
          <a:off x="4240399" y="854977"/>
          <a:ext cx="1219765" cy="731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Percentiles on Customer Balance</a:t>
          </a:r>
          <a:endParaRPr lang="en-US" sz="1100" kern="1200"/>
        </a:p>
      </dsp:txBody>
      <dsp:txXfrm>
        <a:off x="4240399" y="854977"/>
        <a:ext cx="1219765" cy="731859"/>
      </dsp:txXfrm>
    </dsp:sp>
    <dsp:sp modelId="{538821EF-8B39-48DF-8739-3E44100FCE7C}">
      <dsp:nvSpPr>
        <dsp:cNvPr id="0" name=""/>
        <dsp:cNvSpPr/>
      </dsp:nvSpPr>
      <dsp:spPr>
        <a:xfrm>
          <a:off x="5582141" y="854977"/>
          <a:ext cx="1219765" cy="73185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LAG and LEAD on Customer Balances </a:t>
          </a:r>
          <a:endParaRPr lang="en-US" sz="1100" kern="1200"/>
        </a:p>
      </dsp:txBody>
      <dsp:txXfrm>
        <a:off x="5582141" y="854977"/>
        <a:ext cx="1219765" cy="731859"/>
      </dsp:txXfrm>
    </dsp:sp>
    <dsp:sp modelId="{E75DA25A-4407-444F-B219-1CE59A769F38}">
      <dsp:nvSpPr>
        <dsp:cNvPr id="0" name=""/>
        <dsp:cNvSpPr/>
      </dsp:nvSpPr>
      <dsp:spPr>
        <a:xfrm>
          <a:off x="215172" y="1708813"/>
          <a:ext cx="1219765" cy="7318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Year-over-Year Comparison </a:t>
          </a:r>
          <a:endParaRPr lang="en-US" sz="1100" kern="1200"/>
        </a:p>
      </dsp:txBody>
      <dsp:txXfrm>
        <a:off x="215172" y="1708813"/>
        <a:ext cx="1219765" cy="731859"/>
      </dsp:txXfrm>
    </dsp:sp>
    <dsp:sp modelId="{69291319-623C-4AD5-88C2-C42C8FE7B62A}">
      <dsp:nvSpPr>
        <dsp:cNvPr id="0" name=""/>
        <dsp:cNvSpPr/>
      </dsp:nvSpPr>
      <dsp:spPr>
        <a:xfrm>
          <a:off x="1556914" y="1708813"/>
          <a:ext cx="1219765" cy="73185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Running Totals with SUM(), OVER()</a:t>
          </a:r>
          <a:endParaRPr lang="en-US" sz="1100" kern="1200"/>
        </a:p>
      </dsp:txBody>
      <dsp:txXfrm>
        <a:off x="1556914" y="1708813"/>
        <a:ext cx="1219765" cy="731859"/>
      </dsp:txXfrm>
    </dsp:sp>
    <dsp:sp modelId="{C56D3C39-48BA-4CB3-BF14-E0257D8D12C2}">
      <dsp:nvSpPr>
        <dsp:cNvPr id="0" name=""/>
        <dsp:cNvSpPr/>
      </dsp:nvSpPr>
      <dsp:spPr>
        <a:xfrm>
          <a:off x="2898657" y="1708813"/>
          <a:ext cx="1219765" cy="73185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Calculate rankings for each state</a:t>
          </a:r>
          <a:endParaRPr lang="en-US" sz="1100" kern="1200"/>
        </a:p>
      </dsp:txBody>
      <dsp:txXfrm>
        <a:off x="2898657" y="1708813"/>
        <a:ext cx="1219765" cy="731859"/>
      </dsp:txXfrm>
    </dsp:sp>
    <dsp:sp modelId="{9DD8E519-7B68-4C90-A92E-BAB25465607B}">
      <dsp:nvSpPr>
        <dsp:cNvPr id="0" name=""/>
        <dsp:cNvSpPr/>
      </dsp:nvSpPr>
      <dsp:spPr>
        <a:xfrm>
          <a:off x="4240399" y="1708813"/>
          <a:ext cx="1219765" cy="731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Production Dashboard Query</a:t>
          </a:r>
          <a:endParaRPr lang="en-US" sz="1100" kern="1200"/>
        </a:p>
      </dsp:txBody>
      <dsp:txXfrm>
        <a:off x="4240399" y="1708813"/>
        <a:ext cx="1219765" cy="731859"/>
      </dsp:txXfrm>
    </dsp:sp>
    <dsp:sp modelId="{7FDAF48D-8A0C-41DA-AC33-31D79A12FE28}">
      <dsp:nvSpPr>
        <dsp:cNvPr id="0" name=""/>
        <dsp:cNvSpPr/>
      </dsp:nvSpPr>
      <dsp:spPr>
        <a:xfrm>
          <a:off x="5582141" y="1708813"/>
          <a:ext cx="1219765" cy="73185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Top Customers per State</a:t>
          </a:r>
          <a:endParaRPr lang="en-US" sz="1100" kern="1200"/>
        </a:p>
      </dsp:txBody>
      <dsp:txXfrm>
        <a:off x="5582141" y="1708813"/>
        <a:ext cx="1219765" cy="731859"/>
      </dsp:txXfrm>
    </dsp:sp>
    <dsp:sp modelId="{5F0F5198-26FB-4F00-B62C-B42183728661}">
      <dsp:nvSpPr>
        <dsp:cNvPr id="0" name=""/>
        <dsp:cNvSpPr/>
      </dsp:nvSpPr>
      <dsp:spPr>
        <a:xfrm>
          <a:off x="886043" y="2562649"/>
          <a:ext cx="1219765" cy="7318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Month-over-Month Signup Growth</a:t>
          </a:r>
          <a:endParaRPr lang="en-US" sz="1100" kern="1200"/>
        </a:p>
      </dsp:txBody>
      <dsp:txXfrm>
        <a:off x="886043" y="2562649"/>
        <a:ext cx="1219765" cy="731859"/>
      </dsp:txXfrm>
    </dsp:sp>
    <dsp:sp modelId="{AFD2B71E-B029-4C8A-BFD6-5744BF39A680}">
      <dsp:nvSpPr>
        <dsp:cNvPr id="0" name=""/>
        <dsp:cNvSpPr/>
      </dsp:nvSpPr>
      <dsp:spPr>
        <a:xfrm>
          <a:off x="2227785" y="2562649"/>
          <a:ext cx="1219765" cy="73185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Moving Average</a:t>
          </a:r>
          <a:endParaRPr lang="en-US" sz="1100" kern="1200"/>
        </a:p>
      </dsp:txBody>
      <dsp:txXfrm>
        <a:off x="2227785" y="2562649"/>
        <a:ext cx="1219765" cy="731859"/>
      </dsp:txXfrm>
    </dsp:sp>
    <dsp:sp modelId="{67D45642-3887-4067-9E4D-CCBB8C6322C0}">
      <dsp:nvSpPr>
        <dsp:cNvPr id="0" name=""/>
        <dsp:cNvSpPr/>
      </dsp:nvSpPr>
      <dsp:spPr>
        <a:xfrm>
          <a:off x="3569528" y="2562649"/>
          <a:ext cx="1219765" cy="73185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Percentile Rank</a:t>
          </a:r>
          <a:endParaRPr lang="en-US" sz="1100" kern="1200"/>
        </a:p>
      </dsp:txBody>
      <dsp:txXfrm>
        <a:off x="3569528" y="2562649"/>
        <a:ext cx="1219765" cy="731859"/>
      </dsp:txXfrm>
    </dsp:sp>
    <dsp:sp modelId="{FA7108D6-E702-4D88-9C67-1AE3D10C60E9}">
      <dsp:nvSpPr>
        <dsp:cNvPr id="0" name=""/>
        <dsp:cNvSpPr/>
      </dsp:nvSpPr>
      <dsp:spPr>
        <a:xfrm>
          <a:off x="4911270" y="2562649"/>
          <a:ext cx="1219765" cy="7318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DQL: First and Last Values</a:t>
          </a:r>
          <a:endParaRPr lang="en-US" sz="1100" kern="1200"/>
        </a:p>
      </dsp:txBody>
      <dsp:txXfrm>
        <a:off x="4911270" y="2562649"/>
        <a:ext cx="1219765" cy="7318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85CA3-2981-40D9-9360-10A827709ABE}">
      <dsp:nvSpPr>
        <dsp:cNvPr id="0" name=""/>
        <dsp:cNvSpPr/>
      </dsp:nvSpPr>
      <dsp:spPr>
        <a:xfrm>
          <a:off x="1660615" y="117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SELECT </a:t>
          </a:r>
          <a:endParaRPr lang="en-US" sz="900" kern="1200"/>
        </a:p>
      </dsp:txBody>
      <dsp:txXfrm>
        <a:off x="1677965" y="17467"/>
        <a:ext cx="1833492" cy="320717"/>
      </dsp:txXfrm>
    </dsp:sp>
    <dsp:sp modelId="{96F37411-9124-420A-A00C-6F1A612EFA90}">
      <dsp:nvSpPr>
        <dsp:cNvPr id="0" name=""/>
        <dsp:cNvSpPr/>
      </dsp:nvSpPr>
      <dsp:spPr>
        <a:xfrm>
          <a:off x="1660615" y="373306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COUNT(*) AS total_customers,</a:t>
          </a:r>
          <a:endParaRPr lang="en-US" sz="900" kern="1200"/>
        </a:p>
      </dsp:txBody>
      <dsp:txXfrm>
        <a:off x="1677965" y="390656"/>
        <a:ext cx="1833492" cy="320717"/>
      </dsp:txXfrm>
    </dsp:sp>
    <dsp:sp modelId="{C8360EC8-B765-4863-B756-37620995B1F7}">
      <dsp:nvSpPr>
        <dsp:cNvPr id="0" name=""/>
        <dsp:cNvSpPr/>
      </dsp:nvSpPr>
      <dsp:spPr>
        <a:xfrm>
          <a:off x="1660615" y="746495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MIN(current_balance) AS min_balance,</a:t>
          </a:r>
          <a:endParaRPr lang="en-US" sz="900" kern="1200"/>
        </a:p>
      </dsp:txBody>
      <dsp:txXfrm>
        <a:off x="1677965" y="763845"/>
        <a:ext cx="1833492" cy="320717"/>
      </dsp:txXfrm>
    </dsp:sp>
    <dsp:sp modelId="{CC27134D-1B55-4164-8545-FE94D1679BBB}">
      <dsp:nvSpPr>
        <dsp:cNvPr id="0" name=""/>
        <dsp:cNvSpPr/>
      </dsp:nvSpPr>
      <dsp:spPr>
        <a:xfrm>
          <a:off x="1660615" y="1119683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MAX(current_balance) AS max_balance,</a:t>
          </a:r>
          <a:endParaRPr lang="en-US" sz="900" kern="1200"/>
        </a:p>
      </dsp:txBody>
      <dsp:txXfrm>
        <a:off x="1677965" y="1137033"/>
        <a:ext cx="1833492" cy="320717"/>
      </dsp:txXfrm>
    </dsp:sp>
    <dsp:sp modelId="{144E840B-608B-4024-A4B4-02F9F3447A8A}">
      <dsp:nvSpPr>
        <dsp:cNvPr id="0" name=""/>
        <dsp:cNvSpPr/>
      </dsp:nvSpPr>
      <dsp:spPr>
        <a:xfrm>
          <a:off x="1660615" y="1492872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ROUND(AVG(current_balance), 2) AS avg_balance,</a:t>
          </a:r>
        </a:p>
      </dsp:txBody>
      <dsp:txXfrm>
        <a:off x="1677965" y="1510222"/>
        <a:ext cx="1833492" cy="320717"/>
      </dsp:txXfrm>
    </dsp:sp>
    <dsp:sp modelId="{0184590F-BA77-4E47-87CC-E9D8F1345994}">
      <dsp:nvSpPr>
        <dsp:cNvPr id="0" name=""/>
        <dsp:cNvSpPr/>
      </dsp:nvSpPr>
      <dsp:spPr>
        <a:xfrm>
          <a:off x="1660615" y="1866061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SUM(current_balance) / 1000000 AS total_deposits_millions</a:t>
          </a:r>
          <a:endParaRPr lang="en-US" sz="900" kern="1200"/>
        </a:p>
      </dsp:txBody>
      <dsp:txXfrm>
        <a:off x="1677965" y="1883411"/>
        <a:ext cx="1833492" cy="320717"/>
      </dsp:txXfrm>
    </dsp:sp>
    <dsp:sp modelId="{A21DAA30-CD74-4945-A775-7A9309A2E9E5}">
      <dsp:nvSpPr>
        <dsp:cNvPr id="0" name=""/>
        <dsp:cNvSpPr/>
      </dsp:nvSpPr>
      <dsp:spPr>
        <a:xfrm>
          <a:off x="1660615" y="2239249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FROM customers;</a:t>
          </a:r>
          <a:endParaRPr lang="en-US" sz="900" kern="1200"/>
        </a:p>
      </dsp:txBody>
      <dsp:txXfrm>
        <a:off x="1677965" y="2256599"/>
        <a:ext cx="1833492" cy="320717"/>
      </dsp:txXfrm>
    </dsp:sp>
    <dsp:sp modelId="{DE695A7C-E8E1-427F-99E2-FA226A32FD86}">
      <dsp:nvSpPr>
        <dsp:cNvPr id="0" name=""/>
        <dsp:cNvSpPr/>
      </dsp:nvSpPr>
      <dsp:spPr>
        <a:xfrm>
          <a:off x="1660615" y="2612438"/>
          <a:ext cx="1868192" cy="3554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3429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900" kern="1200"/>
            <a:t>GO</a:t>
          </a:r>
          <a:endParaRPr lang="en-US" sz="900" kern="1200"/>
        </a:p>
      </dsp:txBody>
      <dsp:txXfrm>
        <a:off x="1677965" y="2629788"/>
        <a:ext cx="1833492" cy="320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AA48E-2BC0-4713-864C-2BCA2C3C3602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556B5-41B6-4C55-A8BE-BA7C298345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495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983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28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14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46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90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212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06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407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68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63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31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E3B02-F787-46A6-86A6-4808B719DAD1}" type="datetimeFigureOut">
              <a:rPr lang="en-AU" smtClean="0"/>
              <a:t>20/03/2026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44610-4763-4957-95E3-5E9D8FFDB6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35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0F45-910C-D618-FC0C-25CAE7153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358" y="4220787"/>
            <a:ext cx="3027251" cy="1790700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AU" sz="3450" dirty="0"/>
              <a:t>Commonwealth Bank SQL Project (Window Functions)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E587F-B7BF-7A71-B6F9-E22668926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357" y="2715029"/>
            <a:ext cx="3027250" cy="1282387"/>
          </a:xfrm>
        </p:spPr>
        <p:txBody>
          <a:bodyPr anchor="b">
            <a:normAutofit/>
          </a:bodyPr>
          <a:lstStyle/>
          <a:p>
            <a:pPr algn="l"/>
            <a:r>
              <a:rPr lang="en-AU" sz="1500" dirty="0"/>
              <a:t>Michael 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E7156-07E2-8A34-B926-2B6E390AB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870" y="3361460"/>
            <a:ext cx="4152001" cy="237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8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31D1-799B-60D2-0953-A28C797F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74094"/>
            <a:ext cx="7886700" cy="994172"/>
          </a:xfrm>
        </p:spPr>
        <p:txBody>
          <a:bodyPr>
            <a:normAutofit/>
          </a:bodyPr>
          <a:lstStyle/>
          <a:p>
            <a:r>
              <a:rPr lang="en-AU" dirty="0"/>
              <a:t>Requirements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EBE8F3B-80E5-846D-9856-94FF36BD8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4196508"/>
              </p:ext>
            </p:extLst>
          </p:nvPr>
        </p:nvGraphicFramePr>
        <p:xfrm>
          <a:off x="628650" y="336946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389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36A9-B57E-A103-4883-A042EE45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2" y="2286703"/>
            <a:ext cx="7017080" cy="900247"/>
          </a:xfrm>
        </p:spPr>
        <p:txBody>
          <a:bodyPr anchor="t">
            <a:normAutofit fontScale="90000"/>
          </a:bodyPr>
          <a:lstStyle/>
          <a:p>
            <a:r>
              <a:rPr lang="en-AU" sz="6000"/>
              <a:t>Content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38D6A-E741-7C5F-EFFA-31892C9B4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813692"/>
              </p:ext>
            </p:extLst>
          </p:nvPr>
        </p:nvGraphicFramePr>
        <p:xfrm>
          <a:off x="891047" y="3369469"/>
          <a:ext cx="7017080" cy="3295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978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77C3-287B-892B-C69E-9C74E9F9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2600">
                <a:solidFill>
                  <a:srgbClr val="FFFFFF"/>
                </a:solidFill>
              </a:rPr>
              <a:t>Add Commonwealth Bank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E000D-D4E1-6513-AD96-544EB39C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2268977" cy="7394729"/>
          </a:xfrm>
        </p:spPr>
        <p:txBody>
          <a:bodyPr anchor="ctr">
            <a:normAutofit lnSpcReduction="10000"/>
          </a:bodyPr>
          <a:lstStyle/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-- First, switch to master to avoid "currently in use" errors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USE master;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(fresh start)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IF EXISTS (SELECT name FROM sys.databases WHERE name = 'Commonwealth_Bank')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PRINT 'Dropping existing Commonwealth_Bank database...';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Commonwealth_Bank SET SINGLE_USER WITH ROLLBACK IMMEDIATE;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Commonwealth_Bank;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PRINT '✅ Existing database dropped successfully';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-- Create fresh database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CREATE DATABASE Commonwealth_Bank;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0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USE Commonwealth_Bank;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000"/>
          </a:p>
        </p:txBody>
      </p:sp>
      <p:pic>
        <p:nvPicPr>
          <p:cNvPr id="28" name="Graphic 27" descr="Database">
            <a:extLst>
              <a:ext uri="{FF2B5EF4-FFF2-40B4-BE49-F238E27FC236}">
                <a16:creationId xmlns:a16="http://schemas.microsoft.com/office/drawing/2014/main" id="{3CBD9A4C-CB69-7144-3EF8-5A4BE4188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2126" y="3224003"/>
            <a:ext cx="2711832" cy="271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4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479136" y="2479710"/>
            <a:ext cx="9144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45882" y="2153298"/>
            <a:ext cx="8461612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16936" y="5384979"/>
            <a:ext cx="3335972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319002" y="2639844"/>
            <a:ext cx="9144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645440" y="2764168"/>
            <a:ext cx="575773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57D3E-DEFE-ACF5-5CCC-2E41C607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782473"/>
            <a:ext cx="317257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DDL: Creating Customers Table </a:t>
            </a:r>
            <a:br>
              <a:rPr lang="en-AU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30CE-2EE2-B810-3620-4AA8A636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865973"/>
            <a:ext cx="3646835" cy="7394729"/>
          </a:xfrm>
        </p:spPr>
        <p:txBody>
          <a:bodyPr anchor="ctr">
            <a:normAutofit lnSpcReduction="10000"/>
          </a:bodyPr>
          <a:lstStyle/>
          <a:p>
            <a:endParaRPr lang="en-AU" sz="2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CREATE TABLE customers (</a:t>
            </a:r>
          </a:p>
          <a:p>
            <a:r>
              <a:rPr lang="en-US" sz="2100">
                <a:highlight>
                  <a:srgbClr val="FFFFFF"/>
                </a:highlight>
                <a:latin typeface="Cascadia Mono" panose="020B0609020000020004" pitchFamily="49" charset="0"/>
              </a:rPr>
              <a:t>    customer_id INT PRIMARY KEY,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customer_name NVARCHAR(100),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state NVARCHAR(10),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city NVARCHAR(50),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account_type NVARCHAR(30),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signup_date DATE,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current_balance DECIMAL(15,2),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balance_2023 DECIMAL(15,2),  -- For YoY comparison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    balance_2024 DECIMAL(15,2)</a:t>
            </a:r>
          </a:p>
          <a:p>
            <a:r>
              <a:rPr lang="en-AU" sz="21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2100"/>
          </a:p>
        </p:txBody>
      </p:sp>
    </p:spTree>
    <p:extLst>
      <p:ext uri="{BB962C8B-B14F-4D97-AF65-F5344CB8AC3E}">
        <p14:creationId xmlns:p14="http://schemas.microsoft.com/office/powerpoint/2010/main" val="108740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479136" y="2479710"/>
            <a:ext cx="9144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45882" y="2153298"/>
            <a:ext cx="8461612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16936" y="5384979"/>
            <a:ext cx="3335972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319002" y="2639844"/>
            <a:ext cx="9144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645440" y="2764168"/>
            <a:ext cx="575773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E2AD6-3E3D-3499-8278-787B19D6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782473"/>
            <a:ext cx="317257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DML: Inserting Customer Data Part 1</a:t>
            </a:r>
            <a:br>
              <a:rPr lang="en-AU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79335-D3C4-6E17-F249-05610F76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6660" y="546150"/>
            <a:ext cx="4810416" cy="8051696"/>
          </a:xfrm>
        </p:spPr>
        <p:txBody>
          <a:bodyPr anchor="ctr">
            <a:noAutofit/>
          </a:bodyPr>
          <a:lstStyle/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INSERT INTO customers VALUES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-- High-value NSW customers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(1001, 'Sarah Mitchell', 'NSW', 'Sydney', 'Premium Savings', '2022-01-15', 485000.00, 420000.00, 485000.00),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(1002, 'James Chen', 'NSW', 'Sydney', 'Investment Account', '2021-06-20', 750000.00, 680000.00, 750000.00),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(1003, 'Emma Thompson', 'NSW', 'Newcastle', 'Premium Savings', '2023-03-10', 125000.00, 0.00, 125000.00),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(1004, 'Liam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O''Connor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', 'NSW', 'Wollongong', 'Standard Savings', '2022-08-15', 68000.00, 55000.00, 68000.00),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(1005, 'Olivia Patel', 'NSW', 'Parramatta', 'Premium Savings', '2021-11-20', 320000.00, 280000.00, 320000.00),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-- High-value VIC customers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(1006, 'William Zhang', 'VIC', 'Melbourne', 'Investment Account', '2020-05-10', 890000.00, 820000.00, 890000.00),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(1007, 'Ava Nguyen', 'VIC', 'Melbourne', 'Premium Savings', '2022-02-28', 425000.00, 360000.00, 425000.00),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(1008, 'Noah Williams', 'VIC', 'Geelong', 'Standard Savings', '2023-07-15', 95000.00, 0.00, 95000.00),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(1009, 'Isabella Brown', 'VIC', 'Carlton', 'Premium Savings', '2021-09-05', 510000.00, 470000.00, 510000.00),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(1010, 'Mason Taylor', 'VIC', 'Richmond', 'Investment Account', '2020-12-12', 670000.00, 610000.00, 670000.00),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-- QLD customers (mix of high and mid-value)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(1011, 'Sophia Anderson', 'QLD', 'Brisbane', 'Premium Savings', '2022-04-20', 380000.00, 330000.00, 380000.00),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(1012, 'Lucas Martin', 'QLD', 'Gold Coast', 'Standard Savings', '2023-05-18', 82000.00, 0.00, 82000.00),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(1013, 'Charlotte Garcia', 'QLD', 'Cairns', 'Premium Savings', '2021-10-10', 240000.00, 215000.00, 240000.00),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(1014, 'Ethan Rodriguez', 'QLD', 'Townsville', 'Standard Savings', '2022-11-25', 105000.00, 88000.00, 105000.00),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(1015, 'Amelia Lee', 'QLD', 'Brisbane', 'Investment Account', '2020-08-15', 625000.00, 570000.00, 625000.00),</a:t>
            </a:r>
          </a:p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(1024, 'Grace Wilson', 'NSW', 'Newcastle', 'Premium Savings', '2022-08-11', 485000.00, 420000.00, 485000.00),  -- TIE with Sarah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(1025, 'Oscar Brown', 'VIC', 'Geelong', 'Premium Savings', '2022-09-25', 240000.00, 215000.00, 240000.00);  -- TIE with Charlotte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391470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479136" y="2479710"/>
            <a:ext cx="9144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45882" y="2153298"/>
            <a:ext cx="8461612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16936" y="5384979"/>
            <a:ext cx="3335972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319002" y="2639844"/>
            <a:ext cx="9144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645440" y="2764168"/>
            <a:ext cx="575773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E2E5D-E94E-9C55-CDA9-268404F4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782473"/>
            <a:ext cx="317257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 dirty="0">
                <a:solidFill>
                  <a:srgbClr val="FFFFFF"/>
                </a:solidFill>
              </a:rPr>
              <a:t>DML: Inserting Customer Data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5AED7-3F41-4C46-F140-56D771B4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622" y="559622"/>
            <a:ext cx="4184581" cy="8247181"/>
          </a:xfrm>
        </p:spPr>
        <p:txBody>
          <a:bodyPr anchor="ctr">
            <a:normAutofit/>
          </a:bodyPr>
          <a:lstStyle/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-- WA and SA customers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(1016, 'Benjamin Kim', 'WA', 'Perth', 'Premium Savings', '2021-03-12', 355000.00, 310000.00, 355000.00),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(1017, 'Harper Singh', 'WA', 'Fremantle', 'Investment Account', '2022-07-08', 540000.00, 490000.00, 540000.00),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(1018, 'Evelyn Tran', 'SA', 'Adelaide', 'Premium Savings', '2023-01-20', 145000.00, 0.00, 145000.00),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(1019, 'Alexander Liu', 'SA', 'Adelaide', 'Standard Savings', '2022-09-14', 78000.00, 62000.00, 78000.00),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(1020, 'Mia Johnson', 'SA', 'Adelaide', 'Premium Savings', '2021-12-05', 290000.00, 255000.00, 290000.00),</a:t>
            </a:r>
          </a:p>
          <a:p>
            <a:endParaRPr lang="en-AU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-- Additional customers with IDENTICAL balances to create TIES (demonstrates RANK vs DENSE_RANK)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(1021, 'Daniel Cooper', 'NSW', 'Sydney', 'Premium Savings', '2022-03-18', 320000.00, 280000.00, 320000.00),  -- TIE with Olivia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(1022, 'Sophie Taylor', 'VIC', 'Melbourne', 'Premium Savings', '2022-05-22', 380000.00, 330000.00, 380000.00),  -- TIE with Sophia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(1023, 'Ryan Martinez', 'QLD', 'Brisbane', 'Premium Savings', '2022-06-30', 290000.00, 255000.00, 290000.00),  -- TIE with Mia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(1024, 'Grace Wilson', 'NSW', 'Newcastle', 'Premium Savings', '2022-08-11', 485000.00, 420000.00, 485000.00),  -- TIE with Sarah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(1025, 'Oscar Brown', 'VIC', 'Geelong', 'Premium Savings', '2022-09-25', 240000.00, 215000.00, 240000.00);  -- TIE with Charlotte</a:t>
            </a:r>
            <a:endParaRPr lang="en-AU" sz="1200" dirty="0"/>
          </a:p>
          <a:p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66098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918D-D7AB-347F-0E92-8AFCAD290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06" y="2388394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AU" dirty="0"/>
              <a:t>DQL: Validation Check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8A14433-9576-FBCC-D3DE-2B3BEBA6F65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4319" y="2940248"/>
          <a:ext cx="5189424" cy="2967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1F29991-54B9-F60E-857E-38E37E957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801" y="6167172"/>
            <a:ext cx="6537107" cy="585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1C780B-4BEE-CAFB-9A4C-D9AF1E6D68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251" y="3382567"/>
            <a:ext cx="3641025" cy="204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3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6DBF-8B59-7402-E1DC-56C2F625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DQL: Overall Customer Transaction Aggregations 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3C08A-4768-05CB-B95B-96CFF016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2736056"/>
            <a:ext cx="4503789" cy="3263504"/>
          </a:xfrm>
        </p:spPr>
        <p:txBody>
          <a:bodyPr>
            <a:normAutofit fontScale="850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average_balance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total_customers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total_deposits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customers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1DD480-3EBA-6C96-113D-B97BD9AC4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5979309"/>
            <a:ext cx="6205007" cy="8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02D0E-8B2F-5319-E8AB-FC308DD2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600">
                <a:solidFill>
                  <a:srgbClr val="FFFFFF"/>
                </a:solidFill>
              </a:rPr>
              <a:t>DQL: Customer Transaction Details</a:t>
            </a:r>
            <a:br>
              <a:rPr lang="en-AU" sz="3600">
                <a:solidFill>
                  <a:srgbClr val="FFFFFF"/>
                </a:solidFill>
              </a:rPr>
            </a:br>
            <a:endParaRPr lang="en-AU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BCB10-1523-97C6-1B2B-1DF6823F7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593405" cy="7394729"/>
          </a:xfrm>
        </p:spPr>
        <p:txBody>
          <a:bodyPr anchor="ctr">
            <a:normAutofit/>
          </a:bodyPr>
          <a:lstStyle/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AVG(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average_balance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- AVG(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(), 2)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difference_from_avg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&gt; AVG(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() THEN 'Above Average'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'Below Average'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performance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1500" dirty="0"/>
          </a:p>
        </p:txBody>
      </p:sp>
    </p:spTree>
    <p:extLst>
      <p:ext uri="{BB962C8B-B14F-4D97-AF65-F5344CB8AC3E}">
        <p14:creationId xmlns:p14="http://schemas.microsoft.com/office/powerpoint/2010/main" val="782918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AC9C17-3A8F-F024-324F-E9F21B5EB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061942"/>
            <a:ext cx="7960811" cy="70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10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9F1A7-010E-294D-9B05-7E14FD47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 dirty="0">
                <a:solidFill>
                  <a:srgbClr val="FFFFFF"/>
                </a:solidFill>
              </a:rPr>
              <a:t>DQL: Customer Rank based on Customer Balance</a:t>
            </a:r>
            <a:br>
              <a:rPr lang="en-AU" sz="4200" dirty="0">
                <a:solidFill>
                  <a:srgbClr val="FFFFFF"/>
                </a:solidFill>
              </a:rPr>
            </a:br>
            <a:endParaRPr lang="en-AU" sz="42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8F824-F3B0-4E60-BFE0-3D5E0459D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568005" cy="7394729"/>
          </a:xfrm>
        </p:spPr>
        <p:txBody>
          <a:bodyPr anchor="ctr">
            <a:normAutofit/>
          </a:bodyPr>
          <a:lstStyle/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ROW_NUMBER()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customer_rank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city,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ROW_NUMBER()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&lt;= 5 THEN 'VIP Customer'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ROW_NUMBER()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&lt;= 10 THEN 'Premium Customer'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'Standard Customer'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customer_tier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customer_rank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86512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EE968C-8C4C-ADD0-B229-44AC7DE76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" y="1083534"/>
            <a:ext cx="7827458" cy="618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4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A673F-A412-B385-AF84-ED844A90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Rank vs Dense Rank Part 1</a:t>
            </a:r>
            <a:br>
              <a:rPr lang="en-AU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BF386-6213-7D36-413D-008CD88E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479105" cy="7394729"/>
          </a:xfrm>
        </p:spPr>
        <p:txBody>
          <a:bodyPr anchor="ctr">
            <a:normAutofit/>
          </a:bodyPr>
          <a:lstStyle/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'--- Step 1: Create ties by rounding to nearest $50K ---';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balance_rounded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state,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ROUND(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/ 50000, 0) * 50000 AS balance_50k  -- Round to nearest 50K to create ties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AS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actual_balance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balance_50k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rounded_balance</a:t>
            </a:r>
            <a:endParaRPr lang="en-US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balance_rounded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balance_50k DESC,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182617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3BD68E-D9BA-A7A6-1480-CB897054A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6"/>
          <a:stretch>
            <a:fillRect/>
          </a:stretch>
        </p:blipFill>
        <p:spPr>
          <a:xfrm>
            <a:off x="3549268" y="811560"/>
            <a:ext cx="4477132" cy="752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50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3B047-352E-6705-77B6-536549B7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 dirty="0">
                <a:solidFill>
                  <a:srgbClr val="FFFFFF"/>
                </a:solidFill>
              </a:rPr>
              <a:t>DQL: Rank vs Dense Rank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110E-61E9-F1D1-AD37-8227AB0D4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705419" cy="7394729"/>
          </a:xfrm>
        </p:spPr>
        <p:txBody>
          <a:bodyPr anchor="ctr">
            <a:normAutofit/>
          </a:bodyPr>
          <a:lstStyle/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balance_rounded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state,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ROUND(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/ 50000, 0) * 50000 AS balance_50k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ROW_NUMBER() OVER (ORDER BY balance_50k DESC)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row_number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RANK() OVER (ORDER BY balance_50k DESC)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rank_with_gaps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DENSE_RANK() OVER (ORDER BY balance_50k DESC) AS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dense_rank_no_gaps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balance_50k AS rounded_to_50k,</a:t>
            </a: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AS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actual_balance</a:t>
            </a:r>
            <a:endParaRPr lang="en-AU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balance_rounded</a:t>
            </a:r>
            <a:endParaRPr lang="en-AU" sz="12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balance_50k DESC, </a:t>
            </a:r>
            <a:r>
              <a:rPr lang="en-US" sz="12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718074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4F65C4-6486-43A8-0B04-BCDFC042A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26" y="1806211"/>
            <a:ext cx="7274862" cy="55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40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E4B69-9F19-A155-FD80-08914BFA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600">
                <a:solidFill>
                  <a:srgbClr val="FFFFFF"/>
                </a:solidFill>
              </a:rPr>
              <a:t>DQL: Percentiles on Customer Balance</a:t>
            </a:r>
            <a:br>
              <a:rPr lang="en-AU" sz="3600">
                <a:solidFill>
                  <a:srgbClr val="FFFFFF"/>
                </a:solidFill>
              </a:rPr>
            </a:br>
            <a:endParaRPr lang="en-AU" sz="36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50188-58C8-0967-9046-838536180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174305" cy="7394729"/>
          </a:xfrm>
        </p:spPr>
        <p:txBody>
          <a:bodyPr anchor="ctr">
            <a:normAutofit/>
          </a:bodyPr>
          <a:lstStyle/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NTILE(4)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AS quartile,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NTILE(10)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AS decile,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NTILE(4)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= 1 THEN 'Top 25% (VIP)'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NTILE(4)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= 2 THEN '25-50% (Premium)'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NTILE(4)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= 3 THEN '50-75% (Standard)'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'Bottom 25% (Basic)'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customer_segment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NTILE(10)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= 1 THEN 'Top 10%'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NTILE(10)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&lt;= 3 THEN 'Top 30%'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NTILE(10) OVER (ORDER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&lt;= 5 THEN 'Top 50%'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'Bottom 50%'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percentile_group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3251674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726ACA-6FFB-95B9-EA4D-74704CD90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26" y="959951"/>
            <a:ext cx="7777796" cy="685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81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B1BE8-504C-5B7A-67AC-192880D5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LAG and LEAD on Customer Balances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D57F2-6675-B915-2C09-2FB8E83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491805" cy="7394729"/>
          </a:xfrm>
        </p:spPr>
        <p:txBody>
          <a:bodyPr anchor="ctr">
            <a:normAutofit/>
          </a:bodyPr>
          <a:lstStyle/>
          <a:p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previous_customer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LAG(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previous_balance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LEAD(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next_customer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- LAG(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), 2)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balance_diff_from_prev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DATEDIFF(DAY, LAG(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days_since_prev_signup</a:t>
            </a:r>
            <a:endParaRPr lang="en-US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4019511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FC44FE-BFF8-C65E-0D16-C2412E199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25" y="418798"/>
            <a:ext cx="8290037" cy="48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22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035B9-5185-D1C2-35DA-5861EB90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2900">
                <a:solidFill>
                  <a:srgbClr val="FFFFFF"/>
                </a:solidFill>
              </a:rPr>
              <a:t>DQL: Year-over-Year Comparison</a:t>
            </a:r>
            <a:br>
              <a:rPr lang="en-AU" sz="2900">
                <a:solidFill>
                  <a:srgbClr val="FFFFFF"/>
                </a:solidFill>
              </a:rPr>
            </a:br>
            <a:r>
              <a:rPr lang="en-AU" sz="2900">
                <a:solidFill>
                  <a:srgbClr val="FFFFFF"/>
                </a:solidFill>
              </a:rPr>
              <a:t>Comparing 2024 balance to 2023 balance for growth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5DAFD-6027-D90A-A236-6F672A8E5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187005" cy="7394729"/>
          </a:xfrm>
        </p:spPr>
        <p:txBody>
          <a:bodyPr anchor="ctr">
            <a:normAutofit/>
          </a:bodyPr>
          <a:lstStyle/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balance_2023,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balance_2024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balance_2024 - balance_2023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yoy_growth_amount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balance_2023 &gt; 0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THEN ROUND(((balance_2024 - balance_2023) / balance_2023) * 100, 1)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NULL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balance_2024 - balance_2023 &gt; 50000 THEN 'High Growth'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balance_2024 - balance_2023 &gt; 20000 THEN 'Moderate Growth'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balance_2024 - balance_2023 &gt; 0 THEN 'Slight Growth'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balance_2024 = balance_2023 THEN 'No Change'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'Decline'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growth_category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WHERE balance_2023 &gt; 0  -- Only customers who existed in 2023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yoy_growth_percent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  <a:endParaRPr lang="en-AU" sz="800" dirty="0"/>
          </a:p>
        </p:txBody>
      </p:sp>
    </p:spTree>
    <p:extLst>
      <p:ext uri="{BB962C8B-B14F-4D97-AF65-F5344CB8AC3E}">
        <p14:creationId xmlns:p14="http://schemas.microsoft.com/office/powerpoint/2010/main" val="528756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460B92-0ACF-2E7A-6A48-81EA48B13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25" y="537180"/>
            <a:ext cx="8586785" cy="453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7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3F096-16F7-5ECA-DC3E-494ADE5F9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2900">
                <a:solidFill>
                  <a:srgbClr val="FFFFFF"/>
                </a:solidFill>
              </a:rPr>
              <a:t>DQL: Running Totals with SUM(), OVER()</a:t>
            </a:r>
            <a:br>
              <a:rPr lang="en-AU" sz="2900">
                <a:solidFill>
                  <a:srgbClr val="FFFFFF"/>
                </a:solidFill>
              </a:rPr>
            </a:br>
            <a:r>
              <a:rPr lang="en-AU" sz="2900">
                <a:solidFill>
                  <a:srgbClr val="FFFFFF"/>
                </a:solidFill>
              </a:rPr>
              <a:t>Cumulative deposit growth as customers signed up</a:t>
            </a:r>
            <a:br>
              <a:rPr lang="en-AU" sz="2900">
                <a:solidFill>
                  <a:srgbClr val="FFFFFF"/>
                </a:solidFill>
              </a:rPr>
            </a:br>
            <a:endParaRPr lang="en-AU" sz="29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D139-7FED-D6E4-9424-37B6A39F5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357664" cy="7394729"/>
          </a:xfrm>
        </p:spPr>
        <p:txBody>
          <a:bodyPr anchor="ctr">
            <a:normAutofit/>
          </a:bodyPr>
          <a:lstStyle/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SUM(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running_total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ROUND(SUM(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/ 1000000, 2)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running_total_millions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ROUND((SUM(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/ 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(SELECT SUM(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 FROM customers)) * 100, 1)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percent_of_total</a:t>
            </a:r>
            <a:endParaRPr lang="en-US" sz="1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500" dirty="0"/>
          </a:p>
        </p:txBody>
      </p:sp>
    </p:spTree>
    <p:extLst>
      <p:ext uri="{BB962C8B-B14F-4D97-AF65-F5344CB8AC3E}">
        <p14:creationId xmlns:p14="http://schemas.microsoft.com/office/powerpoint/2010/main" val="1400775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55EA8-38DB-4F27-AD73-C53E7CD5C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25" y="951197"/>
            <a:ext cx="8040987" cy="67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797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7EF5D-B16B-7B5C-81F8-842892D9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Calculate rankings for each state</a:t>
            </a:r>
            <a:br>
              <a:rPr lang="en-AU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27DC-5E13-1B19-B24E-6D6AF12F1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865973"/>
            <a:ext cx="4916510" cy="7394729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customer_name,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current_balance,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-- Overall rank (across all states)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ROW_NUMBER() OVER (ORDER BY current_balance DESC) AS overall_rank,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-- Rank within state only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ROW_NUMBER() OVER (PARTITION BY state ORDER BY current_balance DESC) AS rank_in_state,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-- State statistics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COUNT(*) OVER (PARTITION BY state) AS customers_in_state,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ROUND(AVG(current_balance) OVER (PARTITION BY state), 2) AS state_avg_balance,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-- Comparison to state average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ROUND(current_balance - AVG(current_balance) OVER (PARTITION BY state), 2) AS diff_from_state_avg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ORDER BY state, rank_in_state;</a:t>
            </a:r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692731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1DB8F-61F4-4FCB-5840-03DECB5E9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7" y="686074"/>
            <a:ext cx="8772920" cy="59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62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5FC3B-62C5-E381-ED05-F6D07CE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900">
                <a:solidFill>
                  <a:srgbClr val="FFFFFF"/>
                </a:solidFill>
              </a:rPr>
              <a:t>DQL: Production Dashboard Query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5332-FF05-F5E0-46DB-1E244F93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865973"/>
            <a:ext cx="4916510" cy="7394729"/>
          </a:xfrm>
        </p:spPr>
        <p:txBody>
          <a:bodyPr anchor="ctr">
            <a:normAutofit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WITH customer_analytics AS (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customer_id,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customer_name,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state,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account_type,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signup_date,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current_balance,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balance_2023,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balance_2024,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-- Rankings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(ORDER BY current_balance DESC) AS overall_rank,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RANK() OVER (ORDER BY current_balance DESC) AS rank_with_ties,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(PARTITION BY state ORDER BY current_balance DESC) AS state_rank,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-- Percentiles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NTILE(4) OVER (ORDER BY current_balance DESC) AS quartile,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NTILE(10) OVER (ORDER BY current_balance DESC) AS decile,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401941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880EA-4594-03B9-35DC-D94D9146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900">
                <a:solidFill>
                  <a:srgbClr val="FFFFFF"/>
                </a:solidFill>
              </a:rPr>
              <a:t>DQL: Production Dashboard Query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BD5E-1D07-9EA0-3000-315EE3A69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865973"/>
            <a:ext cx="4916510" cy="7394729"/>
          </a:xfrm>
        </p:spPr>
        <p:txBody>
          <a:bodyPr anchor="ctr">
            <a:normAutofit lnSpcReduction="10000"/>
          </a:bodyPr>
          <a:lstStyle/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-- Growth metrics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balance_2024 - balance_2023 AS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 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balance_2023 &gt; 0 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THEN ROUND(((balance_2024 - balance_2023) / balance_2023) * 100, 1)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ELSE NULL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END AS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yoy_growth_percent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-- Running total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(ORDER BY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running_total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-- State statistics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AVG(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(PARTITION BY state) AS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state_avg_balance</a:t>
            </a:r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COUNT(*) OVER (PARTITION BY state) AS </a:t>
            </a:r>
            <a:r>
              <a:rPr lang="en-US" sz="16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state_customer_count</a:t>
            </a:r>
            <a:endParaRPr lang="en-US" sz="16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</a:t>
            </a:r>
          </a:p>
          <a:p>
            <a:r>
              <a:rPr lang="en-AU" sz="16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57962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56031-00BA-A2C1-7AA7-A1361CD0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900">
                <a:solidFill>
                  <a:srgbClr val="FFFFFF"/>
                </a:solidFill>
              </a:rPr>
              <a:t>DQL: Production Dashboard Query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E179A-51F4-E7EA-3403-CB10BFC3A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555305" cy="7394729"/>
          </a:xfrm>
        </p:spPr>
        <p:txBody>
          <a:bodyPr anchor="ctr">
            <a:normAutofit/>
          </a:bodyPr>
          <a:lstStyle/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overall_rank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account_type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state_rank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quartile = 1 THEN 'Top 25% (VIP)'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quartile = 2 THEN '25-50% (Premium)'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quartile = 3 THEN '50-75% (Standard)'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'Bottom 25% (Basic)'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customer_segment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yoy_growth_percent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running_total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/ 1000000, 2)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cumulative_deposits_millions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state_avg_balance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 2)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state_avg</a:t>
            </a:r>
            <a:endParaRPr lang="en-US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customer_analytics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overall_rank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380220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931F62-F12B-3B00-448C-F9C07F930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26" y="1295071"/>
            <a:ext cx="8846430" cy="44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00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DEA1E-F267-6038-C7BC-2827BA64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3600">
                <a:solidFill>
                  <a:srgbClr val="FFFFFF"/>
                </a:solidFill>
              </a:rPr>
              <a:t>DQL: Top 5 Customers per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3471-BB40-B4D0-A5A0-25CCEDE0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2268977" cy="7394729"/>
          </a:xfrm>
        </p:spPr>
        <p:txBody>
          <a:bodyPr anchor="ctr">
            <a:normAutofit fontScale="92500" lnSpcReduction="20000"/>
          </a:bodyPr>
          <a:lstStyle/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WITH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ranked_customers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AS (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state,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ROW_NUMBER() OVER (PARTITION BY state ORDER BY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DESC) AS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rank_in_state</a:t>
            </a:r>
            <a:endParaRPr lang="en-US" sz="1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rank_in_state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endParaRPr lang="en-AU" sz="1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ranked_customers</a:t>
            </a:r>
            <a:endParaRPr lang="en-AU" sz="15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rank_in_state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 &lt;= 5</a:t>
            </a:r>
          </a:p>
          <a:p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state, </a:t>
            </a:r>
            <a:r>
              <a:rPr lang="en-US" sz="15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rank_in_state</a:t>
            </a:r>
            <a:r>
              <a:rPr lang="en-US" sz="15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CF472-061C-B7B6-AE53-2F21EC634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126" y="3007675"/>
            <a:ext cx="2711832" cy="31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33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75A018-EB9E-203C-14E3-7A166B94B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Month-over-Month Signup Growth</a:t>
            </a:r>
            <a:br>
              <a:rPr lang="en-AU" sz="4200">
                <a:solidFill>
                  <a:srgbClr val="FFFFFF"/>
                </a:solidFill>
              </a:rPr>
            </a:br>
            <a:endParaRPr lang="en-AU" sz="4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B9081-10EE-4806-591B-0BE01336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2268977" cy="7394729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WITH monthly_signups AS (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YEAR(signup_date) AS signup_year,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MONTH(signup_date) AS signup_month,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    DATENAME(MONTH, signup_date) AS month_name,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COUNT(*) AS new_customers,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    SUM(current_balance) AS total_deposits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FROM customers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GROUP BY YEAR(signup_date), MONTH(signup_date), DATENAME(MONTH, signup_date)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signup_year,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signup_month,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month_name,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new_customers,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LAG(new_customers) OVER (ORDER BY signup_year, signup_month) AS prev_month_customers,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    new_customers - LAG(new_customers) OVER (ORDER BY signup_year, signup_month) AS mom_change,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    ROUND(total_deposits / 1000000, 2) AS deposits_millions</a:t>
            </a:r>
          </a:p>
          <a:p>
            <a:r>
              <a:rPr lang="en-AU" sz="1000">
                <a:highlight>
                  <a:srgbClr val="FFFFFF"/>
                </a:highlight>
                <a:latin typeface="Cascadia Mono" panose="020B0609020000020004" pitchFamily="49" charset="0"/>
              </a:rPr>
              <a:t>FROM monthly_signups</a:t>
            </a:r>
          </a:p>
          <a:p>
            <a:r>
              <a:rPr lang="en-US" sz="1000">
                <a:highlight>
                  <a:srgbClr val="FFFFFF"/>
                </a:highlight>
                <a:latin typeface="Cascadia Mono" panose="020B0609020000020004" pitchFamily="49" charset="0"/>
              </a:rPr>
              <a:t>ORDER BY signup_year, signup_month;</a:t>
            </a:r>
          </a:p>
          <a:p>
            <a:endParaRPr lang="en-AU" sz="1000"/>
          </a:p>
        </p:txBody>
      </p:sp>
    </p:spTree>
    <p:extLst>
      <p:ext uri="{BB962C8B-B14F-4D97-AF65-F5344CB8AC3E}">
        <p14:creationId xmlns:p14="http://schemas.microsoft.com/office/powerpoint/2010/main" val="24314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D13705-F899-48A7-2DB1-267134A90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5" y="808318"/>
            <a:ext cx="7906283" cy="547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48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07ACB-C9D9-F5A6-4D1C-42FA9C00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Moving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CE70C-B9D9-B87B-24FC-2E19E1CCA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542605" cy="7394729"/>
          </a:xfrm>
        </p:spPr>
        <p:txBody>
          <a:bodyPr anchor="ctr">
            <a:normAutofit/>
          </a:bodyPr>
          <a:lstStyle/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ROUND(AVG(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2 PRECEDING AND CURRENT ROW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), 2) AS moving_avg_3_customers,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- AVG(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OVER (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2 PRECEDING AND CURRENT ROW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), 2)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diff_from_moving_avg</a:t>
            </a:r>
            <a:endParaRPr lang="en-US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signup_date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3572515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A5844D-6D5F-B078-6EBF-8B81979E2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26" y="1251880"/>
            <a:ext cx="7659274" cy="68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584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57812"/>
            <a:ext cx="9144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13" y="3071328"/>
            <a:ext cx="9143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3802" y="5961817"/>
            <a:ext cx="333597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1292957"/>
            <a:ext cx="2925267" cy="5571944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057821" y="3044293"/>
            <a:ext cx="9144004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B8F7B-A97D-7AF8-A84F-53A41AE6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782473"/>
            <a:ext cx="2401025" cy="4516663"/>
          </a:xfrm>
        </p:spPr>
        <p:txBody>
          <a:bodyPr anchor="b">
            <a:normAutofit/>
          </a:bodyPr>
          <a:lstStyle/>
          <a:p>
            <a:pPr algn="r"/>
            <a:r>
              <a:rPr lang="en-AU" sz="4200">
                <a:solidFill>
                  <a:srgbClr val="FFFFFF"/>
                </a:solidFill>
              </a:rPr>
              <a:t>DQL: Percentile Rank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2F975-AC34-C119-6095-D138A0D92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865973"/>
            <a:ext cx="5504505" cy="7394729"/>
          </a:xfrm>
        </p:spPr>
        <p:txBody>
          <a:bodyPr anchor="ctr">
            <a:normAutofit/>
          </a:bodyPr>
          <a:lstStyle/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customer_name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ROUND(PERCENT_RANK()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* 100, 1) AS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percentile_rank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CASE 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PERCENT_RANK()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&gt;= 0.90 THEN 'Top 10%'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PERCENT_RANK()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&gt;= 0.75 THEN 'Top 25%'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WHEN PERCENT_RANK() OVER (ORDER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) &gt;= 0.50 THEN 'Top 50%'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ELSE 'Bottom 50%'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END AS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percentile_group</a:t>
            </a:r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ORDER BY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current_balance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</a:p>
          <a:p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8190328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2CC89C-D2CE-A111-68F4-7BE3FC6BE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26" y="546085"/>
            <a:ext cx="6516274" cy="79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63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5CCD-2F03-8657-2BE1-36F26FEE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01919"/>
            <a:ext cx="3194798" cy="1488814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AU" dirty="0"/>
              <a:t>DQL: First and Last Values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7F2A-71AE-468E-6C03-0E0AE4A27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812" y="2542615"/>
            <a:ext cx="3416837" cy="4044362"/>
          </a:xfrm>
        </p:spPr>
        <p:txBody>
          <a:bodyPr anchor="ctr">
            <a:normAutofit fontScale="92500" lnSpcReduction="20000"/>
          </a:bodyPr>
          <a:lstStyle/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SELECT DISTINCT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    state,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FIRST_VALUE(customer_name) OVER (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PARTITION BY state ORDER BY signup_date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    ) AS first_customer,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FIRST_VALUE(signup_date) OVER (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PARTITION BY state ORDER BY signup_date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    ) AS first_signup_date,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LAST_VALUE(customer_name) OVER (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PARTITION BY state ORDER BY signup_date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UNBOUNDED PRECEDING AND UNBOUNDED FOLLOWING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    ) AS last_customer,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LAST_VALUE(signup_date) OVER (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PARTITION BY state ORDER BY signup_date</a:t>
            </a:r>
          </a:p>
          <a:p>
            <a:r>
              <a:rPr lang="en-US" sz="825">
                <a:highlight>
                  <a:srgbClr val="FFFFFF"/>
                </a:highlight>
                <a:latin typeface="Cascadia Mono" panose="020B0609020000020004" pitchFamily="49" charset="0"/>
              </a:rPr>
              <a:t>        ROWS BETWEEN UNBOUNDED PRECEDING AND UNBOUNDED FOLLOWING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    ) AS last_signup_date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FROM customers</a:t>
            </a:r>
          </a:p>
          <a:p>
            <a:r>
              <a:rPr lang="en-AU" sz="825">
                <a:highlight>
                  <a:srgbClr val="FFFFFF"/>
                </a:highlight>
                <a:latin typeface="Cascadia Mono" panose="020B0609020000020004" pitchFamily="49" charset="0"/>
              </a:rPr>
              <a:t>ORDER BY state;</a:t>
            </a:r>
          </a:p>
          <a:p>
            <a:endParaRPr lang="en-AU" sz="82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71B72-DE7C-03E2-E268-7A2EAF64B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7325"/>
            <a:ext cx="4939812" cy="12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56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1426</TotalTime>
  <Words>3607</Words>
  <Application>Microsoft Office PowerPoint</Application>
  <PresentationFormat>Custom</PresentationFormat>
  <Paragraphs>406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Cascadia Mono</vt:lpstr>
      <vt:lpstr>Office Theme</vt:lpstr>
      <vt:lpstr>Commonwealth Bank SQL Project (Window Functions)</vt:lpstr>
      <vt:lpstr>Requirements</vt:lpstr>
      <vt:lpstr>Content </vt:lpstr>
      <vt:lpstr>Add Commonwealth Bank Database</vt:lpstr>
      <vt:lpstr>DDL: Creating Customers Table  </vt:lpstr>
      <vt:lpstr>DML: Inserting Customer Data Part 1 </vt:lpstr>
      <vt:lpstr>DML: Inserting Customer Data Part 2</vt:lpstr>
      <vt:lpstr>DQL: Validation Check  </vt:lpstr>
      <vt:lpstr>DQL: Overall Customer Transaction Aggregations   </vt:lpstr>
      <vt:lpstr>DQL: Customer Transaction Details </vt:lpstr>
      <vt:lpstr>PowerPoint Presentation</vt:lpstr>
      <vt:lpstr>DQL: Customer Rank based on Customer Balance </vt:lpstr>
      <vt:lpstr>PowerPoint Presentation</vt:lpstr>
      <vt:lpstr>DQL: Rank vs Dense Rank Part 1 </vt:lpstr>
      <vt:lpstr>PowerPoint Presentation</vt:lpstr>
      <vt:lpstr>DQL: Rank vs Dense Rank Part 2</vt:lpstr>
      <vt:lpstr>PowerPoint Presentation</vt:lpstr>
      <vt:lpstr>DQL: Percentiles on Customer Balance </vt:lpstr>
      <vt:lpstr>PowerPoint Presentation</vt:lpstr>
      <vt:lpstr>DQL: LAG and LEAD on Customer Balances  </vt:lpstr>
      <vt:lpstr>PowerPoint Presentation</vt:lpstr>
      <vt:lpstr>DQL: Year-over-Year Comparison Comparing 2024 balance to 2023 balance for growth analysis </vt:lpstr>
      <vt:lpstr>PowerPoint Presentation</vt:lpstr>
      <vt:lpstr>DQL: Running Totals with SUM(), OVER() Cumulative deposit growth as customers signed up </vt:lpstr>
      <vt:lpstr>PowerPoint Presentation</vt:lpstr>
      <vt:lpstr>DQL: Calculate rankings for each state </vt:lpstr>
      <vt:lpstr>PowerPoint Presentation</vt:lpstr>
      <vt:lpstr>DQL: Production Dashboard Query Part 1</vt:lpstr>
      <vt:lpstr>DQL: Production Dashboard Query Part 2</vt:lpstr>
      <vt:lpstr>DQL: Production Dashboard Query Part 3</vt:lpstr>
      <vt:lpstr>PowerPoint Presentation</vt:lpstr>
      <vt:lpstr>DQL: Top 5 Customers per State</vt:lpstr>
      <vt:lpstr>DQL: Month-over-Month Signup Growth </vt:lpstr>
      <vt:lpstr>PowerPoint Presentation</vt:lpstr>
      <vt:lpstr>DQL: Moving Average</vt:lpstr>
      <vt:lpstr>PowerPoint Presentation</vt:lpstr>
      <vt:lpstr>DQL: Percentile Rank</vt:lpstr>
      <vt:lpstr>PowerPoint Presentation</vt:lpstr>
      <vt:lpstr>DQL: First and Last Values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46</cp:revision>
  <dcterms:created xsi:type="dcterms:W3CDTF">2026-03-16T18:58:00Z</dcterms:created>
  <dcterms:modified xsi:type="dcterms:W3CDTF">2026-03-20T06:58:58Z</dcterms:modified>
</cp:coreProperties>
</file>