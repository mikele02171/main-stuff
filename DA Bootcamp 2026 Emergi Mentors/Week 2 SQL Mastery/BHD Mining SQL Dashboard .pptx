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90" y="7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hyperlink" Target="https://github.com/Mikele02171/Main-Stuff/tree/main/DA%20Bootcamp%202026%20Emergi%20Mentors/Week%202%20SQL%20Mastery/Module%204%20Advanced%20SQL%20and%20Enterprise%20Analytics/BHD_Mining_Operations_Report_Automation" TargetMode="External"/><Relationship Id="rId4" Type="http://schemas.openxmlformats.org/officeDocument/2006/relationships/image" Target="../media/image5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image" Target="../media/image3.svg"/><Relationship Id="rId4" Type="http://schemas.openxmlformats.org/officeDocument/2006/relationships/hyperlink" Target="https://github.com/Mikele02171/Main-Stuff/tree/main/DA%20Bootcamp%202026%20Emergi%20Mentors/Week%202%20SQL%20Mastery/Module%204%20Advanced%20SQL%20and%20Enterprise%20Analytics/BHD_Mining_Operations_Report_Automation" TargetMode="Externa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75EADC8-57D0-42AB-9186-7EC204963A93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43C33F76-3D70-4B11-80F0-84B084E1D71A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AU"/>
            <a:t>Install and Download SQL Server Express (2022,or 2025 (much preferred)) from Microsoft</a:t>
          </a:r>
          <a:endParaRPr lang="en-US"/>
        </a:p>
      </dgm:t>
    </dgm:pt>
    <dgm:pt modelId="{839A3900-C8D4-43B0-BB2E-7F6DDBEBCE51}" type="parTrans" cxnId="{AC39D355-2FAB-4206-87B3-094B888393A8}">
      <dgm:prSet/>
      <dgm:spPr/>
      <dgm:t>
        <a:bodyPr/>
        <a:lstStyle/>
        <a:p>
          <a:endParaRPr lang="en-US"/>
        </a:p>
      </dgm:t>
    </dgm:pt>
    <dgm:pt modelId="{C4062C67-7DA8-4541-82B0-22989C32C653}" type="sibTrans" cxnId="{AC39D355-2FAB-4206-87B3-094B888393A8}">
      <dgm:prSet/>
      <dgm:spPr/>
      <dgm:t>
        <a:bodyPr/>
        <a:lstStyle/>
        <a:p>
          <a:endParaRPr lang="en-US"/>
        </a:p>
      </dgm:t>
    </dgm:pt>
    <dgm:pt modelId="{34F193AB-67D7-4756-9D40-78E054E96E52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AU" b="1"/>
            <a:t>Files and sources from my repository: </a:t>
          </a:r>
          <a:endParaRPr lang="en-US" b="1"/>
        </a:p>
      </dgm:t>
    </dgm:pt>
    <dgm:pt modelId="{C3A83794-7937-4FAF-B048-8CFA05527798}" type="parTrans" cxnId="{BB4912AE-61CB-45F9-9D0B-58D570550D59}">
      <dgm:prSet/>
      <dgm:spPr/>
      <dgm:t>
        <a:bodyPr/>
        <a:lstStyle/>
        <a:p>
          <a:endParaRPr lang="en-US"/>
        </a:p>
      </dgm:t>
    </dgm:pt>
    <dgm:pt modelId="{EED8082F-719D-4844-AD66-AD823CF67E89}" type="sibTrans" cxnId="{BB4912AE-61CB-45F9-9D0B-58D570550D59}">
      <dgm:prSet/>
      <dgm:spPr/>
      <dgm:t>
        <a:bodyPr/>
        <a:lstStyle/>
        <a:p>
          <a:endParaRPr lang="en-US"/>
        </a:p>
      </dgm:t>
    </dgm:pt>
    <dgm:pt modelId="{26AEFD03-D657-4F3C-8BB9-5541B90D4C9A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AU" dirty="0">
              <a:solidFill>
                <a:schemeClr val="tx1"/>
              </a:solidFill>
              <a:hlinkClick xmlns:r="http://schemas.openxmlformats.org/officeDocument/2006/relationships" r:id="rId1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Main-Stuff/DA Bootcamp 2026 </a:t>
          </a:r>
          <a:r>
            <a:rPr lang="en-AU" dirty="0" err="1">
              <a:solidFill>
                <a:schemeClr val="tx1"/>
              </a:solidFill>
              <a:hlinkClick xmlns:r="http://schemas.openxmlformats.org/officeDocument/2006/relationships" r:id="rId1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Emergi</a:t>
          </a:r>
          <a:r>
            <a:rPr lang="en-AU" dirty="0">
              <a:solidFill>
                <a:schemeClr val="tx1"/>
              </a:solidFill>
              <a:hlinkClick xmlns:r="http://schemas.openxmlformats.org/officeDocument/2006/relationships" r:id="rId1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 Mentors/Week 2 SQL Mastery/Module 4 Advanced SQL and Enterprise Analytics/</a:t>
          </a:r>
          <a:r>
            <a:rPr lang="en-AU" dirty="0" err="1">
              <a:solidFill>
                <a:schemeClr val="tx1"/>
              </a:solidFill>
              <a:hlinkClick xmlns:r="http://schemas.openxmlformats.org/officeDocument/2006/relationships" r:id="rId1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BHD_Mining_Operations_Report_Automation</a:t>
          </a:r>
          <a:r>
            <a:rPr lang="en-AU" dirty="0">
              <a:solidFill>
                <a:schemeClr val="tx1"/>
              </a:solidFill>
              <a:hlinkClick xmlns:r="http://schemas.openxmlformats.org/officeDocument/2006/relationships" r:id="rId1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 at main · Mikele02171/Main-Stuff</a:t>
          </a:r>
          <a:endParaRPr lang="en-US" dirty="0">
            <a:solidFill>
              <a:schemeClr val="tx1"/>
            </a:solidFill>
          </a:endParaRPr>
        </a:p>
      </dgm:t>
    </dgm:pt>
    <dgm:pt modelId="{F1E8CA12-9666-477A-B62C-8659BD03BDBC}" type="parTrans" cxnId="{3AB66282-8B89-4FBA-99BF-F5CF6F28EAE1}">
      <dgm:prSet/>
      <dgm:spPr/>
      <dgm:t>
        <a:bodyPr/>
        <a:lstStyle/>
        <a:p>
          <a:endParaRPr lang="en-US"/>
        </a:p>
      </dgm:t>
    </dgm:pt>
    <dgm:pt modelId="{8AD2409D-B376-4978-B40B-4CF167CBDD6E}" type="sibTrans" cxnId="{3AB66282-8B89-4FBA-99BF-F5CF6F28EAE1}">
      <dgm:prSet/>
      <dgm:spPr/>
      <dgm:t>
        <a:bodyPr/>
        <a:lstStyle/>
        <a:p>
          <a:endParaRPr lang="en-US"/>
        </a:p>
      </dgm:t>
    </dgm:pt>
    <dgm:pt modelId="{6B634859-BC87-4A01-BEB3-74A20F10F2D1}" type="pres">
      <dgm:prSet presAssocID="{575EADC8-57D0-42AB-9186-7EC204963A93}" presName="root" presStyleCnt="0">
        <dgm:presLayoutVars>
          <dgm:dir/>
          <dgm:resizeHandles val="exact"/>
        </dgm:presLayoutVars>
      </dgm:prSet>
      <dgm:spPr/>
    </dgm:pt>
    <dgm:pt modelId="{12880FF8-B159-4BE3-988F-71069492EAE0}" type="pres">
      <dgm:prSet presAssocID="{43C33F76-3D70-4B11-80F0-84B084E1D71A}" presName="compNode" presStyleCnt="0"/>
      <dgm:spPr/>
    </dgm:pt>
    <dgm:pt modelId="{3E31B75B-0FB3-446E-AA9D-D4B8CA29AD67}" type="pres">
      <dgm:prSet presAssocID="{43C33F76-3D70-4B11-80F0-84B084E1D71A}" presName="iconBgRect" presStyleLbl="bgShp" presStyleIdx="0" presStyleCnt="3"/>
      <dgm:spPr/>
    </dgm:pt>
    <dgm:pt modelId="{39A9FAAD-A8F1-4D8F-AE19-6F60092AE0FA}" type="pres">
      <dgm:prSet presAssocID="{43C33F76-3D70-4B11-80F0-84B084E1D71A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yncing Cloud"/>
        </a:ext>
      </dgm:extLst>
    </dgm:pt>
    <dgm:pt modelId="{B68812FF-2307-4119-9547-1D07BABD6D8A}" type="pres">
      <dgm:prSet presAssocID="{43C33F76-3D70-4B11-80F0-84B084E1D71A}" presName="spaceRect" presStyleCnt="0"/>
      <dgm:spPr/>
    </dgm:pt>
    <dgm:pt modelId="{3CFA0D5D-9730-4352-84CB-7D8D57FE2E65}" type="pres">
      <dgm:prSet presAssocID="{43C33F76-3D70-4B11-80F0-84B084E1D71A}" presName="textRect" presStyleLbl="revTx" presStyleIdx="0" presStyleCnt="3">
        <dgm:presLayoutVars>
          <dgm:chMax val="1"/>
          <dgm:chPref val="1"/>
        </dgm:presLayoutVars>
      </dgm:prSet>
      <dgm:spPr/>
    </dgm:pt>
    <dgm:pt modelId="{6D76CCF7-BC37-404A-B007-131ED44BF11C}" type="pres">
      <dgm:prSet presAssocID="{C4062C67-7DA8-4541-82B0-22989C32C653}" presName="sibTrans" presStyleCnt="0"/>
      <dgm:spPr/>
    </dgm:pt>
    <dgm:pt modelId="{27C5EDFB-32E9-41B6-A3B9-249ACB0D7C2F}" type="pres">
      <dgm:prSet presAssocID="{34F193AB-67D7-4756-9D40-78E054E96E52}" presName="compNode" presStyleCnt="0"/>
      <dgm:spPr/>
    </dgm:pt>
    <dgm:pt modelId="{B1EB6B22-2B45-4740-A760-5EBA0A64FA84}" type="pres">
      <dgm:prSet presAssocID="{34F193AB-67D7-4756-9D40-78E054E96E52}" presName="iconBgRect" presStyleLbl="bgShp" presStyleIdx="1" presStyleCnt="3"/>
      <dgm:spPr/>
    </dgm:pt>
    <dgm:pt modelId="{738C4AB0-61C5-4BAB-B633-77299F05D7C7}" type="pres">
      <dgm:prSet presAssocID="{34F193AB-67D7-4756-9D40-78E054E96E52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 Folder"/>
        </a:ext>
      </dgm:extLst>
    </dgm:pt>
    <dgm:pt modelId="{E71B307C-30D5-406A-B7DD-E6777B9B3200}" type="pres">
      <dgm:prSet presAssocID="{34F193AB-67D7-4756-9D40-78E054E96E52}" presName="spaceRect" presStyleCnt="0"/>
      <dgm:spPr/>
    </dgm:pt>
    <dgm:pt modelId="{99CD5E30-FA79-492B-ABB7-3FC66620CB52}" type="pres">
      <dgm:prSet presAssocID="{34F193AB-67D7-4756-9D40-78E054E96E52}" presName="textRect" presStyleLbl="revTx" presStyleIdx="1" presStyleCnt="3">
        <dgm:presLayoutVars>
          <dgm:chMax val="1"/>
          <dgm:chPref val="1"/>
        </dgm:presLayoutVars>
      </dgm:prSet>
      <dgm:spPr/>
    </dgm:pt>
    <dgm:pt modelId="{DE484B1E-76C6-4C01-856A-1BB3EEA939E8}" type="pres">
      <dgm:prSet presAssocID="{EED8082F-719D-4844-AD66-AD823CF67E89}" presName="sibTrans" presStyleCnt="0"/>
      <dgm:spPr/>
    </dgm:pt>
    <dgm:pt modelId="{8A95457E-54F4-469C-BB35-7AA17DC9FFF0}" type="pres">
      <dgm:prSet presAssocID="{26AEFD03-D657-4F3C-8BB9-5541B90D4C9A}" presName="compNode" presStyleCnt="0"/>
      <dgm:spPr/>
    </dgm:pt>
    <dgm:pt modelId="{8C57FD17-91C5-4A54-A7C8-2E6CC9948DF5}" type="pres">
      <dgm:prSet presAssocID="{26AEFD03-D657-4F3C-8BB9-5541B90D4C9A}" presName="iconBgRect" presStyleLbl="bgShp" presStyleIdx="2" presStyleCnt="3"/>
      <dgm:spPr/>
    </dgm:pt>
    <dgm:pt modelId="{7B5BF15A-C91B-4269-B4D0-310799B589CD}" type="pres">
      <dgm:prSet presAssocID="{26AEFD03-D657-4F3C-8BB9-5541B90D4C9A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842EA4C1-83F9-458F-9D6E-AF7C5F413C71}" type="pres">
      <dgm:prSet presAssocID="{26AEFD03-D657-4F3C-8BB9-5541B90D4C9A}" presName="spaceRect" presStyleCnt="0"/>
      <dgm:spPr/>
    </dgm:pt>
    <dgm:pt modelId="{B391AF36-365C-43DB-ADBE-65D86DB9D378}" type="pres">
      <dgm:prSet presAssocID="{26AEFD03-D657-4F3C-8BB9-5541B90D4C9A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EC33BB03-9D80-437F-A30A-AAE789E74F86}" type="presOf" srcId="{34F193AB-67D7-4756-9D40-78E054E96E52}" destId="{99CD5E30-FA79-492B-ABB7-3FC66620CB52}" srcOrd="0" destOrd="0" presId="urn:microsoft.com/office/officeart/2018/5/layout/IconCircleLabelList"/>
    <dgm:cxn modelId="{57034E2A-AC32-4468-8961-3A7976831DF4}" type="presOf" srcId="{26AEFD03-D657-4F3C-8BB9-5541B90D4C9A}" destId="{B391AF36-365C-43DB-ADBE-65D86DB9D378}" srcOrd="0" destOrd="0" presId="urn:microsoft.com/office/officeart/2018/5/layout/IconCircleLabelList"/>
    <dgm:cxn modelId="{AC39D355-2FAB-4206-87B3-094B888393A8}" srcId="{575EADC8-57D0-42AB-9186-7EC204963A93}" destId="{43C33F76-3D70-4B11-80F0-84B084E1D71A}" srcOrd="0" destOrd="0" parTransId="{839A3900-C8D4-43B0-BB2E-7F6DDBEBCE51}" sibTransId="{C4062C67-7DA8-4541-82B0-22989C32C653}"/>
    <dgm:cxn modelId="{3AB66282-8B89-4FBA-99BF-F5CF6F28EAE1}" srcId="{575EADC8-57D0-42AB-9186-7EC204963A93}" destId="{26AEFD03-D657-4F3C-8BB9-5541B90D4C9A}" srcOrd="2" destOrd="0" parTransId="{F1E8CA12-9666-477A-B62C-8659BD03BDBC}" sibTransId="{8AD2409D-B376-4978-B40B-4CF167CBDD6E}"/>
    <dgm:cxn modelId="{7489439E-B319-4C6B-BA1C-A60E8061A4D3}" type="presOf" srcId="{575EADC8-57D0-42AB-9186-7EC204963A93}" destId="{6B634859-BC87-4A01-BEB3-74A20F10F2D1}" srcOrd="0" destOrd="0" presId="urn:microsoft.com/office/officeart/2018/5/layout/IconCircleLabelList"/>
    <dgm:cxn modelId="{BB4912AE-61CB-45F9-9D0B-58D570550D59}" srcId="{575EADC8-57D0-42AB-9186-7EC204963A93}" destId="{34F193AB-67D7-4756-9D40-78E054E96E52}" srcOrd="1" destOrd="0" parTransId="{C3A83794-7937-4FAF-B048-8CFA05527798}" sibTransId="{EED8082F-719D-4844-AD66-AD823CF67E89}"/>
    <dgm:cxn modelId="{744682F5-B891-47FA-882D-2B93CE16796D}" type="presOf" srcId="{43C33F76-3D70-4B11-80F0-84B084E1D71A}" destId="{3CFA0D5D-9730-4352-84CB-7D8D57FE2E65}" srcOrd="0" destOrd="0" presId="urn:microsoft.com/office/officeart/2018/5/layout/IconCircleLabelList"/>
    <dgm:cxn modelId="{7604CA57-E45A-40B5-B0BE-462A456AFCDA}" type="presParOf" srcId="{6B634859-BC87-4A01-BEB3-74A20F10F2D1}" destId="{12880FF8-B159-4BE3-988F-71069492EAE0}" srcOrd="0" destOrd="0" presId="urn:microsoft.com/office/officeart/2018/5/layout/IconCircleLabelList"/>
    <dgm:cxn modelId="{1726B309-B78D-437E-8817-1CD803022728}" type="presParOf" srcId="{12880FF8-B159-4BE3-988F-71069492EAE0}" destId="{3E31B75B-0FB3-446E-AA9D-D4B8CA29AD67}" srcOrd="0" destOrd="0" presId="urn:microsoft.com/office/officeart/2018/5/layout/IconCircleLabelList"/>
    <dgm:cxn modelId="{1AFEA9BC-A1CD-4077-84CB-2387A5E0034A}" type="presParOf" srcId="{12880FF8-B159-4BE3-988F-71069492EAE0}" destId="{39A9FAAD-A8F1-4D8F-AE19-6F60092AE0FA}" srcOrd="1" destOrd="0" presId="urn:microsoft.com/office/officeart/2018/5/layout/IconCircleLabelList"/>
    <dgm:cxn modelId="{E8F35AD9-59D9-49AE-BDF3-068B76ED4FFA}" type="presParOf" srcId="{12880FF8-B159-4BE3-988F-71069492EAE0}" destId="{B68812FF-2307-4119-9547-1D07BABD6D8A}" srcOrd="2" destOrd="0" presId="urn:microsoft.com/office/officeart/2018/5/layout/IconCircleLabelList"/>
    <dgm:cxn modelId="{FF45D0C8-67B9-410C-B19D-EE121D86A3AC}" type="presParOf" srcId="{12880FF8-B159-4BE3-988F-71069492EAE0}" destId="{3CFA0D5D-9730-4352-84CB-7D8D57FE2E65}" srcOrd="3" destOrd="0" presId="urn:microsoft.com/office/officeart/2018/5/layout/IconCircleLabelList"/>
    <dgm:cxn modelId="{97722A74-031B-44D9-91AD-24084241AA8C}" type="presParOf" srcId="{6B634859-BC87-4A01-BEB3-74A20F10F2D1}" destId="{6D76CCF7-BC37-404A-B007-131ED44BF11C}" srcOrd="1" destOrd="0" presId="urn:microsoft.com/office/officeart/2018/5/layout/IconCircleLabelList"/>
    <dgm:cxn modelId="{691493D4-476C-4E21-A813-D24DEBB8B6C2}" type="presParOf" srcId="{6B634859-BC87-4A01-BEB3-74A20F10F2D1}" destId="{27C5EDFB-32E9-41B6-A3B9-249ACB0D7C2F}" srcOrd="2" destOrd="0" presId="urn:microsoft.com/office/officeart/2018/5/layout/IconCircleLabelList"/>
    <dgm:cxn modelId="{A2D84B40-3B96-4DAE-91DD-48BD0E6E3CB4}" type="presParOf" srcId="{27C5EDFB-32E9-41B6-A3B9-249ACB0D7C2F}" destId="{B1EB6B22-2B45-4740-A760-5EBA0A64FA84}" srcOrd="0" destOrd="0" presId="urn:microsoft.com/office/officeart/2018/5/layout/IconCircleLabelList"/>
    <dgm:cxn modelId="{4585E2B5-6080-4E8A-9F54-5F7ECD6E36A6}" type="presParOf" srcId="{27C5EDFB-32E9-41B6-A3B9-249ACB0D7C2F}" destId="{738C4AB0-61C5-4BAB-B633-77299F05D7C7}" srcOrd="1" destOrd="0" presId="urn:microsoft.com/office/officeart/2018/5/layout/IconCircleLabelList"/>
    <dgm:cxn modelId="{77956B64-45B2-4614-B586-01A61642BA10}" type="presParOf" srcId="{27C5EDFB-32E9-41B6-A3B9-249ACB0D7C2F}" destId="{E71B307C-30D5-406A-B7DD-E6777B9B3200}" srcOrd="2" destOrd="0" presId="urn:microsoft.com/office/officeart/2018/5/layout/IconCircleLabelList"/>
    <dgm:cxn modelId="{9F8FFC27-9805-49E4-9CF0-B82D2E1BE9BA}" type="presParOf" srcId="{27C5EDFB-32E9-41B6-A3B9-249ACB0D7C2F}" destId="{99CD5E30-FA79-492B-ABB7-3FC66620CB52}" srcOrd="3" destOrd="0" presId="urn:microsoft.com/office/officeart/2018/5/layout/IconCircleLabelList"/>
    <dgm:cxn modelId="{3211F579-2263-4536-8F77-38747F5A4BB5}" type="presParOf" srcId="{6B634859-BC87-4A01-BEB3-74A20F10F2D1}" destId="{DE484B1E-76C6-4C01-856A-1BB3EEA939E8}" srcOrd="3" destOrd="0" presId="urn:microsoft.com/office/officeart/2018/5/layout/IconCircleLabelList"/>
    <dgm:cxn modelId="{23A00D95-A924-42CA-BD1B-0D9384BDBACD}" type="presParOf" srcId="{6B634859-BC87-4A01-BEB3-74A20F10F2D1}" destId="{8A95457E-54F4-469C-BB35-7AA17DC9FFF0}" srcOrd="4" destOrd="0" presId="urn:microsoft.com/office/officeart/2018/5/layout/IconCircleLabelList"/>
    <dgm:cxn modelId="{07795999-F55F-4A31-8075-E6B462F81BFF}" type="presParOf" srcId="{8A95457E-54F4-469C-BB35-7AA17DC9FFF0}" destId="{8C57FD17-91C5-4A54-A7C8-2E6CC9948DF5}" srcOrd="0" destOrd="0" presId="urn:microsoft.com/office/officeart/2018/5/layout/IconCircleLabelList"/>
    <dgm:cxn modelId="{93C6CC7E-08B1-412E-87C1-0E1C4E2C02C6}" type="presParOf" srcId="{8A95457E-54F4-469C-BB35-7AA17DC9FFF0}" destId="{7B5BF15A-C91B-4269-B4D0-310799B589CD}" srcOrd="1" destOrd="0" presId="urn:microsoft.com/office/officeart/2018/5/layout/IconCircleLabelList"/>
    <dgm:cxn modelId="{7DD407B3-86A6-4CFE-8306-73C6CD67456C}" type="presParOf" srcId="{8A95457E-54F4-469C-BB35-7AA17DC9FFF0}" destId="{842EA4C1-83F9-458F-9D6E-AF7C5F413C71}" srcOrd="2" destOrd="0" presId="urn:microsoft.com/office/officeart/2018/5/layout/IconCircleLabelList"/>
    <dgm:cxn modelId="{C21BE53C-C108-45BF-BAA0-ECA192E2775F}" type="presParOf" srcId="{8A95457E-54F4-469C-BB35-7AA17DC9FFF0}" destId="{B391AF36-365C-43DB-ADBE-65D86DB9D378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E31B75B-0FB3-446E-AA9D-D4B8CA29AD67}">
      <dsp:nvSpPr>
        <dsp:cNvPr id="0" name=""/>
        <dsp:cNvSpPr/>
      </dsp:nvSpPr>
      <dsp:spPr>
        <a:xfrm>
          <a:off x="679050" y="420668"/>
          <a:ext cx="1887187" cy="1887187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9A9FAAD-A8F1-4D8F-AE19-6F60092AE0FA}">
      <dsp:nvSpPr>
        <dsp:cNvPr id="0" name=""/>
        <dsp:cNvSpPr/>
      </dsp:nvSpPr>
      <dsp:spPr>
        <a:xfrm>
          <a:off x="1081237" y="822856"/>
          <a:ext cx="1082812" cy="108281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CFA0D5D-9730-4352-84CB-7D8D57FE2E65}">
      <dsp:nvSpPr>
        <dsp:cNvPr id="0" name=""/>
        <dsp:cNvSpPr/>
      </dsp:nvSpPr>
      <dsp:spPr>
        <a:xfrm>
          <a:off x="75768" y="2895669"/>
          <a:ext cx="3093750" cy="103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AU" sz="1100" kern="1200"/>
            <a:t>Install and Download SQL Server Express (2022,or 2025 (much preferred)) from Microsoft</a:t>
          </a:r>
          <a:endParaRPr lang="en-US" sz="1100" kern="1200"/>
        </a:p>
      </dsp:txBody>
      <dsp:txXfrm>
        <a:off x="75768" y="2895669"/>
        <a:ext cx="3093750" cy="1035000"/>
      </dsp:txXfrm>
    </dsp:sp>
    <dsp:sp modelId="{B1EB6B22-2B45-4740-A760-5EBA0A64FA84}">
      <dsp:nvSpPr>
        <dsp:cNvPr id="0" name=""/>
        <dsp:cNvSpPr/>
      </dsp:nvSpPr>
      <dsp:spPr>
        <a:xfrm>
          <a:off x="4314206" y="420668"/>
          <a:ext cx="1887187" cy="1887187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38C4AB0-61C5-4BAB-B633-77299F05D7C7}">
      <dsp:nvSpPr>
        <dsp:cNvPr id="0" name=""/>
        <dsp:cNvSpPr/>
      </dsp:nvSpPr>
      <dsp:spPr>
        <a:xfrm>
          <a:off x="4716393" y="822856"/>
          <a:ext cx="1082812" cy="108281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CD5E30-FA79-492B-ABB7-3FC66620CB52}">
      <dsp:nvSpPr>
        <dsp:cNvPr id="0" name=""/>
        <dsp:cNvSpPr/>
      </dsp:nvSpPr>
      <dsp:spPr>
        <a:xfrm>
          <a:off x="3710925" y="2895669"/>
          <a:ext cx="3093750" cy="103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AU" sz="1100" b="1" kern="1200"/>
            <a:t>Files and sources from my repository: </a:t>
          </a:r>
          <a:endParaRPr lang="en-US" sz="1100" b="1" kern="1200"/>
        </a:p>
      </dsp:txBody>
      <dsp:txXfrm>
        <a:off x="3710925" y="2895669"/>
        <a:ext cx="3093750" cy="1035000"/>
      </dsp:txXfrm>
    </dsp:sp>
    <dsp:sp modelId="{8C57FD17-91C5-4A54-A7C8-2E6CC9948DF5}">
      <dsp:nvSpPr>
        <dsp:cNvPr id="0" name=""/>
        <dsp:cNvSpPr/>
      </dsp:nvSpPr>
      <dsp:spPr>
        <a:xfrm>
          <a:off x="7949362" y="420668"/>
          <a:ext cx="1887187" cy="1887187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B5BF15A-C91B-4269-B4D0-310799B589CD}">
      <dsp:nvSpPr>
        <dsp:cNvPr id="0" name=""/>
        <dsp:cNvSpPr/>
      </dsp:nvSpPr>
      <dsp:spPr>
        <a:xfrm>
          <a:off x="8351550" y="822856"/>
          <a:ext cx="1082812" cy="108281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391AF36-365C-43DB-ADBE-65D86DB9D378}">
      <dsp:nvSpPr>
        <dsp:cNvPr id="0" name=""/>
        <dsp:cNvSpPr/>
      </dsp:nvSpPr>
      <dsp:spPr>
        <a:xfrm>
          <a:off x="7346081" y="2895669"/>
          <a:ext cx="3093750" cy="103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AU" sz="1100" kern="1200" dirty="0">
              <a:solidFill>
                <a:schemeClr val="tx1"/>
              </a:solidFill>
              <a:hlinkClick xmlns:r="http://schemas.openxmlformats.org/officeDocument/2006/relationships" r:id="rId4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Main-Stuff/DA Bootcamp 2026 </a:t>
          </a:r>
          <a:r>
            <a:rPr lang="en-AU" sz="1100" kern="1200" dirty="0" err="1">
              <a:solidFill>
                <a:schemeClr val="tx1"/>
              </a:solidFill>
              <a:hlinkClick xmlns:r="http://schemas.openxmlformats.org/officeDocument/2006/relationships" r:id="rId4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Emergi</a:t>
          </a:r>
          <a:r>
            <a:rPr lang="en-AU" sz="1100" kern="1200" dirty="0">
              <a:solidFill>
                <a:schemeClr val="tx1"/>
              </a:solidFill>
              <a:hlinkClick xmlns:r="http://schemas.openxmlformats.org/officeDocument/2006/relationships" r:id="rId4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 Mentors/Week 2 SQL Mastery/Module 4 Advanced SQL and Enterprise Analytics/</a:t>
          </a:r>
          <a:r>
            <a:rPr lang="en-AU" sz="1100" kern="1200" dirty="0" err="1">
              <a:solidFill>
                <a:schemeClr val="tx1"/>
              </a:solidFill>
              <a:hlinkClick xmlns:r="http://schemas.openxmlformats.org/officeDocument/2006/relationships" r:id="rId4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BHD_Mining_Operations_Report_Automation</a:t>
          </a:r>
          <a:r>
            <a:rPr lang="en-AU" sz="1100" kern="1200" dirty="0">
              <a:solidFill>
                <a:schemeClr val="tx1"/>
              </a:solidFill>
              <a:hlinkClick xmlns:r="http://schemas.openxmlformats.org/officeDocument/2006/relationships" r:id="rId4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 at main · Mikele02171/Main-Stuff</a:t>
          </a:r>
          <a:endParaRPr lang="en-US" sz="1100" kern="1200" dirty="0">
            <a:solidFill>
              <a:schemeClr val="tx1"/>
            </a:solidFill>
          </a:endParaRPr>
        </a:p>
      </dsp:txBody>
      <dsp:txXfrm>
        <a:off x="7346081" y="2895669"/>
        <a:ext cx="3093750" cy="1035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EB86DB-4C35-4F5B-BF25-4FD338A283E6}" type="datetimeFigureOut">
              <a:rPr lang="en-AU" smtClean="0"/>
              <a:t>22/03/2026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45CEDA-AD93-41E5-99CC-BDF56ABCAA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640529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5CEDA-AD93-41E5-99CC-BDF56ABCAAAE}" type="slidenum">
              <a:rPr lang="en-AU" smtClean="0"/>
              <a:t>50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013604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283636-BB2C-7C2D-C353-B687ACB0E5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0E83DB-1FDF-7AA1-2740-15B5451578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199503-6C21-02A7-25A2-D9A6857DE9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2BDFA-B18E-4A59-BAB8-938405A7FCA9}" type="datetimeFigureOut">
              <a:rPr lang="en-AU" smtClean="0"/>
              <a:t>22/03/2026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06EA69-677F-FAB3-B984-D2B17433CE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FBEE9A-70AB-5864-A486-174EB3B93C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269F9-6940-40A4-85D7-64AC7BC805D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605813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2FBBAE-26FD-83BB-5556-7B9CE9ED51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91CB3E-52A0-2756-5C98-FC2307D22F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6D1459-DEDB-25F5-934F-7C26B72AD3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2BDFA-B18E-4A59-BAB8-938405A7FCA9}" type="datetimeFigureOut">
              <a:rPr lang="en-AU" smtClean="0"/>
              <a:t>22/03/2026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099CAF-013C-D33B-FCFF-299FC2A0FB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7F8297-2E88-4AFA-3D11-21DB9D95EB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269F9-6940-40A4-85D7-64AC7BC805D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880867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192965-46E8-9FAA-720A-E1951FD1B9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2F0C7C-4089-BF51-913F-B2D20926C9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0FE15C-B974-CD5C-F0C4-B011EDD61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2BDFA-B18E-4A59-BAB8-938405A7FCA9}" type="datetimeFigureOut">
              <a:rPr lang="en-AU" smtClean="0"/>
              <a:t>22/03/2026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703F64-C318-B1E7-1E3B-16EF0516BC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718292-987B-D026-508C-48686FBD5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269F9-6940-40A4-85D7-64AC7BC805D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052982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1691C-5C4A-FE99-FEEB-1485A54B0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8344C3-FD5B-6532-D898-8EB8B46637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8D5F32-42DE-540D-A138-80DF943A85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881BC2-9B81-F0DA-EC45-C5A986B569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2BDFA-B18E-4A59-BAB8-938405A7FCA9}" type="datetimeFigureOut">
              <a:rPr lang="en-AU" smtClean="0"/>
              <a:t>22/03/2026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6AD420-1F56-882D-D960-814A8FA7D9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1A74B4-37B7-3344-4445-4B6044AF1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269F9-6940-40A4-85D7-64AC7BC805D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176757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9971A9-F1DB-DA85-8712-2A3C21DEF0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106B51-130B-52BB-64D2-268C40F4C1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A32BFA-AAC6-A1D2-0949-A14A739C90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D4252B-4353-DA4C-F664-DAF3DA863B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3ADC2D2-E06A-37F4-E18F-B9761F4876A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E075C60-204D-A070-C248-9D59F3DD24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2BDFA-B18E-4A59-BAB8-938405A7FCA9}" type="datetimeFigureOut">
              <a:rPr lang="en-AU" smtClean="0"/>
              <a:t>22/03/2026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8A4A3B4-BF0E-1C29-362B-324376A2A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DEA2140-0A0E-B935-DF1F-3C2B47C15A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269F9-6940-40A4-85D7-64AC7BC805D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465261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E511DC-6971-BDDE-E064-C382F70181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934B38A-1DD5-751C-507A-58A58EC382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2BDFA-B18E-4A59-BAB8-938405A7FCA9}" type="datetimeFigureOut">
              <a:rPr lang="en-AU" smtClean="0"/>
              <a:t>22/03/2026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F3BF5C-F538-9A34-FFD8-C0F2A35648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654BC2-177E-8C34-E5B9-235CF795A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269F9-6940-40A4-85D7-64AC7BC805D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834261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41130C8-2228-01D5-0946-7166AF454D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2BDFA-B18E-4A59-BAB8-938405A7FCA9}" type="datetimeFigureOut">
              <a:rPr lang="en-AU" smtClean="0"/>
              <a:t>22/03/2026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907BCA-10B1-D127-CA5F-0404AE425B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F64FBD-A087-7FB4-F136-103F0367D9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269F9-6940-40A4-85D7-64AC7BC805D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810159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C0A7F6-DD97-CC21-1711-509C268980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21E3BD-2278-FEA8-7122-86E512B3BB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F27B69-1D48-48DB-A1D8-DBEF92ADF5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853697-AE2A-A1A3-838C-1A7FEC89AA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2BDFA-B18E-4A59-BAB8-938405A7FCA9}" type="datetimeFigureOut">
              <a:rPr lang="en-AU" smtClean="0"/>
              <a:t>22/03/2026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D11F13-8658-5F4C-AD0F-0969381931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CBC5A2-785B-84E5-1044-315A1F7373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269F9-6940-40A4-85D7-64AC7BC805D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473533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329856-7C15-F781-15F3-1EC569F554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868523D-40D6-7602-E3F7-82211BA23E8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4CF6F4-A6E8-4E70-4FA0-B7349AD379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4226A3-33A2-E5E1-5152-B477700F68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2BDFA-B18E-4A59-BAB8-938405A7FCA9}" type="datetimeFigureOut">
              <a:rPr lang="en-AU" smtClean="0"/>
              <a:t>22/03/2026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BA152-74AC-9DF1-E1E3-7D62B839C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828B66-C9C0-29BA-30CB-2828965A6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269F9-6940-40A4-85D7-64AC7BC805D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825794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15DA9A-F0B2-C587-52DE-D403A8441B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FB3073-7560-776E-B52D-56A0175442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7552F4-14D8-3E6F-572C-0F41152931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2BDFA-B18E-4A59-BAB8-938405A7FCA9}" type="datetimeFigureOut">
              <a:rPr lang="en-AU" smtClean="0"/>
              <a:t>22/03/2026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F50E1-1970-C782-40FB-7E3287231E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A5B2D3-BCF2-184E-6C4B-052A6BB74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269F9-6940-40A4-85D7-64AC7BC805D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708075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A3E4FA2-DD97-7E02-1888-29689ED505B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192987-84D2-6944-E8B7-72C4E19394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9E06B6-4DA4-0266-5CBB-827846AA6E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2BDFA-B18E-4A59-BAB8-938405A7FCA9}" type="datetimeFigureOut">
              <a:rPr lang="en-AU" smtClean="0"/>
              <a:t>22/03/2026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54357E-45C3-742C-BBAA-1B582505A4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3CF04D-A685-0209-701C-67D7D24FB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269F9-6940-40A4-85D7-64AC7BC805D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239119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D842B27-D8CD-8B4C-751D-3D3E0FE404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6A4A6F-EA21-9F0C-D6B9-130AB5FCDA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878DE2-AB02-E26B-7F35-6977D6CC8C7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02BDFA-B18E-4A59-BAB8-938405A7FCA9}" type="datetimeFigureOut">
              <a:rPr lang="en-AU" smtClean="0"/>
              <a:t>22/03/2026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772C0-AEF9-1168-53F0-D5D9009EBB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D6511A-2F94-9BF8-5720-D63E9C2428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C269F9-6940-40A4-85D7-64AC7BC805D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403137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0C0CCF94-9536-4A63-8FF2-E37827C927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C970655A-F4C2-4D7E-BAB6-D3BFC5CAE1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918174"/>
            <a:ext cx="12192000" cy="4939827"/>
          </a:xfrm>
          <a:custGeom>
            <a:avLst/>
            <a:gdLst>
              <a:gd name="connsiteX0" fmla="*/ 7025905 w 12192000"/>
              <a:gd name="connsiteY0" fmla="*/ 0 h 4939827"/>
              <a:gd name="connsiteX1" fmla="*/ 7032579 w 12192000"/>
              <a:gd name="connsiteY1" fmla="*/ 2808 h 4939827"/>
              <a:gd name="connsiteX2" fmla="*/ 7079505 w 12192000"/>
              <a:gd name="connsiteY2" fmla="*/ 12971 h 4939827"/>
              <a:gd name="connsiteX3" fmla="*/ 7158791 w 12192000"/>
              <a:gd name="connsiteY3" fmla="*/ 12462 h 4939827"/>
              <a:gd name="connsiteX4" fmla="*/ 7233338 w 12192000"/>
              <a:gd name="connsiteY4" fmla="*/ 24846 h 4939827"/>
              <a:gd name="connsiteX5" fmla="*/ 7259791 w 12192000"/>
              <a:gd name="connsiteY5" fmla="*/ 29557 h 4939827"/>
              <a:gd name="connsiteX6" fmla="*/ 7263923 w 12192000"/>
              <a:gd name="connsiteY6" fmla="*/ 35029 h 4939827"/>
              <a:gd name="connsiteX7" fmla="*/ 7281549 w 12192000"/>
              <a:gd name="connsiteY7" fmla="*/ 39654 h 4939827"/>
              <a:gd name="connsiteX8" fmla="*/ 7374735 w 12192000"/>
              <a:gd name="connsiteY8" fmla="*/ 65326 h 4939827"/>
              <a:gd name="connsiteX9" fmla="*/ 7376078 w 12192000"/>
              <a:gd name="connsiteY9" fmla="*/ 63849 h 4939827"/>
              <a:gd name="connsiteX10" fmla="*/ 7402026 w 12192000"/>
              <a:gd name="connsiteY10" fmla="*/ 60308 h 4939827"/>
              <a:gd name="connsiteX11" fmla="*/ 7415091 w 12192000"/>
              <a:gd name="connsiteY11" fmla="*/ 77403 h 4939827"/>
              <a:gd name="connsiteX12" fmla="*/ 7443464 w 12192000"/>
              <a:gd name="connsiteY12" fmla="*/ 68367 h 4939827"/>
              <a:gd name="connsiteX13" fmla="*/ 7588044 w 12192000"/>
              <a:gd name="connsiteY13" fmla="*/ 110756 h 4939827"/>
              <a:gd name="connsiteX14" fmla="*/ 7732750 w 12192000"/>
              <a:gd name="connsiteY14" fmla="*/ 145456 h 4939827"/>
              <a:gd name="connsiteX15" fmla="*/ 7785900 w 12192000"/>
              <a:gd name="connsiteY15" fmla="*/ 154493 h 4939827"/>
              <a:gd name="connsiteX16" fmla="*/ 7877301 w 12192000"/>
              <a:gd name="connsiteY16" fmla="*/ 186153 h 4939827"/>
              <a:gd name="connsiteX17" fmla="*/ 7937675 w 12192000"/>
              <a:gd name="connsiteY17" fmla="*/ 204438 h 4939827"/>
              <a:gd name="connsiteX18" fmla="*/ 7952584 w 12192000"/>
              <a:gd name="connsiteY18" fmla="*/ 170181 h 4939827"/>
              <a:gd name="connsiteX19" fmla="*/ 8009534 w 12192000"/>
              <a:gd name="connsiteY19" fmla="*/ 176441 h 4939827"/>
              <a:gd name="connsiteX20" fmla="*/ 8058681 w 12192000"/>
              <a:gd name="connsiteY20" fmla="*/ 219431 h 4939827"/>
              <a:gd name="connsiteX21" fmla="*/ 8126175 w 12192000"/>
              <a:gd name="connsiteY21" fmla="*/ 240005 h 4939827"/>
              <a:gd name="connsiteX22" fmla="*/ 8166439 w 12192000"/>
              <a:gd name="connsiteY22" fmla="*/ 252699 h 4939827"/>
              <a:gd name="connsiteX23" fmla="*/ 8281371 w 12192000"/>
              <a:gd name="connsiteY23" fmla="*/ 256875 h 4939827"/>
              <a:gd name="connsiteX24" fmla="*/ 8381609 w 12192000"/>
              <a:gd name="connsiteY24" fmla="*/ 240618 h 4939827"/>
              <a:gd name="connsiteX25" fmla="*/ 8406759 w 12192000"/>
              <a:gd name="connsiteY25" fmla="*/ 232517 h 4939827"/>
              <a:gd name="connsiteX26" fmla="*/ 8426506 w 12192000"/>
              <a:gd name="connsiteY26" fmla="*/ 241842 h 4939827"/>
              <a:gd name="connsiteX27" fmla="*/ 8427949 w 12192000"/>
              <a:gd name="connsiteY27" fmla="*/ 240981 h 4939827"/>
              <a:gd name="connsiteX28" fmla="*/ 8441468 w 12192000"/>
              <a:gd name="connsiteY28" fmla="*/ 241157 h 4939827"/>
              <a:gd name="connsiteX29" fmla="*/ 8565757 w 12192000"/>
              <a:gd name="connsiteY29" fmla="*/ 255317 h 4939827"/>
              <a:gd name="connsiteX30" fmla="*/ 8573171 w 12192000"/>
              <a:gd name="connsiteY30" fmla="*/ 258426 h 4939827"/>
              <a:gd name="connsiteX31" fmla="*/ 8573548 w 12192000"/>
              <a:gd name="connsiteY31" fmla="*/ 258241 h 4939827"/>
              <a:gd name="connsiteX32" fmla="*/ 8581827 w 12192000"/>
              <a:gd name="connsiteY32" fmla="*/ 261028 h 4939827"/>
              <a:gd name="connsiteX33" fmla="*/ 8586687 w 12192000"/>
              <a:gd name="connsiteY33" fmla="*/ 264089 h 4939827"/>
              <a:gd name="connsiteX34" fmla="*/ 8601067 w 12192000"/>
              <a:gd name="connsiteY34" fmla="*/ 270114 h 4939827"/>
              <a:gd name="connsiteX35" fmla="*/ 8672650 w 12192000"/>
              <a:gd name="connsiteY35" fmla="*/ 254821 h 4939827"/>
              <a:gd name="connsiteX36" fmla="*/ 8785543 w 12192000"/>
              <a:gd name="connsiteY36" fmla="*/ 263406 h 4939827"/>
              <a:gd name="connsiteX37" fmla="*/ 8830588 w 12192000"/>
              <a:gd name="connsiteY37" fmla="*/ 265483 h 4939827"/>
              <a:gd name="connsiteX38" fmla="*/ 8905142 w 12192000"/>
              <a:gd name="connsiteY38" fmla="*/ 264958 h 4939827"/>
              <a:gd name="connsiteX39" fmla="*/ 8968582 w 12192000"/>
              <a:gd name="connsiteY39" fmla="*/ 262728 h 4939827"/>
              <a:gd name="connsiteX40" fmla="*/ 8972994 w 12192000"/>
              <a:gd name="connsiteY40" fmla="*/ 263284 h 4939827"/>
              <a:gd name="connsiteX41" fmla="*/ 9004605 w 12192000"/>
              <a:gd name="connsiteY41" fmla="*/ 258041 h 4939827"/>
              <a:gd name="connsiteX42" fmla="*/ 9016165 w 12192000"/>
              <a:gd name="connsiteY42" fmla="*/ 261258 h 4939827"/>
              <a:gd name="connsiteX43" fmla="*/ 9043297 w 12192000"/>
              <a:gd name="connsiteY43" fmla="*/ 281547 h 4939827"/>
              <a:gd name="connsiteX44" fmla="*/ 9048315 w 12192000"/>
              <a:gd name="connsiteY44" fmla="*/ 279264 h 4939827"/>
              <a:gd name="connsiteX45" fmla="*/ 9054706 w 12192000"/>
              <a:gd name="connsiteY45" fmla="*/ 278538 h 4939827"/>
              <a:gd name="connsiteX46" fmla="*/ 9070919 w 12192000"/>
              <a:gd name="connsiteY46" fmla="*/ 281810 h 4939827"/>
              <a:gd name="connsiteX47" fmla="*/ 9076813 w 12192000"/>
              <a:gd name="connsiteY47" fmla="*/ 283909 h 4939827"/>
              <a:gd name="connsiteX48" fmla="*/ 9085871 w 12192000"/>
              <a:gd name="connsiteY48" fmla="*/ 285133 h 4939827"/>
              <a:gd name="connsiteX49" fmla="*/ 9086159 w 12192000"/>
              <a:gd name="connsiteY49" fmla="*/ 284887 h 4939827"/>
              <a:gd name="connsiteX50" fmla="*/ 9134606 w 12192000"/>
              <a:gd name="connsiteY50" fmla="*/ 288168 h 4939827"/>
              <a:gd name="connsiteX51" fmla="*/ 9195590 w 12192000"/>
              <a:gd name="connsiteY51" fmla="*/ 279568 h 4939827"/>
              <a:gd name="connsiteX52" fmla="*/ 9219336 w 12192000"/>
              <a:gd name="connsiteY52" fmla="*/ 278133 h 4939827"/>
              <a:gd name="connsiteX53" fmla="*/ 9232362 w 12192000"/>
              <a:gd name="connsiteY53" fmla="*/ 275894 h 4939827"/>
              <a:gd name="connsiteX54" fmla="*/ 9233396 w 12192000"/>
              <a:gd name="connsiteY54" fmla="*/ 274803 h 4939827"/>
              <a:gd name="connsiteX55" fmla="*/ 9256213 w 12192000"/>
              <a:gd name="connsiteY55" fmla="*/ 281576 h 4939827"/>
              <a:gd name="connsiteX56" fmla="*/ 9262377 w 12192000"/>
              <a:gd name="connsiteY56" fmla="*/ 286635 h 4939827"/>
              <a:gd name="connsiteX57" fmla="*/ 9287089 w 12192000"/>
              <a:gd name="connsiteY57" fmla="*/ 303891 h 4939827"/>
              <a:gd name="connsiteX58" fmla="*/ 9371484 w 12192000"/>
              <a:gd name="connsiteY58" fmla="*/ 329634 h 4939827"/>
              <a:gd name="connsiteX59" fmla="*/ 9404829 w 12192000"/>
              <a:gd name="connsiteY59" fmla="*/ 339038 h 4939827"/>
              <a:gd name="connsiteX60" fmla="*/ 9427021 w 12192000"/>
              <a:gd name="connsiteY60" fmla="*/ 358784 h 4939827"/>
              <a:gd name="connsiteX61" fmla="*/ 9670844 w 12192000"/>
              <a:gd name="connsiteY61" fmla="*/ 405128 h 4939827"/>
              <a:gd name="connsiteX62" fmla="*/ 9816083 w 12192000"/>
              <a:gd name="connsiteY62" fmla="*/ 416573 h 4939827"/>
              <a:gd name="connsiteX63" fmla="*/ 9936741 w 12192000"/>
              <a:gd name="connsiteY63" fmla="*/ 437044 h 4939827"/>
              <a:gd name="connsiteX64" fmla="*/ 10050093 w 12192000"/>
              <a:gd name="connsiteY64" fmla="*/ 443783 h 4939827"/>
              <a:gd name="connsiteX65" fmla="*/ 10130090 w 12192000"/>
              <a:gd name="connsiteY65" fmla="*/ 459520 h 4939827"/>
              <a:gd name="connsiteX66" fmla="*/ 10173456 w 12192000"/>
              <a:gd name="connsiteY66" fmla="*/ 457749 h 4939827"/>
              <a:gd name="connsiteX67" fmla="*/ 10218232 w 12192000"/>
              <a:gd name="connsiteY67" fmla="*/ 459820 h 4939827"/>
              <a:gd name="connsiteX68" fmla="*/ 10354176 w 12192000"/>
              <a:gd name="connsiteY68" fmla="*/ 471377 h 4939827"/>
              <a:gd name="connsiteX69" fmla="*/ 10430681 w 12192000"/>
              <a:gd name="connsiteY69" fmla="*/ 481226 h 4939827"/>
              <a:gd name="connsiteX70" fmla="*/ 10478169 w 12192000"/>
              <a:gd name="connsiteY70" fmla="*/ 481774 h 4939827"/>
              <a:gd name="connsiteX71" fmla="*/ 10540907 w 12192000"/>
              <a:gd name="connsiteY71" fmla="*/ 485607 h 4939827"/>
              <a:gd name="connsiteX72" fmla="*/ 10614941 w 12192000"/>
              <a:gd name="connsiteY72" fmla="*/ 487592 h 4939827"/>
              <a:gd name="connsiteX73" fmla="*/ 10674098 w 12192000"/>
              <a:gd name="connsiteY73" fmla="*/ 521656 h 4939827"/>
              <a:gd name="connsiteX74" fmla="*/ 10874834 w 12192000"/>
              <a:gd name="connsiteY74" fmla="*/ 574867 h 4939827"/>
              <a:gd name="connsiteX75" fmla="*/ 10944981 w 12192000"/>
              <a:gd name="connsiteY75" fmla="*/ 615042 h 4939827"/>
              <a:gd name="connsiteX76" fmla="*/ 11006376 w 12192000"/>
              <a:gd name="connsiteY76" fmla="*/ 645957 h 4939827"/>
              <a:gd name="connsiteX77" fmla="*/ 11076308 w 12192000"/>
              <a:gd name="connsiteY77" fmla="*/ 675698 h 4939827"/>
              <a:gd name="connsiteX78" fmla="*/ 11148789 w 12192000"/>
              <a:gd name="connsiteY78" fmla="*/ 685041 h 4939827"/>
              <a:gd name="connsiteX79" fmla="*/ 11249129 w 12192000"/>
              <a:gd name="connsiteY79" fmla="*/ 684218 h 4939827"/>
              <a:gd name="connsiteX80" fmla="*/ 11299915 w 12192000"/>
              <a:gd name="connsiteY80" fmla="*/ 692177 h 4939827"/>
              <a:gd name="connsiteX81" fmla="*/ 11386973 w 12192000"/>
              <a:gd name="connsiteY81" fmla="*/ 708209 h 4939827"/>
              <a:gd name="connsiteX82" fmla="*/ 11500105 w 12192000"/>
              <a:gd name="connsiteY82" fmla="*/ 735014 h 4939827"/>
              <a:gd name="connsiteX83" fmla="*/ 11621735 w 12192000"/>
              <a:gd name="connsiteY83" fmla="*/ 789584 h 4939827"/>
              <a:gd name="connsiteX84" fmla="*/ 11691200 w 12192000"/>
              <a:gd name="connsiteY84" fmla="*/ 867902 h 4939827"/>
              <a:gd name="connsiteX85" fmla="*/ 11819427 w 12192000"/>
              <a:gd name="connsiteY85" fmla="*/ 911634 h 4939827"/>
              <a:gd name="connsiteX86" fmla="*/ 11969720 w 12192000"/>
              <a:gd name="connsiteY86" fmla="*/ 964737 h 4939827"/>
              <a:gd name="connsiteX87" fmla="*/ 12055766 w 12192000"/>
              <a:gd name="connsiteY87" fmla="*/ 991268 h 4939827"/>
              <a:gd name="connsiteX88" fmla="*/ 12171539 w 12192000"/>
              <a:gd name="connsiteY88" fmla="*/ 995427 h 4939827"/>
              <a:gd name="connsiteX89" fmla="*/ 12187831 w 12192000"/>
              <a:gd name="connsiteY89" fmla="*/ 996580 h 4939827"/>
              <a:gd name="connsiteX90" fmla="*/ 12192000 w 12192000"/>
              <a:gd name="connsiteY90" fmla="*/ 996726 h 4939827"/>
              <a:gd name="connsiteX91" fmla="*/ 12192000 w 12192000"/>
              <a:gd name="connsiteY91" fmla="*/ 4939827 h 4939827"/>
              <a:gd name="connsiteX92" fmla="*/ 0 w 12192000"/>
              <a:gd name="connsiteY92" fmla="*/ 4939827 h 4939827"/>
              <a:gd name="connsiteX93" fmla="*/ 0 w 12192000"/>
              <a:gd name="connsiteY93" fmla="*/ 512043 h 4939827"/>
              <a:gd name="connsiteX94" fmla="*/ 7381 w 12192000"/>
              <a:gd name="connsiteY94" fmla="*/ 512580 h 4939827"/>
              <a:gd name="connsiteX95" fmla="*/ 100029 w 12192000"/>
              <a:gd name="connsiteY95" fmla="*/ 504758 h 4939827"/>
              <a:gd name="connsiteX96" fmla="*/ 155244 w 12192000"/>
              <a:gd name="connsiteY96" fmla="*/ 525130 h 4939827"/>
              <a:gd name="connsiteX97" fmla="*/ 254366 w 12192000"/>
              <a:gd name="connsiteY97" fmla="*/ 534449 h 4939827"/>
              <a:gd name="connsiteX98" fmla="*/ 447292 w 12192000"/>
              <a:gd name="connsiteY98" fmla="*/ 542725 h 4939827"/>
              <a:gd name="connsiteX99" fmla="*/ 628105 w 12192000"/>
              <a:gd name="connsiteY99" fmla="*/ 547853 h 4939827"/>
              <a:gd name="connsiteX100" fmla="*/ 783146 w 12192000"/>
              <a:gd name="connsiteY100" fmla="*/ 591799 h 4939827"/>
              <a:gd name="connsiteX101" fmla="*/ 1043676 w 12192000"/>
              <a:gd name="connsiteY101" fmla="*/ 591887 h 4939827"/>
              <a:gd name="connsiteX102" fmla="*/ 1281816 w 12192000"/>
              <a:gd name="connsiteY102" fmla="*/ 520946 h 4939827"/>
              <a:gd name="connsiteX103" fmla="*/ 1486347 w 12192000"/>
              <a:gd name="connsiteY103" fmla="*/ 487310 h 4939827"/>
              <a:gd name="connsiteX104" fmla="*/ 1568079 w 12192000"/>
              <a:gd name="connsiteY104" fmla="*/ 462531 h 4939827"/>
              <a:gd name="connsiteX105" fmla="*/ 1622516 w 12192000"/>
              <a:gd name="connsiteY105" fmla="*/ 466058 h 4939827"/>
              <a:gd name="connsiteX106" fmla="*/ 1655457 w 12192000"/>
              <a:gd name="connsiteY106" fmla="*/ 465359 h 4939827"/>
              <a:gd name="connsiteX107" fmla="*/ 1717454 w 12192000"/>
              <a:gd name="connsiteY107" fmla="*/ 417203 h 4939827"/>
              <a:gd name="connsiteX108" fmla="*/ 1913794 w 12192000"/>
              <a:gd name="connsiteY108" fmla="*/ 365255 h 4939827"/>
              <a:gd name="connsiteX109" fmla="*/ 2129762 w 12192000"/>
              <a:gd name="connsiteY109" fmla="*/ 367832 h 4939827"/>
              <a:gd name="connsiteX110" fmla="*/ 2376970 w 12192000"/>
              <a:gd name="connsiteY110" fmla="*/ 350129 h 4939827"/>
              <a:gd name="connsiteX111" fmla="*/ 2480155 w 12192000"/>
              <a:gd name="connsiteY111" fmla="*/ 359227 h 4939827"/>
              <a:gd name="connsiteX112" fmla="*/ 2586782 w 12192000"/>
              <a:gd name="connsiteY112" fmla="*/ 339352 h 4939827"/>
              <a:gd name="connsiteX113" fmla="*/ 2654496 w 12192000"/>
              <a:gd name="connsiteY113" fmla="*/ 315431 h 4939827"/>
              <a:gd name="connsiteX114" fmla="*/ 2788947 w 12192000"/>
              <a:gd name="connsiteY114" fmla="*/ 250375 h 4939827"/>
              <a:gd name="connsiteX115" fmla="*/ 2885389 w 12192000"/>
              <a:gd name="connsiteY115" fmla="*/ 255259 h 4939827"/>
              <a:gd name="connsiteX116" fmla="*/ 3045916 w 12192000"/>
              <a:gd name="connsiteY116" fmla="*/ 261030 h 4939827"/>
              <a:gd name="connsiteX117" fmla="*/ 3074187 w 12192000"/>
              <a:gd name="connsiteY117" fmla="*/ 243226 h 4939827"/>
              <a:gd name="connsiteX118" fmla="*/ 3103677 w 12192000"/>
              <a:gd name="connsiteY118" fmla="*/ 209527 h 4939827"/>
              <a:gd name="connsiteX119" fmla="*/ 3126759 w 12192000"/>
              <a:gd name="connsiteY119" fmla="*/ 211226 h 4939827"/>
              <a:gd name="connsiteX120" fmla="*/ 3164020 w 12192000"/>
              <a:gd name="connsiteY120" fmla="*/ 212779 h 4939827"/>
              <a:gd name="connsiteX121" fmla="*/ 3285019 w 12192000"/>
              <a:gd name="connsiteY121" fmla="*/ 220535 h 4939827"/>
              <a:gd name="connsiteX122" fmla="*/ 3365154 w 12192000"/>
              <a:gd name="connsiteY122" fmla="*/ 226416 h 4939827"/>
              <a:gd name="connsiteX123" fmla="*/ 3367507 w 12192000"/>
              <a:gd name="connsiteY123" fmla="*/ 225416 h 4939827"/>
              <a:gd name="connsiteX124" fmla="*/ 3387567 w 12192000"/>
              <a:gd name="connsiteY124" fmla="*/ 227103 h 4939827"/>
              <a:gd name="connsiteX125" fmla="*/ 3424753 w 12192000"/>
              <a:gd name="connsiteY125" fmla="*/ 244380 h 4939827"/>
              <a:gd name="connsiteX126" fmla="*/ 3498001 w 12192000"/>
              <a:gd name="connsiteY126" fmla="*/ 231941 h 4939827"/>
              <a:gd name="connsiteX127" fmla="*/ 3561557 w 12192000"/>
              <a:gd name="connsiteY127" fmla="*/ 228095 h 4939827"/>
              <a:gd name="connsiteX128" fmla="*/ 3611920 w 12192000"/>
              <a:gd name="connsiteY128" fmla="*/ 218094 h 4939827"/>
              <a:gd name="connsiteX129" fmla="*/ 3620528 w 12192000"/>
              <a:gd name="connsiteY129" fmla="*/ 218788 h 4939827"/>
              <a:gd name="connsiteX130" fmla="*/ 3620766 w 12192000"/>
              <a:gd name="connsiteY130" fmla="*/ 218511 h 4939827"/>
              <a:gd name="connsiteX131" fmla="*/ 3629977 w 12192000"/>
              <a:gd name="connsiteY131" fmla="*/ 218664 h 4939827"/>
              <a:gd name="connsiteX132" fmla="*/ 3636217 w 12192000"/>
              <a:gd name="connsiteY132" fmla="*/ 220048 h 4939827"/>
              <a:gd name="connsiteX133" fmla="*/ 3709484 w 12192000"/>
              <a:gd name="connsiteY133" fmla="*/ 186927 h 4939827"/>
              <a:gd name="connsiteX134" fmla="*/ 3761342 w 12192000"/>
              <a:gd name="connsiteY134" fmla="*/ 177474 h 4939827"/>
              <a:gd name="connsiteX135" fmla="*/ 3799748 w 12192000"/>
              <a:gd name="connsiteY135" fmla="*/ 167154 h 4939827"/>
              <a:gd name="connsiteX136" fmla="*/ 3812225 w 12192000"/>
              <a:gd name="connsiteY136" fmla="*/ 189020 h 4939827"/>
              <a:gd name="connsiteX137" fmla="*/ 3864537 w 12192000"/>
              <a:gd name="connsiteY137" fmla="*/ 200742 h 4939827"/>
              <a:gd name="connsiteX138" fmla="*/ 4028476 w 12192000"/>
              <a:gd name="connsiteY138" fmla="*/ 223679 h 4939827"/>
              <a:gd name="connsiteX139" fmla="*/ 4191582 w 12192000"/>
              <a:gd name="connsiteY139" fmla="*/ 238952 h 4939827"/>
              <a:gd name="connsiteX140" fmla="*/ 4251024 w 12192000"/>
              <a:gd name="connsiteY140" fmla="*/ 240874 h 4939827"/>
              <a:gd name="connsiteX141" fmla="*/ 4355275 w 12192000"/>
              <a:gd name="connsiteY141" fmla="*/ 260205 h 4939827"/>
              <a:gd name="connsiteX142" fmla="*/ 4423807 w 12192000"/>
              <a:gd name="connsiteY142" fmla="*/ 270366 h 4939827"/>
              <a:gd name="connsiteX143" fmla="*/ 4435843 w 12192000"/>
              <a:gd name="connsiteY143" fmla="*/ 234325 h 4939827"/>
              <a:gd name="connsiteX144" fmla="*/ 4499101 w 12192000"/>
              <a:gd name="connsiteY144" fmla="*/ 232983 h 4939827"/>
              <a:gd name="connsiteX145" fmla="*/ 4558432 w 12192000"/>
              <a:gd name="connsiteY145" fmla="*/ 269194 h 4939827"/>
              <a:gd name="connsiteX146" fmla="*/ 4635061 w 12192000"/>
              <a:gd name="connsiteY146" fmla="*/ 280682 h 4939827"/>
              <a:gd name="connsiteX147" fmla="*/ 4680829 w 12192000"/>
              <a:gd name="connsiteY147" fmla="*/ 287953 h 4939827"/>
              <a:gd name="connsiteX148" fmla="*/ 4807427 w 12192000"/>
              <a:gd name="connsiteY148" fmla="*/ 276835 h 4939827"/>
              <a:gd name="connsiteX149" fmla="*/ 5028933 w 12192000"/>
              <a:gd name="connsiteY149" fmla="*/ 183887 h 4939827"/>
              <a:gd name="connsiteX150" fmla="*/ 5093642 w 12192000"/>
              <a:gd name="connsiteY150" fmla="*/ 177214 h 4939827"/>
              <a:gd name="connsiteX151" fmla="*/ 5102642 w 12192000"/>
              <a:gd name="connsiteY151" fmla="*/ 186816 h 4939827"/>
              <a:gd name="connsiteX152" fmla="*/ 5193590 w 12192000"/>
              <a:gd name="connsiteY152" fmla="*/ 136361 h 4939827"/>
              <a:gd name="connsiteX153" fmla="*/ 5323922 w 12192000"/>
              <a:gd name="connsiteY153" fmla="*/ 146332 h 4939827"/>
              <a:gd name="connsiteX154" fmla="*/ 5421860 w 12192000"/>
              <a:gd name="connsiteY154" fmla="*/ 167298 h 4939827"/>
              <a:gd name="connsiteX155" fmla="*/ 5476948 w 12192000"/>
              <a:gd name="connsiteY155" fmla="*/ 173249 h 4939827"/>
              <a:gd name="connsiteX156" fmla="*/ 5516842 w 12192000"/>
              <a:gd name="connsiteY156" fmla="*/ 184018 h 4939827"/>
              <a:gd name="connsiteX157" fmla="*/ 5619415 w 12192000"/>
              <a:gd name="connsiteY157" fmla="*/ 176781 h 4939827"/>
              <a:gd name="connsiteX158" fmla="*/ 5789867 w 12192000"/>
              <a:gd name="connsiteY158" fmla="*/ 150304 h 4939827"/>
              <a:gd name="connsiteX159" fmla="*/ 5825953 w 12192000"/>
              <a:gd name="connsiteY159" fmla="*/ 147907 h 4939827"/>
              <a:gd name="connsiteX160" fmla="*/ 5856168 w 12192000"/>
              <a:gd name="connsiteY160" fmla="*/ 158719 h 4939827"/>
              <a:gd name="connsiteX161" fmla="*/ 5862476 w 12192000"/>
              <a:gd name="connsiteY161" fmla="*/ 172447 h 4939827"/>
              <a:gd name="connsiteX162" fmla="*/ 5882195 w 12192000"/>
              <a:gd name="connsiteY162" fmla="*/ 173195 h 4939827"/>
              <a:gd name="connsiteX163" fmla="*/ 5887271 w 12192000"/>
              <a:gd name="connsiteY163" fmla="*/ 176084 h 4939827"/>
              <a:gd name="connsiteX164" fmla="*/ 5916552 w 12192000"/>
              <a:gd name="connsiteY164" fmla="*/ 189955 h 4939827"/>
              <a:gd name="connsiteX165" fmla="*/ 5983240 w 12192000"/>
              <a:gd name="connsiteY165" fmla="*/ 152755 h 4939827"/>
              <a:gd name="connsiteX166" fmla="*/ 6061852 w 12192000"/>
              <a:gd name="connsiteY166" fmla="*/ 161953 h 4939827"/>
              <a:gd name="connsiteX167" fmla="*/ 6408386 w 12192000"/>
              <a:gd name="connsiteY167" fmla="*/ 157590 h 4939827"/>
              <a:gd name="connsiteX168" fmla="*/ 6531386 w 12192000"/>
              <a:gd name="connsiteY168" fmla="*/ 156103 h 4939827"/>
              <a:gd name="connsiteX169" fmla="*/ 6721509 w 12192000"/>
              <a:gd name="connsiteY169" fmla="*/ 54829 h 4939827"/>
              <a:gd name="connsiteX170" fmla="*/ 6947884 w 12192000"/>
              <a:gd name="connsiteY170" fmla="*/ 47587 h 4939827"/>
              <a:gd name="connsiteX171" fmla="*/ 6965101 w 12192000"/>
              <a:gd name="connsiteY171" fmla="*/ 25718 h 4939827"/>
              <a:gd name="connsiteX172" fmla="*/ 6986370 w 12192000"/>
              <a:gd name="connsiteY172" fmla="*/ 12659 h 4939827"/>
              <a:gd name="connsiteX173" fmla="*/ 6989536 w 12192000"/>
              <a:gd name="connsiteY173" fmla="*/ 14528 h 4939827"/>
              <a:gd name="connsiteX174" fmla="*/ 7015933 w 12192000"/>
              <a:gd name="connsiteY174" fmla="*/ 9653 h 4939827"/>
              <a:gd name="connsiteX175" fmla="*/ 7020592 w 12192000"/>
              <a:gd name="connsiteY175" fmla="*/ 1651 h 4939827"/>
              <a:gd name="connsiteX0" fmla="*/ 7025905 w 12192000"/>
              <a:gd name="connsiteY0" fmla="*/ 0 h 4939827"/>
              <a:gd name="connsiteX1" fmla="*/ 7032579 w 12192000"/>
              <a:gd name="connsiteY1" fmla="*/ 2808 h 4939827"/>
              <a:gd name="connsiteX2" fmla="*/ 7079505 w 12192000"/>
              <a:gd name="connsiteY2" fmla="*/ 12971 h 4939827"/>
              <a:gd name="connsiteX3" fmla="*/ 7158791 w 12192000"/>
              <a:gd name="connsiteY3" fmla="*/ 12462 h 4939827"/>
              <a:gd name="connsiteX4" fmla="*/ 7233338 w 12192000"/>
              <a:gd name="connsiteY4" fmla="*/ 24846 h 4939827"/>
              <a:gd name="connsiteX5" fmla="*/ 7259791 w 12192000"/>
              <a:gd name="connsiteY5" fmla="*/ 29557 h 4939827"/>
              <a:gd name="connsiteX6" fmla="*/ 7263923 w 12192000"/>
              <a:gd name="connsiteY6" fmla="*/ 35029 h 4939827"/>
              <a:gd name="connsiteX7" fmla="*/ 7281549 w 12192000"/>
              <a:gd name="connsiteY7" fmla="*/ 39654 h 4939827"/>
              <a:gd name="connsiteX8" fmla="*/ 7374735 w 12192000"/>
              <a:gd name="connsiteY8" fmla="*/ 65326 h 4939827"/>
              <a:gd name="connsiteX9" fmla="*/ 7376078 w 12192000"/>
              <a:gd name="connsiteY9" fmla="*/ 63849 h 4939827"/>
              <a:gd name="connsiteX10" fmla="*/ 7402026 w 12192000"/>
              <a:gd name="connsiteY10" fmla="*/ 60308 h 4939827"/>
              <a:gd name="connsiteX11" fmla="*/ 7415091 w 12192000"/>
              <a:gd name="connsiteY11" fmla="*/ 77403 h 4939827"/>
              <a:gd name="connsiteX12" fmla="*/ 7443464 w 12192000"/>
              <a:gd name="connsiteY12" fmla="*/ 68367 h 4939827"/>
              <a:gd name="connsiteX13" fmla="*/ 7588044 w 12192000"/>
              <a:gd name="connsiteY13" fmla="*/ 110756 h 4939827"/>
              <a:gd name="connsiteX14" fmla="*/ 7732750 w 12192000"/>
              <a:gd name="connsiteY14" fmla="*/ 145456 h 4939827"/>
              <a:gd name="connsiteX15" fmla="*/ 7785900 w 12192000"/>
              <a:gd name="connsiteY15" fmla="*/ 154493 h 4939827"/>
              <a:gd name="connsiteX16" fmla="*/ 7877301 w 12192000"/>
              <a:gd name="connsiteY16" fmla="*/ 186153 h 4939827"/>
              <a:gd name="connsiteX17" fmla="*/ 7937675 w 12192000"/>
              <a:gd name="connsiteY17" fmla="*/ 204438 h 4939827"/>
              <a:gd name="connsiteX18" fmla="*/ 7952584 w 12192000"/>
              <a:gd name="connsiteY18" fmla="*/ 170181 h 4939827"/>
              <a:gd name="connsiteX19" fmla="*/ 8009534 w 12192000"/>
              <a:gd name="connsiteY19" fmla="*/ 176441 h 4939827"/>
              <a:gd name="connsiteX20" fmla="*/ 8058681 w 12192000"/>
              <a:gd name="connsiteY20" fmla="*/ 219431 h 4939827"/>
              <a:gd name="connsiteX21" fmla="*/ 8126175 w 12192000"/>
              <a:gd name="connsiteY21" fmla="*/ 240005 h 4939827"/>
              <a:gd name="connsiteX22" fmla="*/ 8166439 w 12192000"/>
              <a:gd name="connsiteY22" fmla="*/ 252699 h 4939827"/>
              <a:gd name="connsiteX23" fmla="*/ 8281371 w 12192000"/>
              <a:gd name="connsiteY23" fmla="*/ 256875 h 4939827"/>
              <a:gd name="connsiteX24" fmla="*/ 8381609 w 12192000"/>
              <a:gd name="connsiteY24" fmla="*/ 240618 h 4939827"/>
              <a:gd name="connsiteX25" fmla="*/ 8406759 w 12192000"/>
              <a:gd name="connsiteY25" fmla="*/ 232517 h 4939827"/>
              <a:gd name="connsiteX26" fmla="*/ 8426506 w 12192000"/>
              <a:gd name="connsiteY26" fmla="*/ 241842 h 4939827"/>
              <a:gd name="connsiteX27" fmla="*/ 8427949 w 12192000"/>
              <a:gd name="connsiteY27" fmla="*/ 240981 h 4939827"/>
              <a:gd name="connsiteX28" fmla="*/ 8441468 w 12192000"/>
              <a:gd name="connsiteY28" fmla="*/ 241157 h 4939827"/>
              <a:gd name="connsiteX29" fmla="*/ 8565757 w 12192000"/>
              <a:gd name="connsiteY29" fmla="*/ 255317 h 4939827"/>
              <a:gd name="connsiteX30" fmla="*/ 8573171 w 12192000"/>
              <a:gd name="connsiteY30" fmla="*/ 258426 h 4939827"/>
              <a:gd name="connsiteX31" fmla="*/ 8573548 w 12192000"/>
              <a:gd name="connsiteY31" fmla="*/ 258241 h 4939827"/>
              <a:gd name="connsiteX32" fmla="*/ 8581827 w 12192000"/>
              <a:gd name="connsiteY32" fmla="*/ 261028 h 4939827"/>
              <a:gd name="connsiteX33" fmla="*/ 8586687 w 12192000"/>
              <a:gd name="connsiteY33" fmla="*/ 264089 h 4939827"/>
              <a:gd name="connsiteX34" fmla="*/ 8601067 w 12192000"/>
              <a:gd name="connsiteY34" fmla="*/ 270114 h 4939827"/>
              <a:gd name="connsiteX35" fmla="*/ 8672650 w 12192000"/>
              <a:gd name="connsiteY35" fmla="*/ 254821 h 4939827"/>
              <a:gd name="connsiteX36" fmla="*/ 8785543 w 12192000"/>
              <a:gd name="connsiteY36" fmla="*/ 263406 h 4939827"/>
              <a:gd name="connsiteX37" fmla="*/ 8830588 w 12192000"/>
              <a:gd name="connsiteY37" fmla="*/ 265483 h 4939827"/>
              <a:gd name="connsiteX38" fmla="*/ 8905142 w 12192000"/>
              <a:gd name="connsiteY38" fmla="*/ 264958 h 4939827"/>
              <a:gd name="connsiteX39" fmla="*/ 8968582 w 12192000"/>
              <a:gd name="connsiteY39" fmla="*/ 262728 h 4939827"/>
              <a:gd name="connsiteX40" fmla="*/ 8972994 w 12192000"/>
              <a:gd name="connsiteY40" fmla="*/ 263284 h 4939827"/>
              <a:gd name="connsiteX41" fmla="*/ 9004605 w 12192000"/>
              <a:gd name="connsiteY41" fmla="*/ 258041 h 4939827"/>
              <a:gd name="connsiteX42" fmla="*/ 9016165 w 12192000"/>
              <a:gd name="connsiteY42" fmla="*/ 261258 h 4939827"/>
              <a:gd name="connsiteX43" fmla="*/ 9043297 w 12192000"/>
              <a:gd name="connsiteY43" fmla="*/ 281547 h 4939827"/>
              <a:gd name="connsiteX44" fmla="*/ 9048315 w 12192000"/>
              <a:gd name="connsiteY44" fmla="*/ 279264 h 4939827"/>
              <a:gd name="connsiteX45" fmla="*/ 9054706 w 12192000"/>
              <a:gd name="connsiteY45" fmla="*/ 278538 h 4939827"/>
              <a:gd name="connsiteX46" fmla="*/ 9070919 w 12192000"/>
              <a:gd name="connsiteY46" fmla="*/ 281810 h 4939827"/>
              <a:gd name="connsiteX47" fmla="*/ 9076813 w 12192000"/>
              <a:gd name="connsiteY47" fmla="*/ 283909 h 4939827"/>
              <a:gd name="connsiteX48" fmla="*/ 9085871 w 12192000"/>
              <a:gd name="connsiteY48" fmla="*/ 285133 h 4939827"/>
              <a:gd name="connsiteX49" fmla="*/ 9086159 w 12192000"/>
              <a:gd name="connsiteY49" fmla="*/ 284887 h 4939827"/>
              <a:gd name="connsiteX50" fmla="*/ 9134606 w 12192000"/>
              <a:gd name="connsiteY50" fmla="*/ 288168 h 4939827"/>
              <a:gd name="connsiteX51" fmla="*/ 9195590 w 12192000"/>
              <a:gd name="connsiteY51" fmla="*/ 279568 h 4939827"/>
              <a:gd name="connsiteX52" fmla="*/ 9219336 w 12192000"/>
              <a:gd name="connsiteY52" fmla="*/ 278133 h 4939827"/>
              <a:gd name="connsiteX53" fmla="*/ 9232362 w 12192000"/>
              <a:gd name="connsiteY53" fmla="*/ 275894 h 4939827"/>
              <a:gd name="connsiteX54" fmla="*/ 9233396 w 12192000"/>
              <a:gd name="connsiteY54" fmla="*/ 274803 h 4939827"/>
              <a:gd name="connsiteX55" fmla="*/ 9256213 w 12192000"/>
              <a:gd name="connsiteY55" fmla="*/ 281576 h 4939827"/>
              <a:gd name="connsiteX56" fmla="*/ 9262377 w 12192000"/>
              <a:gd name="connsiteY56" fmla="*/ 286635 h 4939827"/>
              <a:gd name="connsiteX57" fmla="*/ 9287089 w 12192000"/>
              <a:gd name="connsiteY57" fmla="*/ 303891 h 4939827"/>
              <a:gd name="connsiteX58" fmla="*/ 9371484 w 12192000"/>
              <a:gd name="connsiteY58" fmla="*/ 329634 h 4939827"/>
              <a:gd name="connsiteX59" fmla="*/ 9404829 w 12192000"/>
              <a:gd name="connsiteY59" fmla="*/ 339038 h 4939827"/>
              <a:gd name="connsiteX60" fmla="*/ 9427021 w 12192000"/>
              <a:gd name="connsiteY60" fmla="*/ 358784 h 4939827"/>
              <a:gd name="connsiteX61" fmla="*/ 9670844 w 12192000"/>
              <a:gd name="connsiteY61" fmla="*/ 405128 h 4939827"/>
              <a:gd name="connsiteX62" fmla="*/ 9816083 w 12192000"/>
              <a:gd name="connsiteY62" fmla="*/ 416573 h 4939827"/>
              <a:gd name="connsiteX63" fmla="*/ 9936741 w 12192000"/>
              <a:gd name="connsiteY63" fmla="*/ 437044 h 4939827"/>
              <a:gd name="connsiteX64" fmla="*/ 10050093 w 12192000"/>
              <a:gd name="connsiteY64" fmla="*/ 443783 h 4939827"/>
              <a:gd name="connsiteX65" fmla="*/ 10130090 w 12192000"/>
              <a:gd name="connsiteY65" fmla="*/ 459520 h 4939827"/>
              <a:gd name="connsiteX66" fmla="*/ 10173456 w 12192000"/>
              <a:gd name="connsiteY66" fmla="*/ 457749 h 4939827"/>
              <a:gd name="connsiteX67" fmla="*/ 10218232 w 12192000"/>
              <a:gd name="connsiteY67" fmla="*/ 459820 h 4939827"/>
              <a:gd name="connsiteX68" fmla="*/ 10354176 w 12192000"/>
              <a:gd name="connsiteY68" fmla="*/ 471377 h 4939827"/>
              <a:gd name="connsiteX69" fmla="*/ 10430681 w 12192000"/>
              <a:gd name="connsiteY69" fmla="*/ 481226 h 4939827"/>
              <a:gd name="connsiteX70" fmla="*/ 10478169 w 12192000"/>
              <a:gd name="connsiteY70" fmla="*/ 481774 h 4939827"/>
              <a:gd name="connsiteX71" fmla="*/ 10540907 w 12192000"/>
              <a:gd name="connsiteY71" fmla="*/ 485607 h 4939827"/>
              <a:gd name="connsiteX72" fmla="*/ 10614941 w 12192000"/>
              <a:gd name="connsiteY72" fmla="*/ 487592 h 4939827"/>
              <a:gd name="connsiteX73" fmla="*/ 10674098 w 12192000"/>
              <a:gd name="connsiteY73" fmla="*/ 521656 h 4939827"/>
              <a:gd name="connsiteX74" fmla="*/ 10874834 w 12192000"/>
              <a:gd name="connsiteY74" fmla="*/ 574867 h 4939827"/>
              <a:gd name="connsiteX75" fmla="*/ 10944981 w 12192000"/>
              <a:gd name="connsiteY75" fmla="*/ 615042 h 4939827"/>
              <a:gd name="connsiteX76" fmla="*/ 11006376 w 12192000"/>
              <a:gd name="connsiteY76" fmla="*/ 645957 h 4939827"/>
              <a:gd name="connsiteX77" fmla="*/ 11076308 w 12192000"/>
              <a:gd name="connsiteY77" fmla="*/ 675698 h 4939827"/>
              <a:gd name="connsiteX78" fmla="*/ 11148789 w 12192000"/>
              <a:gd name="connsiteY78" fmla="*/ 685041 h 4939827"/>
              <a:gd name="connsiteX79" fmla="*/ 11249129 w 12192000"/>
              <a:gd name="connsiteY79" fmla="*/ 684218 h 4939827"/>
              <a:gd name="connsiteX80" fmla="*/ 11299915 w 12192000"/>
              <a:gd name="connsiteY80" fmla="*/ 692177 h 4939827"/>
              <a:gd name="connsiteX81" fmla="*/ 11386973 w 12192000"/>
              <a:gd name="connsiteY81" fmla="*/ 708209 h 4939827"/>
              <a:gd name="connsiteX82" fmla="*/ 11500105 w 12192000"/>
              <a:gd name="connsiteY82" fmla="*/ 735014 h 4939827"/>
              <a:gd name="connsiteX83" fmla="*/ 11621735 w 12192000"/>
              <a:gd name="connsiteY83" fmla="*/ 789584 h 4939827"/>
              <a:gd name="connsiteX84" fmla="*/ 11691200 w 12192000"/>
              <a:gd name="connsiteY84" fmla="*/ 867902 h 4939827"/>
              <a:gd name="connsiteX85" fmla="*/ 11819427 w 12192000"/>
              <a:gd name="connsiteY85" fmla="*/ 911634 h 4939827"/>
              <a:gd name="connsiteX86" fmla="*/ 11969720 w 12192000"/>
              <a:gd name="connsiteY86" fmla="*/ 964737 h 4939827"/>
              <a:gd name="connsiteX87" fmla="*/ 12055766 w 12192000"/>
              <a:gd name="connsiteY87" fmla="*/ 991268 h 4939827"/>
              <a:gd name="connsiteX88" fmla="*/ 12171539 w 12192000"/>
              <a:gd name="connsiteY88" fmla="*/ 995427 h 4939827"/>
              <a:gd name="connsiteX89" fmla="*/ 12187831 w 12192000"/>
              <a:gd name="connsiteY89" fmla="*/ 996580 h 4939827"/>
              <a:gd name="connsiteX90" fmla="*/ 12192000 w 12192000"/>
              <a:gd name="connsiteY90" fmla="*/ 996726 h 4939827"/>
              <a:gd name="connsiteX91" fmla="*/ 12192000 w 12192000"/>
              <a:gd name="connsiteY91" fmla="*/ 4939827 h 4939827"/>
              <a:gd name="connsiteX92" fmla="*/ 0 w 12192000"/>
              <a:gd name="connsiteY92" fmla="*/ 4939827 h 4939827"/>
              <a:gd name="connsiteX93" fmla="*/ 0 w 12192000"/>
              <a:gd name="connsiteY93" fmla="*/ 512043 h 4939827"/>
              <a:gd name="connsiteX94" fmla="*/ 7381 w 12192000"/>
              <a:gd name="connsiteY94" fmla="*/ 512580 h 4939827"/>
              <a:gd name="connsiteX95" fmla="*/ 100029 w 12192000"/>
              <a:gd name="connsiteY95" fmla="*/ 504758 h 4939827"/>
              <a:gd name="connsiteX96" fmla="*/ 155244 w 12192000"/>
              <a:gd name="connsiteY96" fmla="*/ 525130 h 4939827"/>
              <a:gd name="connsiteX97" fmla="*/ 254366 w 12192000"/>
              <a:gd name="connsiteY97" fmla="*/ 534449 h 4939827"/>
              <a:gd name="connsiteX98" fmla="*/ 447292 w 12192000"/>
              <a:gd name="connsiteY98" fmla="*/ 542725 h 4939827"/>
              <a:gd name="connsiteX99" fmla="*/ 628105 w 12192000"/>
              <a:gd name="connsiteY99" fmla="*/ 547853 h 4939827"/>
              <a:gd name="connsiteX100" fmla="*/ 783146 w 12192000"/>
              <a:gd name="connsiteY100" fmla="*/ 591799 h 4939827"/>
              <a:gd name="connsiteX101" fmla="*/ 1043676 w 12192000"/>
              <a:gd name="connsiteY101" fmla="*/ 591887 h 4939827"/>
              <a:gd name="connsiteX102" fmla="*/ 1281816 w 12192000"/>
              <a:gd name="connsiteY102" fmla="*/ 520946 h 4939827"/>
              <a:gd name="connsiteX103" fmla="*/ 1486347 w 12192000"/>
              <a:gd name="connsiteY103" fmla="*/ 487310 h 4939827"/>
              <a:gd name="connsiteX104" fmla="*/ 1568079 w 12192000"/>
              <a:gd name="connsiteY104" fmla="*/ 462531 h 4939827"/>
              <a:gd name="connsiteX105" fmla="*/ 1622516 w 12192000"/>
              <a:gd name="connsiteY105" fmla="*/ 466058 h 4939827"/>
              <a:gd name="connsiteX106" fmla="*/ 1655457 w 12192000"/>
              <a:gd name="connsiteY106" fmla="*/ 465359 h 4939827"/>
              <a:gd name="connsiteX107" fmla="*/ 1717454 w 12192000"/>
              <a:gd name="connsiteY107" fmla="*/ 417203 h 4939827"/>
              <a:gd name="connsiteX108" fmla="*/ 1913794 w 12192000"/>
              <a:gd name="connsiteY108" fmla="*/ 365255 h 4939827"/>
              <a:gd name="connsiteX109" fmla="*/ 2129762 w 12192000"/>
              <a:gd name="connsiteY109" fmla="*/ 367832 h 4939827"/>
              <a:gd name="connsiteX110" fmla="*/ 2376970 w 12192000"/>
              <a:gd name="connsiteY110" fmla="*/ 350129 h 4939827"/>
              <a:gd name="connsiteX111" fmla="*/ 2480155 w 12192000"/>
              <a:gd name="connsiteY111" fmla="*/ 359227 h 4939827"/>
              <a:gd name="connsiteX112" fmla="*/ 2586782 w 12192000"/>
              <a:gd name="connsiteY112" fmla="*/ 339352 h 4939827"/>
              <a:gd name="connsiteX113" fmla="*/ 2654496 w 12192000"/>
              <a:gd name="connsiteY113" fmla="*/ 315431 h 4939827"/>
              <a:gd name="connsiteX114" fmla="*/ 2788947 w 12192000"/>
              <a:gd name="connsiteY114" fmla="*/ 250375 h 4939827"/>
              <a:gd name="connsiteX115" fmla="*/ 2885389 w 12192000"/>
              <a:gd name="connsiteY115" fmla="*/ 255259 h 4939827"/>
              <a:gd name="connsiteX116" fmla="*/ 3045916 w 12192000"/>
              <a:gd name="connsiteY116" fmla="*/ 261030 h 4939827"/>
              <a:gd name="connsiteX117" fmla="*/ 3074187 w 12192000"/>
              <a:gd name="connsiteY117" fmla="*/ 243226 h 4939827"/>
              <a:gd name="connsiteX118" fmla="*/ 3103677 w 12192000"/>
              <a:gd name="connsiteY118" fmla="*/ 209527 h 4939827"/>
              <a:gd name="connsiteX119" fmla="*/ 3126759 w 12192000"/>
              <a:gd name="connsiteY119" fmla="*/ 211226 h 4939827"/>
              <a:gd name="connsiteX120" fmla="*/ 3164020 w 12192000"/>
              <a:gd name="connsiteY120" fmla="*/ 212779 h 4939827"/>
              <a:gd name="connsiteX121" fmla="*/ 3285019 w 12192000"/>
              <a:gd name="connsiteY121" fmla="*/ 220535 h 4939827"/>
              <a:gd name="connsiteX122" fmla="*/ 3365154 w 12192000"/>
              <a:gd name="connsiteY122" fmla="*/ 226416 h 4939827"/>
              <a:gd name="connsiteX123" fmla="*/ 3367507 w 12192000"/>
              <a:gd name="connsiteY123" fmla="*/ 225416 h 4939827"/>
              <a:gd name="connsiteX124" fmla="*/ 3387567 w 12192000"/>
              <a:gd name="connsiteY124" fmla="*/ 227103 h 4939827"/>
              <a:gd name="connsiteX125" fmla="*/ 3424753 w 12192000"/>
              <a:gd name="connsiteY125" fmla="*/ 244380 h 4939827"/>
              <a:gd name="connsiteX126" fmla="*/ 3498001 w 12192000"/>
              <a:gd name="connsiteY126" fmla="*/ 231941 h 4939827"/>
              <a:gd name="connsiteX127" fmla="*/ 3561557 w 12192000"/>
              <a:gd name="connsiteY127" fmla="*/ 228095 h 4939827"/>
              <a:gd name="connsiteX128" fmla="*/ 3611920 w 12192000"/>
              <a:gd name="connsiteY128" fmla="*/ 218094 h 4939827"/>
              <a:gd name="connsiteX129" fmla="*/ 3620528 w 12192000"/>
              <a:gd name="connsiteY129" fmla="*/ 218788 h 4939827"/>
              <a:gd name="connsiteX130" fmla="*/ 3620766 w 12192000"/>
              <a:gd name="connsiteY130" fmla="*/ 218511 h 4939827"/>
              <a:gd name="connsiteX131" fmla="*/ 3629977 w 12192000"/>
              <a:gd name="connsiteY131" fmla="*/ 218664 h 4939827"/>
              <a:gd name="connsiteX132" fmla="*/ 3636217 w 12192000"/>
              <a:gd name="connsiteY132" fmla="*/ 220048 h 4939827"/>
              <a:gd name="connsiteX133" fmla="*/ 3709484 w 12192000"/>
              <a:gd name="connsiteY133" fmla="*/ 186927 h 4939827"/>
              <a:gd name="connsiteX134" fmla="*/ 3761342 w 12192000"/>
              <a:gd name="connsiteY134" fmla="*/ 177474 h 4939827"/>
              <a:gd name="connsiteX135" fmla="*/ 3799748 w 12192000"/>
              <a:gd name="connsiteY135" fmla="*/ 167154 h 4939827"/>
              <a:gd name="connsiteX136" fmla="*/ 3812225 w 12192000"/>
              <a:gd name="connsiteY136" fmla="*/ 189020 h 4939827"/>
              <a:gd name="connsiteX137" fmla="*/ 3864537 w 12192000"/>
              <a:gd name="connsiteY137" fmla="*/ 200742 h 4939827"/>
              <a:gd name="connsiteX138" fmla="*/ 4028476 w 12192000"/>
              <a:gd name="connsiteY138" fmla="*/ 223679 h 4939827"/>
              <a:gd name="connsiteX139" fmla="*/ 4191582 w 12192000"/>
              <a:gd name="connsiteY139" fmla="*/ 238952 h 4939827"/>
              <a:gd name="connsiteX140" fmla="*/ 4251024 w 12192000"/>
              <a:gd name="connsiteY140" fmla="*/ 240874 h 4939827"/>
              <a:gd name="connsiteX141" fmla="*/ 4355275 w 12192000"/>
              <a:gd name="connsiteY141" fmla="*/ 260205 h 4939827"/>
              <a:gd name="connsiteX142" fmla="*/ 4423807 w 12192000"/>
              <a:gd name="connsiteY142" fmla="*/ 270366 h 4939827"/>
              <a:gd name="connsiteX143" fmla="*/ 4435843 w 12192000"/>
              <a:gd name="connsiteY143" fmla="*/ 234325 h 4939827"/>
              <a:gd name="connsiteX144" fmla="*/ 4558432 w 12192000"/>
              <a:gd name="connsiteY144" fmla="*/ 269194 h 4939827"/>
              <a:gd name="connsiteX145" fmla="*/ 4635061 w 12192000"/>
              <a:gd name="connsiteY145" fmla="*/ 280682 h 4939827"/>
              <a:gd name="connsiteX146" fmla="*/ 4680829 w 12192000"/>
              <a:gd name="connsiteY146" fmla="*/ 287953 h 4939827"/>
              <a:gd name="connsiteX147" fmla="*/ 4807427 w 12192000"/>
              <a:gd name="connsiteY147" fmla="*/ 276835 h 4939827"/>
              <a:gd name="connsiteX148" fmla="*/ 5028933 w 12192000"/>
              <a:gd name="connsiteY148" fmla="*/ 183887 h 4939827"/>
              <a:gd name="connsiteX149" fmla="*/ 5093642 w 12192000"/>
              <a:gd name="connsiteY149" fmla="*/ 177214 h 4939827"/>
              <a:gd name="connsiteX150" fmla="*/ 5102642 w 12192000"/>
              <a:gd name="connsiteY150" fmla="*/ 186816 h 4939827"/>
              <a:gd name="connsiteX151" fmla="*/ 5193590 w 12192000"/>
              <a:gd name="connsiteY151" fmla="*/ 136361 h 4939827"/>
              <a:gd name="connsiteX152" fmla="*/ 5323922 w 12192000"/>
              <a:gd name="connsiteY152" fmla="*/ 146332 h 4939827"/>
              <a:gd name="connsiteX153" fmla="*/ 5421860 w 12192000"/>
              <a:gd name="connsiteY153" fmla="*/ 167298 h 4939827"/>
              <a:gd name="connsiteX154" fmla="*/ 5476948 w 12192000"/>
              <a:gd name="connsiteY154" fmla="*/ 173249 h 4939827"/>
              <a:gd name="connsiteX155" fmla="*/ 5516842 w 12192000"/>
              <a:gd name="connsiteY155" fmla="*/ 184018 h 4939827"/>
              <a:gd name="connsiteX156" fmla="*/ 5619415 w 12192000"/>
              <a:gd name="connsiteY156" fmla="*/ 176781 h 4939827"/>
              <a:gd name="connsiteX157" fmla="*/ 5789867 w 12192000"/>
              <a:gd name="connsiteY157" fmla="*/ 150304 h 4939827"/>
              <a:gd name="connsiteX158" fmla="*/ 5825953 w 12192000"/>
              <a:gd name="connsiteY158" fmla="*/ 147907 h 4939827"/>
              <a:gd name="connsiteX159" fmla="*/ 5856168 w 12192000"/>
              <a:gd name="connsiteY159" fmla="*/ 158719 h 4939827"/>
              <a:gd name="connsiteX160" fmla="*/ 5862476 w 12192000"/>
              <a:gd name="connsiteY160" fmla="*/ 172447 h 4939827"/>
              <a:gd name="connsiteX161" fmla="*/ 5882195 w 12192000"/>
              <a:gd name="connsiteY161" fmla="*/ 173195 h 4939827"/>
              <a:gd name="connsiteX162" fmla="*/ 5887271 w 12192000"/>
              <a:gd name="connsiteY162" fmla="*/ 176084 h 4939827"/>
              <a:gd name="connsiteX163" fmla="*/ 5916552 w 12192000"/>
              <a:gd name="connsiteY163" fmla="*/ 189955 h 4939827"/>
              <a:gd name="connsiteX164" fmla="*/ 5983240 w 12192000"/>
              <a:gd name="connsiteY164" fmla="*/ 152755 h 4939827"/>
              <a:gd name="connsiteX165" fmla="*/ 6061852 w 12192000"/>
              <a:gd name="connsiteY165" fmla="*/ 161953 h 4939827"/>
              <a:gd name="connsiteX166" fmla="*/ 6408386 w 12192000"/>
              <a:gd name="connsiteY166" fmla="*/ 157590 h 4939827"/>
              <a:gd name="connsiteX167" fmla="*/ 6531386 w 12192000"/>
              <a:gd name="connsiteY167" fmla="*/ 156103 h 4939827"/>
              <a:gd name="connsiteX168" fmla="*/ 6721509 w 12192000"/>
              <a:gd name="connsiteY168" fmla="*/ 54829 h 4939827"/>
              <a:gd name="connsiteX169" fmla="*/ 6947884 w 12192000"/>
              <a:gd name="connsiteY169" fmla="*/ 47587 h 4939827"/>
              <a:gd name="connsiteX170" fmla="*/ 6965101 w 12192000"/>
              <a:gd name="connsiteY170" fmla="*/ 25718 h 4939827"/>
              <a:gd name="connsiteX171" fmla="*/ 6986370 w 12192000"/>
              <a:gd name="connsiteY171" fmla="*/ 12659 h 4939827"/>
              <a:gd name="connsiteX172" fmla="*/ 6989536 w 12192000"/>
              <a:gd name="connsiteY172" fmla="*/ 14528 h 4939827"/>
              <a:gd name="connsiteX173" fmla="*/ 7015933 w 12192000"/>
              <a:gd name="connsiteY173" fmla="*/ 9653 h 4939827"/>
              <a:gd name="connsiteX174" fmla="*/ 7020592 w 12192000"/>
              <a:gd name="connsiteY174" fmla="*/ 1651 h 4939827"/>
              <a:gd name="connsiteX175" fmla="*/ 7025905 w 12192000"/>
              <a:gd name="connsiteY175" fmla="*/ 0 h 4939827"/>
              <a:gd name="connsiteX0" fmla="*/ 7025905 w 12192000"/>
              <a:gd name="connsiteY0" fmla="*/ 0 h 4939827"/>
              <a:gd name="connsiteX1" fmla="*/ 7032579 w 12192000"/>
              <a:gd name="connsiteY1" fmla="*/ 2808 h 4939827"/>
              <a:gd name="connsiteX2" fmla="*/ 7079505 w 12192000"/>
              <a:gd name="connsiteY2" fmla="*/ 12971 h 4939827"/>
              <a:gd name="connsiteX3" fmla="*/ 7158791 w 12192000"/>
              <a:gd name="connsiteY3" fmla="*/ 12462 h 4939827"/>
              <a:gd name="connsiteX4" fmla="*/ 7233338 w 12192000"/>
              <a:gd name="connsiteY4" fmla="*/ 24846 h 4939827"/>
              <a:gd name="connsiteX5" fmla="*/ 7259791 w 12192000"/>
              <a:gd name="connsiteY5" fmla="*/ 29557 h 4939827"/>
              <a:gd name="connsiteX6" fmla="*/ 7263923 w 12192000"/>
              <a:gd name="connsiteY6" fmla="*/ 35029 h 4939827"/>
              <a:gd name="connsiteX7" fmla="*/ 7281549 w 12192000"/>
              <a:gd name="connsiteY7" fmla="*/ 39654 h 4939827"/>
              <a:gd name="connsiteX8" fmla="*/ 7374735 w 12192000"/>
              <a:gd name="connsiteY8" fmla="*/ 65326 h 4939827"/>
              <a:gd name="connsiteX9" fmla="*/ 7376078 w 12192000"/>
              <a:gd name="connsiteY9" fmla="*/ 63849 h 4939827"/>
              <a:gd name="connsiteX10" fmla="*/ 7402026 w 12192000"/>
              <a:gd name="connsiteY10" fmla="*/ 60308 h 4939827"/>
              <a:gd name="connsiteX11" fmla="*/ 7415091 w 12192000"/>
              <a:gd name="connsiteY11" fmla="*/ 77403 h 4939827"/>
              <a:gd name="connsiteX12" fmla="*/ 7443464 w 12192000"/>
              <a:gd name="connsiteY12" fmla="*/ 68367 h 4939827"/>
              <a:gd name="connsiteX13" fmla="*/ 7588044 w 12192000"/>
              <a:gd name="connsiteY13" fmla="*/ 110756 h 4939827"/>
              <a:gd name="connsiteX14" fmla="*/ 7732750 w 12192000"/>
              <a:gd name="connsiteY14" fmla="*/ 145456 h 4939827"/>
              <a:gd name="connsiteX15" fmla="*/ 7785900 w 12192000"/>
              <a:gd name="connsiteY15" fmla="*/ 154493 h 4939827"/>
              <a:gd name="connsiteX16" fmla="*/ 7877301 w 12192000"/>
              <a:gd name="connsiteY16" fmla="*/ 186153 h 4939827"/>
              <a:gd name="connsiteX17" fmla="*/ 7937675 w 12192000"/>
              <a:gd name="connsiteY17" fmla="*/ 204438 h 4939827"/>
              <a:gd name="connsiteX18" fmla="*/ 7952584 w 12192000"/>
              <a:gd name="connsiteY18" fmla="*/ 170181 h 4939827"/>
              <a:gd name="connsiteX19" fmla="*/ 8009534 w 12192000"/>
              <a:gd name="connsiteY19" fmla="*/ 176441 h 4939827"/>
              <a:gd name="connsiteX20" fmla="*/ 8058681 w 12192000"/>
              <a:gd name="connsiteY20" fmla="*/ 219431 h 4939827"/>
              <a:gd name="connsiteX21" fmla="*/ 8126175 w 12192000"/>
              <a:gd name="connsiteY21" fmla="*/ 240005 h 4939827"/>
              <a:gd name="connsiteX22" fmla="*/ 8166439 w 12192000"/>
              <a:gd name="connsiteY22" fmla="*/ 252699 h 4939827"/>
              <a:gd name="connsiteX23" fmla="*/ 8281371 w 12192000"/>
              <a:gd name="connsiteY23" fmla="*/ 256875 h 4939827"/>
              <a:gd name="connsiteX24" fmla="*/ 8381609 w 12192000"/>
              <a:gd name="connsiteY24" fmla="*/ 240618 h 4939827"/>
              <a:gd name="connsiteX25" fmla="*/ 8406759 w 12192000"/>
              <a:gd name="connsiteY25" fmla="*/ 232517 h 4939827"/>
              <a:gd name="connsiteX26" fmla="*/ 8426506 w 12192000"/>
              <a:gd name="connsiteY26" fmla="*/ 241842 h 4939827"/>
              <a:gd name="connsiteX27" fmla="*/ 8427949 w 12192000"/>
              <a:gd name="connsiteY27" fmla="*/ 240981 h 4939827"/>
              <a:gd name="connsiteX28" fmla="*/ 8441468 w 12192000"/>
              <a:gd name="connsiteY28" fmla="*/ 241157 h 4939827"/>
              <a:gd name="connsiteX29" fmla="*/ 8565757 w 12192000"/>
              <a:gd name="connsiteY29" fmla="*/ 255317 h 4939827"/>
              <a:gd name="connsiteX30" fmla="*/ 8573171 w 12192000"/>
              <a:gd name="connsiteY30" fmla="*/ 258426 h 4939827"/>
              <a:gd name="connsiteX31" fmla="*/ 8573548 w 12192000"/>
              <a:gd name="connsiteY31" fmla="*/ 258241 h 4939827"/>
              <a:gd name="connsiteX32" fmla="*/ 8581827 w 12192000"/>
              <a:gd name="connsiteY32" fmla="*/ 261028 h 4939827"/>
              <a:gd name="connsiteX33" fmla="*/ 8586687 w 12192000"/>
              <a:gd name="connsiteY33" fmla="*/ 264089 h 4939827"/>
              <a:gd name="connsiteX34" fmla="*/ 8601067 w 12192000"/>
              <a:gd name="connsiteY34" fmla="*/ 270114 h 4939827"/>
              <a:gd name="connsiteX35" fmla="*/ 8672650 w 12192000"/>
              <a:gd name="connsiteY35" fmla="*/ 254821 h 4939827"/>
              <a:gd name="connsiteX36" fmla="*/ 8785543 w 12192000"/>
              <a:gd name="connsiteY36" fmla="*/ 263406 h 4939827"/>
              <a:gd name="connsiteX37" fmla="*/ 8830588 w 12192000"/>
              <a:gd name="connsiteY37" fmla="*/ 265483 h 4939827"/>
              <a:gd name="connsiteX38" fmla="*/ 8905142 w 12192000"/>
              <a:gd name="connsiteY38" fmla="*/ 264958 h 4939827"/>
              <a:gd name="connsiteX39" fmla="*/ 8968582 w 12192000"/>
              <a:gd name="connsiteY39" fmla="*/ 262728 h 4939827"/>
              <a:gd name="connsiteX40" fmla="*/ 8972994 w 12192000"/>
              <a:gd name="connsiteY40" fmla="*/ 263284 h 4939827"/>
              <a:gd name="connsiteX41" fmla="*/ 9004605 w 12192000"/>
              <a:gd name="connsiteY41" fmla="*/ 258041 h 4939827"/>
              <a:gd name="connsiteX42" fmla="*/ 9016165 w 12192000"/>
              <a:gd name="connsiteY42" fmla="*/ 261258 h 4939827"/>
              <a:gd name="connsiteX43" fmla="*/ 9043297 w 12192000"/>
              <a:gd name="connsiteY43" fmla="*/ 281547 h 4939827"/>
              <a:gd name="connsiteX44" fmla="*/ 9048315 w 12192000"/>
              <a:gd name="connsiteY44" fmla="*/ 279264 h 4939827"/>
              <a:gd name="connsiteX45" fmla="*/ 9054706 w 12192000"/>
              <a:gd name="connsiteY45" fmla="*/ 278538 h 4939827"/>
              <a:gd name="connsiteX46" fmla="*/ 9070919 w 12192000"/>
              <a:gd name="connsiteY46" fmla="*/ 281810 h 4939827"/>
              <a:gd name="connsiteX47" fmla="*/ 9076813 w 12192000"/>
              <a:gd name="connsiteY47" fmla="*/ 283909 h 4939827"/>
              <a:gd name="connsiteX48" fmla="*/ 9085871 w 12192000"/>
              <a:gd name="connsiteY48" fmla="*/ 285133 h 4939827"/>
              <a:gd name="connsiteX49" fmla="*/ 9086159 w 12192000"/>
              <a:gd name="connsiteY49" fmla="*/ 284887 h 4939827"/>
              <a:gd name="connsiteX50" fmla="*/ 9134606 w 12192000"/>
              <a:gd name="connsiteY50" fmla="*/ 288168 h 4939827"/>
              <a:gd name="connsiteX51" fmla="*/ 9195590 w 12192000"/>
              <a:gd name="connsiteY51" fmla="*/ 279568 h 4939827"/>
              <a:gd name="connsiteX52" fmla="*/ 9219336 w 12192000"/>
              <a:gd name="connsiteY52" fmla="*/ 278133 h 4939827"/>
              <a:gd name="connsiteX53" fmla="*/ 9232362 w 12192000"/>
              <a:gd name="connsiteY53" fmla="*/ 275894 h 4939827"/>
              <a:gd name="connsiteX54" fmla="*/ 9233396 w 12192000"/>
              <a:gd name="connsiteY54" fmla="*/ 274803 h 4939827"/>
              <a:gd name="connsiteX55" fmla="*/ 9256213 w 12192000"/>
              <a:gd name="connsiteY55" fmla="*/ 281576 h 4939827"/>
              <a:gd name="connsiteX56" fmla="*/ 9262377 w 12192000"/>
              <a:gd name="connsiteY56" fmla="*/ 286635 h 4939827"/>
              <a:gd name="connsiteX57" fmla="*/ 9287089 w 12192000"/>
              <a:gd name="connsiteY57" fmla="*/ 303891 h 4939827"/>
              <a:gd name="connsiteX58" fmla="*/ 9371484 w 12192000"/>
              <a:gd name="connsiteY58" fmla="*/ 329634 h 4939827"/>
              <a:gd name="connsiteX59" fmla="*/ 9404829 w 12192000"/>
              <a:gd name="connsiteY59" fmla="*/ 339038 h 4939827"/>
              <a:gd name="connsiteX60" fmla="*/ 9427021 w 12192000"/>
              <a:gd name="connsiteY60" fmla="*/ 358784 h 4939827"/>
              <a:gd name="connsiteX61" fmla="*/ 9670844 w 12192000"/>
              <a:gd name="connsiteY61" fmla="*/ 405128 h 4939827"/>
              <a:gd name="connsiteX62" fmla="*/ 9816083 w 12192000"/>
              <a:gd name="connsiteY62" fmla="*/ 416573 h 4939827"/>
              <a:gd name="connsiteX63" fmla="*/ 9936741 w 12192000"/>
              <a:gd name="connsiteY63" fmla="*/ 437044 h 4939827"/>
              <a:gd name="connsiteX64" fmla="*/ 10050093 w 12192000"/>
              <a:gd name="connsiteY64" fmla="*/ 443783 h 4939827"/>
              <a:gd name="connsiteX65" fmla="*/ 10130090 w 12192000"/>
              <a:gd name="connsiteY65" fmla="*/ 459520 h 4939827"/>
              <a:gd name="connsiteX66" fmla="*/ 10173456 w 12192000"/>
              <a:gd name="connsiteY66" fmla="*/ 457749 h 4939827"/>
              <a:gd name="connsiteX67" fmla="*/ 10218232 w 12192000"/>
              <a:gd name="connsiteY67" fmla="*/ 459820 h 4939827"/>
              <a:gd name="connsiteX68" fmla="*/ 10354176 w 12192000"/>
              <a:gd name="connsiteY68" fmla="*/ 471377 h 4939827"/>
              <a:gd name="connsiteX69" fmla="*/ 10430681 w 12192000"/>
              <a:gd name="connsiteY69" fmla="*/ 481226 h 4939827"/>
              <a:gd name="connsiteX70" fmla="*/ 10478169 w 12192000"/>
              <a:gd name="connsiteY70" fmla="*/ 481774 h 4939827"/>
              <a:gd name="connsiteX71" fmla="*/ 10540907 w 12192000"/>
              <a:gd name="connsiteY71" fmla="*/ 485607 h 4939827"/>
              <a:gd name="connsiteX72" fmla="*/ 10614941 w 12192000"/>
              <a:gd name="connsiteY72" fmla="*/ 487592 h 4939827"/>
              <a:gd name="connsiteX73" fmla="*/ 10674098 w 12192000"/>
              <a:gd name="connsiteY73" fmla="*/ 521656 h 4939827"/>
              <a:gd name="connsiteX74" fmla="*/ 10874834 w 12192000"/>
              <a:gd name="connsiteY74" fmla="*/ 574867 h 4939827"/>
              <a:gd name="connsiteX75" fmla="*/ 10944981 w 12192000"/>
              <a:gd name="connsiteY75" fmla="*/ 615042 h 4939827"/>
              <a:gd name="connsiteX76" fmla="*/ 11006376 w 12192000"/>
              <a:gd name="connsiteY76" fmla="*/ 645957 h 4939827"/>
              <a:gd name="connsiteX77" fmla="*/ 11076308 w 12192000"/>
              <a:gd name="connsiteY77" fmla="*/ 675698 h 4939827"/>
              <a:gd name="connsiteX78" fmla="*/ 11148789 w 12192000"/>
              <a:gd name="connsiteY78" fmla="*/ 685041 h 4939827"/>
              <a:gd name="connsiteX79" fmla="*/ 11249129 w 12192000"/>
              <a:gd name="connsiteY79" fmla="*/ 684218 h 4939827"/>
              <a:gd name="connsiteX80" fmla="*/ 11299915 w 12192000"/>
              <a:gd name="connsiteY80" fmla="*/ 692177 h 4939827"/>
              <a:gd name="connsiteX81" fmla="*/ 11386973 w 12192000"/>
              <a:gd name="connsiteY81" fmla="*/ 708209 h 4939827"/>
              <a:gd name="connsiteX82" fmla="*/ 11500105 w 12192000"/>
              <a:gd name="connsiteY82" fmla="*/ 735014 h 4939827"/>
              <a:gd name="connsiteX83" fmla="*/ 11621735 w 12192000"/>
              <a:gd name="connsiteY83" fmla="*/ 789584 h 4939827"/>
              <a:gd name="connsiteX84" fmla="*/ 11691200 w 12192000"/>
              <a:gd name="connsiteY84" fmla="*/ 867902 h 4939827"/>
              <a:gd name="connsiteX85" fmla="*/ 11819427 w 12192000"/>
              <a:gd name="connsiteY85" fmla="*/ 911634 h 4939827"/>
              <a:gd name="connsiteX86" fmla="*/ 11969720 w 12192000"/>
              <a:gd name="connsiteY86" fmla="*/ 964737 h 4939827"/>
              <a:gd name="connsiteX87" fmla="*/ 12055766 w 12192000"/>
              <a:gd name="connsiteY87" fmla="*/ 991268 h 4939827"/>
              <a:gd name="connsiteX88" fmla="*/ 12171539 w 12192000"/>
              <a:gd name="connsiteY88" fmla="*/ 995427 h 4939827"/>
              <a:gd name="connsiteX89" fmla="*/ 12187831 w 12192000"/>
              <a:gd name="connsiteY89" fmla="*/ 996580 h 4939827"/>
              <a:gd name="connsiteX90" fmla="*/ 12192000 w 12192000"/>
              <a:gd name="connsiteY90" fmla="*/ 996726 h 4939827"/>
              <a:gd name="connsiteX91" fmla="*/ 12192000 w 12192000"/>
              <a:gd name="connsiteY91" fmla="*/ 4939827 h 4939827"/>
              <a:gd name="connsiteX92" fmla="*/ 0 w 12192000"/>
              <a:gd name="connsiteY92" fmla="*/ 4939827 h 4939827"/>
              <a:gd name="connsiteX93" fmla="*/ 0 w 12192000"/>
              <a:gd name="connsiteY93" fmla="*/ 512043 h 4939827"/>
              <a:gd name="connsiteX94" fmla="*/ 7381 w 12192000"/>
              <a:gd name="connsiteY94" fmla="*/ 512580 h 4939827"/>
              <a:gd name="connsiteX95" fmla="*/ 100029 w 12192000"/>
              <a:gd name="connsiteY95" fmla="*/ 504758 h 4939827"/>
              <a:gd name="connsiteX96" fmla="*/ 155244 w 12192000"/>
              <a:gd name="connsiteY96" fmla="*/ 525130 h 4939827"/>
              <a:gd name="connsiteX97" fmla="*/ 254366 w 12192000"/>
              <a:gd name="connsiteY97" fmla="*/ 534449 h 4939827"/>
              <a:gd name="connsiteX98" fmla="*/ 447292 w 12192000"/>
              <a:gd name="connsiteY98" fmla="*/ 542725 h 4939827"/>
              <a:gd name="connsiteX99" fmla="*/ 628105 w 12192000"/>
              <a:gd name="connsiteY99" fmla="*/ 547853 h 4939827"/>
              <a:gd name="connsiteX100" fmla="*/ 783146 w 12192000"/>
              <a:gd name="connsiteY100" fmla="*/ 591799 h 4939827"/>
              <a:gd name="connsiteX101" fmla="*/ 1043676 w 12192000"/>
              <a:gd name="connsiteY101" fmla="*/ 591887 h 4939827"/>
              <a:gd name="connsiteX102" fmla="*/ 1281816 w 12192000"/>
              <a:gd name="connsiteY102" fmla="*/ 520946 h 4939827"/>
              <a:gd name="connsiteX103" fmla="*/ 1486347 w 12192000"/>
              <a:gd name="connsiteY103" fmla="*/ 487310 h 4939827"/>
              <a:gd name="connsiteX104" fmla="*/ 1568079 w 12192000"/>
              <a:gd name="connsiteY104" fmla="*/ 462531 h 4939827"/>
              <a:gd name="connsiteX105" fmla="*/ 1622516 w 12192000"/>
              <a:gd name="connsiteY105" fmla="*/ 466058 h 4939827"/>
              <a:gd name="connsiteX106" fmla="*/ 1655457 w 12192000"/>
              <a:gd name="connsiteY106" fmla="*/ 465359 h 4939827"/>
              <a:gd name="connsiteX107" fmla="*/ 1717454 w 12192000"/>
              <a:gd name="connsiteY107" fmla="*/ 417203 h 4939827"/>
              <a:gd name="connsiteX108" fmla="*/ 1913794 w 12192000"/>
              <a:gd name="connsiteY108" fmla="*/ 365255 h 4939827"/>
              <a:gd name="connsiteX109" fmla="*/ 2129762 w 12192000"/>
              <a:gd name="connsiteY109" fmla="*/ 367832 h 4939827"/>
              <a:gd name="connsiteX110" fmla="*/ 2376970 w 12192000"/>
              <a:gd name="connsiteY110" fmla="*/ 350129 h 4939827"/>
              <a:gd name="connsiteX111" fmla="*/ 2480155 w 12192000"/>
              <a:gd name="connsiteY111" fmla="*/ 359227 h 4939827"/>
              <a:gd name="connsiteX112" fmla="*/ 2586782 w 12192000"/>
              <a:gd name="connsiteY112" fmla="*/ 339352 h 4939827"/>
              <a:gd name="connsiteX113" fmla="*/ 2654496 w 12192000"/>
              <a:gd name="connsiteY113" fmla="*/ 315431 h 4939827"/>
              <a:gd name="connsiteX114" fmla="*/ 2788947 w 12192000"/>
              <a:gd name="connsiteY114" fmla="*/ 250375 h 4939827"/>
              <a:gd name="connsiteX115" fmla="*/ 2885389 w 12192000"/>
              <a:gd name="connsiteY115" fmla="*/ 255259 h 4939827"/>
              <a:gd name="connsiteX116" fmla="*/ 3045916 w 12192000"/>
              <a:gd name="connsiteY116" fmla="*/ 261030 h 4939827"/>
              <a:gd name="connsiteX117" fmla="*/ 3074187 w 12192000"/>
              <a:gd name="connsiteY117" fmla="*/ 243226 h 4939827"/>
              <a:gd name="connsiteX118" fmla="*/ 3103677 w 12192000"/>
              <a:gd name="connsiteY118" fmla="*/ 209527 h 4939827"/>
              <a:gd name="connsiteX119" fmla="*/ 3126759 w 12192000"/>
              <a:gd name="connsiteY119" fmla="*/ 211226 h 4939827"/>
              <a:gd name="connsiteX120" fmla="*/ 3164020 w 12192000"/>
              <a:gd name="connsiteY120" fmla="*/ 212779 h 4939827"/>
              <a:gd name="connsiteX121" fmla="*/ 3285019 w 12192000"/>
              <a:gd name="connsiteY121" fmla="*/ 220535 h 4939827"/>
              <a:gd name="connsiteX122" fmla="*/ 3365154 w 12192000"/>
              <a:gd name="connsiteY122" fmla="*/ 226416 h 4939827"/>
              <a:gd name="connsiteX123" fmla="*/ 3367507 w 12192000"/>
              <a:gd name="connsiteY123" fmla="*/ 225416 h 4939827"/>
              <a:gd name="connsiteX124" fmla="*/ 3387567 w 12192000"/>
              <a:gd name="connsiteY124" fmla="*/ 227103 h 4939827"/>
              <a:gd name="connsiteX125" fmla="*/ 3424753 w 12192000"/>
              <a:gd name="connsiteY125" fmla="*/ 244380 h 4939827"/>
              <a:gd name="connsiteX126" fmla="*/ 3498001 w 12192000"/>
              <a:gd name="connsiteY126" fmla="*/ 231941 h 4939827"/>
              <a:gd name="connsiteX127" fmla="*/ 3561557 w 12192000"/>
              <a:gd name="connsiteY127" fmla="*/ 228095 h 4939827"/>
              <a:gd name="connsiteX128" fmla="*/ 3611920 w 12192000"/>
              <a:gd name="connsiteY128" fmla="*/ 218094 h 4939827"/>
              <a:gd name="connsiteX129" fmla="*/ 3620528 w 12192000"/>
              <a:gd name="connsiteY129" fmla="*/ 218788 h 4939827"/>
              <a:gd name="connsiteX130" fmla="*/ 3620766 w 12192000"/>
              <a:gd name="connsiteY130" fmla="*/ 218511 h 4939827"/>
              <a:gd name="connsiteX131" fmla="*/ 3629977 w 12192000"/>
              <a:gd name="connsiteY131" fmla="*/ 218664 h 4939827"/>
              <a:gd name="connsiteX132" fmla="*/ 3636217 w 12192000"/>
              <a:gd name="connsiteY132" fmla="*/ 220048 h 4939827"/>
              <a:gd name="connsiteX133" fmla="*/ 3709484 w 12192000"/>
              <a:gd name="connsiteY133" fmla="*/ 186927 h 4939827"/>
              <a:gd name="connsiteX134" fmla="*/ 3761342 w 12192000"/>
              <a:gd name="connsiteY134" fmla="*/ 177474 h 4939827"/>
              <a:gd name="connsiteX135" fmla="*/ 3799748 w 12192000"/>
              <a:gd name="connsiteY135" fmla="*/ 167154 h 4939827"/>
              <a:gd name="connsiteX136" fmla="*/ 3812225 w 12192000"/>
              <a:gd name="connsiteY136" fmla="*/ 189020 h 4939827"/>
              <a:gd name="connsiteX137" fmla="*/ 3864537 w 12192000"/>
              <a:gd name="connsiteY137" fmla="*/ 200742 h 4939827"/>
              <a:gd name="connsiteX138" fmla="*/ 4028476 w 12192000"/>
              <a:gd name="connsiteY138" fmla="*/ 223679 h 4939827"/>
              <a:gd name="connsiteX139" fmla="*/ 4191582 w 12192000"/>
              <a:gd name="connsiteY139" fmla="*/ 238952 h 4939827"/>
              <a:gd name="connsiteX140" fmla="*/ 4251024 w 12192000"/>
              <a:gd name="connsiteY140" fmla="*/ 240874 h 4939827"/>
              <a:gd name="connsiteX141" fmla="*/ 4355275 w 12192000"/>
              <a:gd name="connsiteY141" fmla="*/ 260205 h 4939827"/>
              <a:gd name="connsiteX142" fmla="*/ 4423807 w 12192000"/>
              <a:gd name="connsiteY142" fmla="*/ 270366 h 4939827"/>
              <a:gd name="connsiteX143" fmla="*/ 4558432 w 12192000"/>
              <a:gd name="connsiteY143" fmla="*/ 269194 h 4939827"/>
              <a:gd name="connsiteX144" fmla="*/ 4635061 w 12192000"/>
              <a:gd name="connsiteY144" fmla="*/ 280682 h 4939827"/>
              <a:gd name="connsiteX145" fmla="*/ 4680829 w 12192000"/>
              <a:gd name="connsiteY145" fmla="*/ 287953 h 4939827"/>
              <a:gd name="connsiteX146" fmla="*/ 4807427 w 12192000"/>
              <a:gd name="connsiteY146" fmla="*/ 276835 h 4939827"/>
              <a:gd name="connsiteX147" fmla="*/ 5028933 w 12192000"/>
              <a:gd name="connsiteY147" fmla="*/ 183887 h 4939827"/>
              <a:gd name="connsiteX148" fmla="*/ 5093642 w 12192000"/>
              <a:gd name="connsiteY148" fmla="*/ 177214 h 4939827"/>
              <a:gd name="connsiteX149" fmla="*/ 5102642 w 12192000"/>
              <a:gd name="connsiteY149" fmla="*/ 186816 h 4939827"/>
              <a:gd name="connsiteX150" fmla="*/ 5193590 w 12192000"/>
              <a:gd name="connsiteY150" fmla="*/ 136361 h 4939827"/>
              <a:gd name="connsiteX151" fmla="*/ 5323922 w 12192000"/>
              <a:gd name="connsiteY151" fmla="*/ 146332 h 4939827"/>
              <a:gd name="connsiteX152" fmla="*/ 5421860 w 12192000"/>
              <a:gd name="connsiteY152" fmla="*/ 167298 h 4939827"/>
              <a:gd name="connsiteX153" fmla="*/ 5476948 w 12192000"/>
              <a:gd name="connsiteY153" fmla="*/ 173249 h 4939827"/>
              <a:gd name="connsiteX154" fmla="*/ 5516842 w 12192000"/>
              <a:gd name="connsiteY154" fmla="*/ 184018 h 4939827"/>
              <a:gd name="connsiteX155" fmla="*/ 5619415 w 12192000"/>
              <a:gd name="connsiteY155" fmla="*/ 176781 h 4939827"/>
              <a:gd name="connsiteX156" fmla="*/ 5789867 w 12192000"/>
              <a:gd name="connsiteY156" fmla="*/ 150304 h 4939827"/>
              <a:gd name="connsiteX157" fmla="*/ 5825953 w 12192000"/>
              <a:gd name="connsiteY157" fmla="*/ 147907 h 4939827"/>
              <a:gd name="connsiteX158" fmla="*/ 5856168 w 12192000"/>
              <a:gd name="connsiteY158" fmla="*/ 158719 h 4939827"/>
              <a:gd name="connsiteX159" fmla="*/ 5862476 w 12192000"/>
              <a:gd name="connsiteY159" fmla="*/ 172447 h 4939827"/>
              <a:gd name="connsiteX160" fmla="*/ 5882195 w 12192000"/>
              <a:gd name="connsiteY160" fmla="*/ 173195 h 4939827"/>
              <a:gd name="connsiteX161" fmla="*/ 5887271 w 12192000"/>
              <a:gd name="connsiteY161" fmla="*/ 176084 h 4939827"/>
              <a:gd name="connsiteX162" fmla="*/ 5916552 w 12192000"/>
              <a:gd name="connsiteY162" fmla="*/ 189955 h 4939827"/>
              <a:gd name="connsiteX163" fmla="*/ 5983240 w 12192000"/>
              <a:gd name="connsiteY163" fmla="*/ 152755 h 4939827"/>
              <a:gd name="connsiteX164" fmla="*/ 6061852 w 12192000"/>
              <a:gd name="connsiteY164" fmla="*/ 161953 h 4939827"/>
              <a:gd name="connsiteX165" fmla="*/ 6408386 w 12192000"/>
              <a:gd name="connsiteY165" fmla="*/ 157590 h 4939827"/>
              <a:gd name="connsiteX166" fmla="*/ 6531386 w 12192000"/>
              <a:gd name="connsiteY166" fmla="*/ 156103 h 4939827"/>
              <a:gd name="connsiteX167" fmla="*/ 6721509 w 12192000"/>
              <a:gd name="connsiteY167" fmla="*/ 54829 h 4939827"/>
              <a:gd name="connsiteX168" fmla="*/ 6947884 w 12192000"/>
              <a:gd name="connsiteY168" fmla="*/ 47587 h 4939827"/>
              <a:gd name="connsiteX169" fmla="*/ 6965101 w 12192000"/>
              <a:gd name="connsiteY169" fmla="*/ 25718 h 4939827"/>
              <a:gd name="connsiteX170" fmla="*/ 6986370 w 12192000"/>
              <a:gd name="connsiteY170" fmla="*/ 12659 h 4939827"/>
              <a:gd name="connsiteX171" fmla="*/ 6989536 w 12192000"/>
              <a:gd name="connsiteY171" fmla="*/ 14528 h 4939827"/>
              <a:gd name="connsiteX172" fmla="*/ 7015933 w 12192000"/>
              <a:gd name="connsiteY172" fmla="*/ 9653 h 4939827"/>
              <a:gd name="connsiteX173" fmla="*/ 7020592 w 12192000"/>
              <a:gd name="connsiteY173" fmla="*/ 1651 h 4939827"/>
              <a:gd name="connsiteX174" fmla="*/ 7025905 w 12192000"/>
              <a:gd name="connsiteY174" fmla="*/ 0 h 4939827"/>
              <a:gd name="connsiteX0" fmla="*/ 7025905 w 12192000"/>
              <a:gd name="connsiteY0" fmla="*/ 0 h 4939827"/>
              <a:gd name="connsiteX1" fmla="*/ 7032579 w 12192000"/>
              <a:gd name="connsiteY1" fmla="*/ 2808 h 4939827"/>
              <a:gd name="connsiteX2" fmla="*/ 7079505 w 12192000"/>
              <a:gd name="connsiteY2" fmla="*/ 12971 h 4939827"/>
              <a:gd name="connsiteX3" fmla="*/ 7158791 w 12192000"/>
              <a:gd name="connsiteY3" fmla="*/ 12462 h 4939827"/>
              <a:gd name="connsiteX4" fmla="*/ 7233338 w 12192000"/>
              <a:gd name="connsiteY4" fmla="*/ 24846 h 4939827"/>
              <a:gd name="connsiteX5" fmla="*/ 7259791 w 12192000"/>
              <a:gd name="connsiteY5" fmla="*/ 29557 h 4939827"/>
              <a:gd name="connsiteX6" fmla="*/ 7263923 w 12192000"/>
              <a:gd name="connsiteY6" fmla="*/ 35029 h 4939827"/>
              <a:gd name="connsiteX7" fmla="*/ 7281549 w 12192000"/>
              <a:gd name="connsiteY7" fmla="*/ 39654 h 4939827"/>
              <a:gd name="connsiteX8" fmla="*/ 7374735 w 12192000"/>
              <a:gd name="connsiteY8" fmla="*/ 65326 h 4939827"/>
              <a:gd name="connsiteX9" fmla="*/ 7376078 w 12192000"/>
              <a:gd name="connsiteY9" fmla="*/ 63849 h 4939827"/>
              <a:gd name="connsiteX10" fmla="*/ 7402026 w 12192000"/>
              <a:gd name="connsiteY10" fmla="*/ 60308 h 4939827"/>
              <a:gd name="connsiteX11" fmla="*/ 7415091 w 12192000"/>
              <a:gd name="connsiteY11" fmla="*/ 77403 h 4939827"/>
              <a:gd name="connsiteX12" fmla="*/ 7443464 w 12192000"/>
              <a:gd name="connsiteY12" fmla="*/ 68367 h 4939827"/>
              <a:gd name="connsiteX13" fmla="*/ 7588044 w 12192000"/>
              <a:gd name="connsiteY13" fmla="*/ 110756 h 4939827"/>
              <a:gd name="connsiteX14" fmla="*/ 7732750 w 12192000"/>
              <a:gd name="connsiteY14" fmla="*/ 145456 h 4939827"/>
              <a:gd name="connsiteX15" fmla="*/ 7785900 w 12192000"/>
              <a:gd name="connsiteY15" fmla="*/ 154493 h 4939827"/>
              <a:gd name="connsiteX16" fmla="*/ 7877301 w 12192000"/>
              <a:gd name="connsiteY16" fmla="*/ 186153 h 4939827"/>
              <a:gd name="connsiteX17" fmla="*/ 7937675 w 12192000"/>
              <a:gd name="connsiteY17" fmla="*/ 204438 h 4939827"/>
              <a:gd name="connsiteX18" fmla="*/ 7952584 w 12192000"/>
              <a:gd name="connsiteY18" fmla="*/ 170181 h 4939827"/>
              <a:gd name="connsiteX19" fmla="*/ 8009534 w 12192000"/>
              <a:gd name="connsiteY19" fmla="*/ 176441 h 4939827"/>
              <a:gd name="connsiteX20" fmla="*/ 8058681 w 12192000"/>
              <a:gd name="connsiteY20" fmla="*/ 219431 h 4939827"/>
              <a:gd name="connsiteX21" fmla="*/ 8126175 w 12192000"/>
              <a:gd name="connsiteY21" fmla="*/ 240005 h 4939827"/>
              <a:gd name="connsiteX22" fmla="*/ 8166439 w 12192000"/>
              <a:gd name="connsiteY22" fmla="*/ 252699 h 4939827"/>
              <a:gd name="connsiteX23" fmla="*/ 8281371 w 12192000"/>
              <a:gd name="connsiteY23" fmla="*/ 256875 h 4939827"/>
              <a:gd name="connsiteX24" fmla="*/ 8381609 w 12192000"/>
              <a:gd name="connsiteY24" fmla="*/ 240618 h 4939827"/>
              <a:gd name="connsiteX25" fmla="*/ 8406759 w 12192000"/>
              <a:gd name="connsiteY25" fmla="*/ 232517 h 4939827"/>
              <a:gd name="connsiteX26" fmla="*/ 8426506 w 12192000"/>
              <a:gd name="connsiteY26" fmla="*/ 241842 h 4939827"/>
              <a:gd name="connsiteX27" fmla="*/ 8427949 w 12192000"/>
              <a:gd name="connsiteY27" fmla="*/ 240981 h 4939827"/>
              <a:gd name="connsiteX28" fmla="*/ 8441468 w 12192000"/>
              <a:gd name="connsiteY28" fmla="*/ 241157 h 4939827"/>
              <a:gd name="connsiteX29" fmla="*/ 8565757 w 12192000"/>
              <a:gd name="connsiteY29" fmla="*/ 255317 h 4939827"/>
              <a:gd name="connsiteX30" fmla="*/ 8573171 w 12192000"/>
              <a:gd name="connsiteY30" fmla="*/ 258426 h 4939827"/>
              <a:gd name="connsiteX31" fmla="*/ 8573548 w 12192000"/>
              <a:gd name="connsiteY31" fmla="*/ 258241 h 4939827"/>
              <a:gd name="connsiteX32" fmla="*/ 8581827 w 12192000"/>
              <a:gd name="connsiteY32" fmla="*/ 261028 h 4939827"/>
              <a:gd name="connsiteX33" fmla="*/ 8586687 w 12192000"/>
              <a:gd name="connsiteY33" fmla="*/ 264089 h 4939827"/>
              <a:gd name="connsiteX34" fmla="*/ 8601067 w 12192000"/>
              <a:gd name="connsiteY34" fmla="*/ 270114 h 4939827"/>
              <a:gd name="connsiteX35" fmla="*/ 8672650 w 12192000"/>
              <a:gd name="connsiteY35" fmla="*/ 254821 h 4939827"/>
              <a:gd name="connsiteX36" fmla="*/ 8785543 w 12192000"/>
              <a:gd name="connsiteY36" fmla="*/ 263406 h 4939827"/>
              <a:gd name="connsiteX37" fmla="*/ 8830588 w 12192000"/>
              <a:gd name="connsiteY37" fmla="*/ 265483 h 4939827"/>
              <a:gd name="connsiteX38" fmla="*/ 8905142 w 12192000"/>
              <a:gd name="connsiteY38" fmla="*/ 264958 h 4939827"/>
              <a:gd name="connsiteX39" fmla="*/ 8968582 w 12192000"/>
              <a:gd name="connsiteY39" fmla="*/ 262728 h 4939827"/>
              <a:gd name="connsiteX40" fmla="*/ 8972994 w 12192000"/>
              <a:gd name="connsiteY40" fmla="*/ 263284 h 4939827"/>
              <a:gd name="connsiteX41" fmla="*/ 9004605 w 12192000"/>
              <a:gd name="connsiteY41" fmla="*/ 258041 h 4939827"/>
              <a:gd name="connsiteX42" fmla="*/ 9016165 w 12192000"/>
              <a:gd name="connsiteY42" fmla="*/ 261258 h 4939827"/>
              <a:gd name="connsiteX43" fmla="*/ 9043297 w 12192000"/>
              <a:gd name="connsiteY43" fmla="*/ 281547 h 4939827"/>
              <a:gd name="connsiteX44" fmla="*/ 9048315 w 12192000"/>
              <a:gd name="connsiteY44" fmla="*/ 279264 h 4939827"/>
              <a:gd name="connsiteX45" fmla="*/ 9054706 w 12192000"/>
              <a:gd name="connsiteY45" fmla="*/ 278538 h 4939827"/>
              <a:gd name="connsiteX46" fmla="*/ 9070919 w 12192000"/>
              <a:gd name="connsiteY46" fmla="*/ 281810 h 4939827"/>
              <a:gd name="connsiteX47" fmla="*/ 9076813 w 12192000"/>
              <a:gd name="connsiteY47" fmla="*/ 283909 h 4939827"/>
              <a:gd name="connsiteX48" fmla="*/ 9085871 w 12192000"/>
              <a:gd name="connsiteY48" fmla="*/ 285133 h 4939827"/>
              <a:gd name="connsiteX49" fmla="*/ 9086159 w 12192000"/>
              <a:gd name="connsiteY49" fmla="*/ 284887 h 4939827"/>
              <a:gd name="connsiteX50" fmla="*/ 9134606 w 12192000"/>
              <a:gd name="connsiteY50" fmla="*/ 288168 h 4939827"/>
              <a:gd name="connsiteX51" fmla="*/ 9195590 w 12192000"/>
              <a:gd name="connsiteY51" fmla="*/ 279568 h 4939827"/>
              <a:gd name="connsiteX52" fmla="*/ 9219336 w 12192000"/>
              <a:gd name="connsiteY52" fmla="*/ 278133 h 4939827"/>
              <a:gd name="connsiteX53" fmla="*/ 9232362 w 12192000"/>
              <a:gd name="connsiteY53" fmla="*/ 275894 h 4939827"/>
              <a:gd name="connsiteX54" fmla="*/ 9233396 w 12192000"/>
              <a:gd name="connsiteY54" fmla="*/ 274803 h 4939827"/>
              <a:gd name="connsiteX55" fmla="*/ 9256213 w 12192000"/>
              <a:gd name="connsiteY55" fmla="*/ 281576 h 4939827"/>
              <a:gd name="connsiteX56" fmla="*/ 9262377 w 12192000"/>
              <a:gd name="connsiteY56" fmla="*/ 286635 h 4939827"/>
              <a:gd name="connsiteX57" fmla="*/ 9287089 w 12192000"/>
              <a:gd name="connsiteY57" fmla="*/ 303891 h 4939827"/>
              <a:gd name="connsiteX58" fmla="*/ 9371484 w 12192000"/>
              <a:gd name="connsiteY58" fmla="*/ 329634 h 4939827"/>
              <a:gd name="connsiteX59" fmla="*/ 9404829 w 12192000"/>
              <a:gd name="connsiteY59" fmla="*/ 339038 h 4939827"/>
              <a:gd name="connsiteX60" fmla="*/ 9427021 w 12192000"/>
              <a:gd name="connsiteY60" fmla="*/ 358784 h 4939827"/>
              <a:gd name="connsiteX61" fmla="*/ 9670844 w 12192000"/>
              <a:gd name="connsiteY61" fmla="*/ 405128 h 4939827"/>
              <a:gd name="connsiteX62" fmla="*/ 9816083 w 12192000"/>
              <a:gd name="connsiteY62" fmla="*/ 416573 h 4939827"/>
              <a:gd name="connsiteX63" fmla="*/ 9936741 w 12192000"/>
              <a:gd name="connsiteY63" fmla="*/ 437044 h 4939827"/>
              <a:gd name="connsiteX64" fmla="*/ 10050093 w 12192000"/>
              <a:gd name="connsiteY64" fmla="*/ 443783 h 4939827"/>
              <a:gd name="connsiteX65" fmla="*/ 10130090 w 12192000"/>
              <a:gd name="connsiteY65" fmla="*/ 459520 h 4939827"/>
              <a:gd name="connsiteX66" fmla="*/ 10173456 w 12192000"/>
              <a:gd name="connsiteY66" fmla="*/ 457749 h 4939827"/>
              <a:gd name="connsiteX67" fmla="*/ 10218232 w 12192000"/>
              <a:gd name="connsiteY67" fmla="*/ 459820 h 4939827"/>
              <a:gd name="connsiteX68" fmla="*/ 10354176 w 12192000"/>
              <a:gd name="connsiteY68" fmla="*/ 471377 h 4939827"/>
              <a:gd name="connsiteX69" fmla="*/ 10430681 w 12192000"/>
              <a:gd name="connsiteY69" fmla="*/ 481226 h 4939827"/>
              <a:gd name="connsiteX70" fmla="*/ 10478169 w 12192000"/>
              <a:gd name="connsiteY70" fmla="*/ 481774 h 4939827"/>
              <a:gd name="connsiteX71" fmla="*/ 10540907 w 12192000"/>
              <a:gd name="connsiteY71" fmla="*/ 485607 h 4939827"/>
              <a:gd name="connsiteX72" fmla="*/ 10614941 w 12192000"/>
              <a:gd name="connsiteY72" fmla="*/ 487592 h 4939827"/>
              <a:gd name="connsiteX73" fmla="*/ 10674098 w 12192000"/>
              <a:gd name="connsiteY73" fmla="*/ 521656 h 4939827"/>
              <a:gd name="connsiteX74" fmla="*/ 10874834 w 12192000"/>
              <a:gd name="connsiteY74" fmla="*/ 574867 h 4939827"/>
              <a:gd name="connsiteX75" fmla="*/ 10944981 w 12192000"/>
              <a:gd name="connsiteY75" fmla="*/ 615042 h 4939827"/>
              <a:gd name="connsiteX76" fmla="*/ 11006376 w 12192000"/>
              <a:gd name="connsiteY76" fmla="*/ 645957 h 4939827"/>
              <a:gd name="connsiteX77" fmla="*/ 11076308 w 12192000"/>
              <a:gd name="connsiteY77" fmla="*/ 675698 h 4939827"/>
              <a:gd name="connsiteX78" fmla="*/ 11148789 w 12192000"/>
              <a:gd name="connsiteY78" fmla="*/ 685041 h 4939827"/>
              <a:gd name="connsiteX79" fmla="*/ 11249129 w 12192000"/>
              <a:gd name="connsiteY79" fmla="*/ 684218 h 4939827"/>
              <a:gd name="connsiteX80" fmla="*/ 11299915 w 12192000"/>
              <a:gd name="connsiteY80" fmla="*/ 692177 h 4939827"/>
              <a:gd name="connsiteX81" fmla="*/ 11386973 w 12192000"/>
              <a:gd name="connsiteY81" fmla="*/ 708209 h 4939827"/>
              <a:gd name="connsiteX82" fmla="*/ 11500105 w 12192000"/>
              <a:gd name="connsiteY82" fmla="*/ 735014 h 4939827"/>
              <a:gd name="connsiteX83" fmla="*/ 11621735 w 12192000"/>
              <a:gd name="connsiteY83" fmla="*/ 789584 h 4939827"/>
              <a:gd name="connsiteX84" fmla="*/ 11691200 w 12192000"/>
              <a:gd name="connsiteY84" fmla="*/ 867902 h 4939827"/>
              <a:gd name="connsiteX85" fmla="*/ 11819427 w 12192000"/>
              <a:gd name="connsiteY85" fmla="*/ 911634 h 4939827"/>
              <a:gd name="connsiteX86" fmla="*/ 11969720 w 12192000"/>
              <a:gd name="connsiteY86" fmla="*/ 964737 h 4939827"/>
              <a:gd name="connsiteX87" fmla="*/ 12055766 w 12192000"/>
              <a:gd name="connsiteY87" fmla="*/ 991268 h 4939827"/>
              <a:gd name="connsiteX88" fmla="*/ 12171539 w 12192000"/>
              <a:gd name="connsiteY88" fmla="*/ 995427 h 4939827"/>
              <a:gd name="connsiteX89" fmla="*/ 12187831 w 12192000"/>
              <a:gd name="connsiteY89" fmla="*/ 996580 h 4939827"/>
              <a:gd name="connsiteX90" fmla="*/ 12192000 w 12192000"/>
              <a:gd name="connsiteY90" fmla="*/ 996726 h 4939827"/>
              <a:gd name="connsiteX91" fmla="*/ 12192000 w 12192000"/>
              <a:gd name="connsiteY91" fmla="*/ 4939827 h 4939827"/>
              <a:gd name="connsiteX92" fmla="*/ 0 w 12192000"/>
              <a:gd name="connsiteY92" fmla="*/ 4939827 h 4939827"/>
              <a:gd name="connsiteX93" fmla="*/ 0 w 12192000"/>
              <a:gd name="connsiteY93" fmla="*/ 512043 h 4939827"/>
              <a:gd name="connsiteX94" fmla="*/ 7381 w 12192000"/>
              <a:gd name="connsiteY94" fmla="*/ 512580 h 4939827"/>
              <a:gd name="connsiteX95" fmla="*/ 100029 w 12192000"/>
              <a:gd name="connsiteY95" fmla="*/ 504758 h 4939827"/>
              <a:gd name="connsiteX96" fmla="*/ 155244 w 12192000"/>
              <a:gd name="connsiteY96" fmla="*/ 525130 h 4939827"/>
              <a:gd name="connsiteX97" fmla="*/ 254366 w 12192000"/>
              <a:gd name="connsiteY97" fmla="*/ 534449 h 4939827"/>
              <a:gd name="connsiteX98" fmla="*/ 447292 w 12192000"/>
              <a:gd name="connsiteY98" fmla="*/ 542725 h 4939827"/>
              <a:gd name="connsiteX99" fmla="*/ 628105 w 12192000"/>
              <a:gd name="connsiteY99" fmla="*/ 547853 h 4939827"/>
              <a:gd name="connsiteX100" fmla="*/ 783146 w 12192000"/>
              <a:gd name="connsiteY100" fmla="*/ 591799 h 4939827"/>
              <a:gd name="connsiteX101" fmla="*/ 1043676 w 12192000"/>
              <a:gd name="connsiteY101" fmla="*/ 591887 h 4939827"/>
              <a:gd name="connsiteX102" fmla="*/ 1281816 w 12192000"/>
              <a:gd name="connsiteY102" fmla="*/ 520946 h 4939827"/>
              <a:gd name="connsiteX103" fmla="*/ 1486347 w 12192000"/>
              <a:gd name="connsiteY103" fmla="*/ 487310 h 4939827"/>
              <a:gd name="connsiteX104" fmla="*/ 1568079 w 12192000"/>
              <a:gd name="connsiteY104" fmla="*/ 462531 h 4939827"/>
              <a:gd name="connsiteX105" fmla="*/ 1622516 w 12192000"/>
              <a:gd name="connsiteY105" fmla="*/ 466058 h 4939827"/>
              <a:gd name="connsiteX106" fmla="*/ 1655457 w 12192000"/>
              <a:gd name="connsiteY106" fmla="*/ 465359 h 4939827"/>
              <a:gd name="connsiteX107" fmla="*/ 1717454 w 12192000"/>
              <a:gd name="connsiteY107" fmla="*/ 417203 h 4939827"/>
              <a:gd name="connsiteX108" fmla="*/ 1913794 w 12192000"/>
              <a:gd name="connsiteY108" fmla="*/ 365255 h 4939827"/>
              <a:gd name="connsiteX109" fmla="*/ 2129762 w 12192000"/>
              <a:gd name="connsiteY109" fmla="*/ 367832 h 4939827"/>
              <a:gd name="connsiteX110" fmla="*/ 2376970 w 12192000"/>
              <a:gd name="connsiteY110" fmla="*/ 350129 h 4939827"/>
              <a:gd name="connsiteX111" fmla="*/ 2480155 w 12192000"/>
              <a:gd name="connsiteY111" fmla="*/ 359227 h 4939827"/>
              <a:gd name="connsiteX112" fmla="*/ 2586782 w 12192000"/>
              <a:gd name="connsiteY112" fmla="*/ 339352 h 4939827"/>
              <a:gd name="connsiteX113" fmla="*/ 2654496 w 12192000"/>
              <a:gd name="connsiteY113" fmla="*/ 315431 h 4939827"/>
              <a:gd name="connsiteX114" fmla="*/ 2788947 w 12192000"/>
              <a:gd name="connsiteY114" fmla="*/ 250375 h 4939827"/>
              <a:gd name="connsiteX115" fmla="*/ 2885389 w 12192000"/>
              <a:gd name="connsiteY115" fmla="*/ 255259 h 4939827"/>
              <a:gd name="connsiteX116" fmla="*/ 3045916 w 12192000"/>
              <a:gd name="connsiteY116" fmla="*/ 261030 h 4939827"/>
              <a:gd name="connsiteX117" fmla="*/ 3074187 w 12192000"/>
              <a:gd name="connsiteY117" fmla="*/ 243226 h 4939827"/>
              <a:gd name="connsiteX118" fmla="*/ 3103677 w 12192000"/>
              <a:gd name="connsiteY118" fmla="*/ 209527 h 4939827"/>
              <a:gd name="connsiteX119" fmla="*/ 3126759 w 12192000"/>
              <a:gd name="connsiteY119" fmla="*/ 211226 h 4939827"/>
              <a:gd name="connsiteX120" fmla="*/ 3164020 w 12192000"/>
              <a:gd name="connsiteY120" fmla="*/ 212779 h 4939827"/>
              <a:gd name="connsiteX121" fmla="*/ 3285019 w 12192000"/>
              <a:gd name="connsiteY121" fmla="*/ 220535 h 4939827"/>
              <a:gd name="connsiteX122" fmla="*/ 3365154 w 12192000"/>
              <a:gd name="connsiteY122" fmla="*/ 226416 h 4939827"/>
              <a:gd name="connsiteX123" fmla="*/ 3367507 w 12192000"/>
              <a:gd name="connsiteY123" fmla="*/ 225416 h 4939827"/>
              <a:gd name="connsiteX124" fmla="*/ 3387567 w 12192000"/>
              <a:gd name="connsiteY124" fmla="*/ 227103 h 4939827"/>
              <a:gd name="connsiteX125" fmla="*/ 3424753 w 12192000"/>
              <a:gd name="connsiteY125" fmla="*/ 244380 h 4939827"/>
              <a:gd name="connsiteX126" fmla="*/ 3498001 w 12192000"/>
              <a:gd name="connsiteY126" fmla="*/ 231941 h 4939827"/>
              <a:gd name="connsiteX127" fmla="*/ 3561557 w 12192000"/>
              <a:gd name="connsiteY127" fmla="*/ 228095 h 4939827"/>
              <a:gd name="connsiteX128" fmla="*/ 3611920 w 12192000"/>
              <a:gd name="connsiteY128" fmla="*/ 218094 h 4939827"/>
              <a:gd name="connsiteX129" fmla="*/ 3620528 w 12192000"/>
              <a:gd name="connsiteY129" fmla="*/ 218788 h 4939827"/>
              <a:gd name="connsiteX130" fmla="*/ 3620766 w 12192000"/>
              <a:gd name="connsiteY130" fmla="*/ 218511 h 4939827"/>
              <a:gd name="connsiteX131" fmla="*/ 3629977 w 12192000"/>
              <a:gd name="connsiteY131" fmla="*/ 218664 h 4939827"/>
              <a:gd name="connsiteX132" fmla="*/ 3636217 w 12192000"/>
              <a:gd name="connsiteY132" fmla="*/ 220048 h 4939827"/>
              <a:gd name="connsiteX133" fmla="*/ 3709484 w 12192000"/>
              <a:gd name="connsiteY133" fmla="*/ 186927 h 4939827"/>
              <a:gd name="connsiteX134" fmla="*/ 3761342 w 12192000"/>
              <a:gd name="connsiteY134" fmla="*/ 177474 h 4939827"/>
              <a:gd name="connsiteX135" fmla="*/ 3799748 w 12192000"/>
              <a:gd name="connsiteY135" fmla="*/ 167154 h 4939827"/>
              <a:gd name="connsiteX136" fmla="*/ 3812225 w 12192000"/>
              <a:gd name="connsiteY136" fmla="*/ 189020 h 4939827"/>
              <a:gd name="connsiteX137" fmla="*/ 3864537 w 12192000"/>
              <a:gd name="connsiteY137" fmla="*/ 200742 h 4939827"/>
              <a:gd name="connsiteX138" fmla="*/ 4028476 w 12192000"/>
              <a:gd name="connsiteY138" fmla="*/ 223679 h 4939827"/>
              <a:gd name="connsiteX139" fmla="*/ 4191582 w 12192000"/>
              <a:gd name="connsiteY139" fmla="*/ 238952 h 4939827"/>
              <a:gd name="connsiteX140" fmla="*/ 4251024 w 12192000"/>
              <a:gd name="connsiteY140" fmla="*/ 240874 h 4939827"/>
              <a:gd name="connsiteX141" fmla="*/ 4355275 w 12192000"/>
              <a:gd name="connsiteY141" fmla="*/ 260205 h 4939827"/>
              <a:gd name="connsiteX142" fmla="*/ 4423807 w 12192000"/>
              <a:gd name="connsiteY142" fmla="*/ 270366 h 4939827"/>
              <a:gd name="connsiteX143" fmla="*/ 4558432 w 12192000"/>
              <a:gd name="connsiteY143" fmla="*/ 269194 h 4939827"/>
              <a:gd name="connsiteX144" fmla="*/ 4635061 w 12192000"/>
              <a:gd name="connsiteY144" fmla="*/ 280682 h 4939827"/>
              <a:gd name="connsiteX145" fmla="*/ 4807427 w 12192000"/>
              <a:gd name="connsiteY145" fmla="*/ 276835 h 4939827"/>
              <a:gd name="connsiteX146" fmla="*/ 5028933 w 12192000"/>
              <a:gd name="connsiteY146" fmla="*/ 183887 h 4939827"/>
              <a:gd name="connsiteX147" fmla="*/ 5093642 w 12192000"/>
              <a:gd name="connsiteY147" fmla="*/ 177214 h 4939827"/>
              <a:gd name="connsiteX148" fmla="*/ 5102642 w 12192000"/>
              <a:gd name="connsiteY148" fmla="*/ 186816 h 4939827"/>
              <a:gd name="connsiteX149" fmla="*/ 5193590 w 12192000"/>
              <a:gd name="connsiteY149" fmla="*/ 136361 h 4939827"/>
              <a:gd name="connsiteX150" fmla="*/ 5323922 w 12192000"/>
              <a:gd name="connsiteY150" fmla="*/ 146332 h 4939827"/>
              <a:gd name="connsiteX151" fmla="*/ 5421860 w 12192000"/>
              <a:gd name="connsiteY151" fmla="*/ 167298 h 4939827"/>
              <a:gd name="connsiteX152" fmla="*/ 5476948 w 12192000"/>
              <a:gd name="connsiteY152" fmla="*/ 173249 h 4939827"/>
              <a:gd name="connsiteX153" fmla="*/ 5516842 w 12192000"/>
              <a:gd name="connsiteY153" fmla="*/ 184018 h 4939827"/>
              <a:gd name="connsiteX154" fmla="*/ 5619415 w 12192000"/>
              <a:gd name="connsiteY154" fmla="*/ 176781 h 4939827"/>
              <a:gd name="connsiteX155" fmla="*/ 5789867 w 12192000"/>
              <a:gd name="connsiteY155" fmla="*/ 150304 h 4939827"/>
              <a:gd name="connsiteX156" fmla="*/ 5825953 w 12192000"/>
              <a:gd name="connsiteY156" fmla="*/ 147907 h 4939827"/>
              <a:gd name="connsiteX157" fmla="*/ 5856168 w 12192000"/>
              <a:gd name="connsiteY157" fmla="*/ 158719 h 4939827"/>
              <a:gd name="connsiteX158" fmla="*/ 5862476 w 12192000"/>
              <a:gd name="connsiteY158" fmla="*/ 172447 h 4939827"/>
              <a:gd name="connsiteX159" fmla="*/ 5882195 w 12192000"/>
              <a:gd name="connsiteY159" fmla="*/ 173195 h 4939827"/>
              <a:gd name="connsiteX160" fmla="*/ 5887271 w 12192000"/>
              <a:gd name="connsiteY160" fmla="*/ 176084 h 4939827"/>
              <a:gd name="connsiteX161" fmla="*/ 5916552 w 12192000"/>
              <a:gd name="connsiteY161" fmla="*/ 189955 h 4939827"/>
              <a:gd name="connsiteX162" fmla="*/ 5983240 w 12192000"/>
              <a:gd name="connsiteY162" fmla="*/ 152755 h 4939827"/>
              <a:gd name="connsiteX163" fmla="*/ 6061852 w 12192000"/>
              <a:gd name="connsiteY163" fmla="*/ 161953 h 4939827"/>
              <a:gd name="connsiteX164" fmla="*/ 6408386 w 12192000"/>
              <a:gd name="connsiteY164" fmla="*/ 157590 h 4939827"/>
              <a:gd name="connsiteX165" fmla="*/ 6531386 w 12192000"/>
              <a:gd name="connsiteY165" fmla="*/ 156103 h 4939827"/>
              <a:gd name="connsiteX166" fmla="*/ 6721509 w 12192000"/>
              <a:gd name="connsiteY166" fmla="*/ 54829 h 4939827"/>
              <a:gd name="connsiteX167" fmla="*/ 6947884 w 12192000"/>
              <a:gd name="connsiteY167" fmla="*/ 47587 h 4939827"/>
              <a:gd name="connsiteX168" fmla="*/ 6965101 w 12192000"/>
              <a:gd name="connsiteY168" fmla="*/ 25718 h 4939827"/>
              <a:gd name="connsiteX169" fmla="*/ 6986370 w 12192000"/>
              <a:gd name="connsiteY169" fmla="*/ 12659 h 4939827"/>
              <a:gd name="connsiteX170" fmla="*/ 6989536 w 12192000"/>
              <a:gd name="connsiteY170" fmla="*/ 14528 h 4939827"/>
              <a:gd name="connsiteX171" fmla="*/ 7015933 w 12192000"/>
              <a:gd name="connsiteY171" fmla="*/ 9653 h 4939827"/>
              <a:gd name="connsiteX172" fmla="*/ 7020592 w 12192000"/>
              <a:gd name="connsiteY172" fmla="*/ 1651 h 4939827"/>
              <a:gd name="connsiteX173" fmla="*/ 7025905 w 12192000"/>
              <a:gd name="connsiteY173" fmla="*/ 0 h 4939827"/>
              <a:gd name="connsiteX0" fmla="*/ 7025905 w 12192000"/>
              <a:gd name="connsiteY0" fmla="*/ 0 h 4939827"/>
              <a:gd name="connsiteX1" fmla="*/ 7032579 w 12192000"/>
              <a:gd name="connsiteY1" fmla="*/ 2808 h 4939827"/>
              <a:gd name="connsiteX2" fmla="*/ 7079505 w 12192000"/>
              <a:gd name="connsiteY2" fmla="*/ 12971 h 4939827"/>
              <a:gd name="connsiteX3" fmla="*/ 7158791 w 12192000"/>
              <a:gd name="connsiteY3" fmla="*/ 12462 h 4939827"/>
              <a:gd name="connsiteX4" fmla="*/ 7233338 w 12192000"/>
              <a:gd name="connsiteY4" fmla="*/ 24846 h 4939827"/>
              <a:gd name="connsiteX5" fmla="*/ 7259791 w 12192000"/>
              <a:gd name="connsiteY5" fmla="*/ 29557 h 4939827"/>
              <a:gd name="connsiteX6" fmla="*/ 7263923 w 12192000"/>
              <a:gd name="connsiteY6" fmla="*/ 35029 h 4939827"/>
              <a:gd name="connsiteX7" fmla="*/ 7281549 w 12192000"/>
              <a:gd name="connsiteY7" fmla="*/ 39654 h 4939827"/>
              <a:gd name="connsiteX8" fmla="*/ 7374735 w 12192000"/>
              <a:gd name="connsiteY8" fmla="*/ 65326 h 4939827"/>
              <a:gd name="connsiteX9" fmla="*/ 7376078 w 12192000"/>
              <a:gd name="connsiteY9" fmla="*/ 63849 h 4939827"/>
              <a:gd name="connsiteX10" fmla="*/ 7402026 w 12192000"/>
              <a:gd name="connsiteY10" fmla="*/ 60308 h 4939827"/>
              <a:gd name="connsiteX11" fmla="*/ 7415091 w 12192000"/>
              <a:gd name="connsiteY11" fmla="*/ 77403 h 4939827"/>
              <a:gd name="connsiteX12" fmla="*/ 7443464 w 12192000"/>
              <a:gd name="connsiteY12" fmla="*/ 68367 h 4939827"/>
              <a:gd name="connsiteX13" fmla="*/ 7588044 w 12192000"/>
              <a:gd name="connsiteY13" fmla="*/ 110756 h 4939827"/>
              <a:gd name="connsiteX14" fmla="*/ 7732750 w 12192000"/>
              <a:gd name="connsiteY14" fmla="*/ 145456 h 4939827"/>
              <a:gd name="connsiteX15" fmla="*/ 7785900 w 12192000"/>
              <a:gd name="connsiteY15" fmla="*/ 154493 h 4939827"/>
              <a:gd name="connsiteX16" fmla="*/ 7877301 w 12192000"/>
              <a:gd name="connsiteY16" fmla="*/ 186153 h 4939827"/>
              <a:gd name="connsiteX17" fmla="*/ 7937675 w 12192000"/>
              <a:gd name="connsiteY17" fmla="*/ 204438 h 4939827"/>
              <a:gd name="connsiteX18" fmla="*/ 7952584 w 12192000"/>
              <a:gd name="connsiteY18" fmla="*/ 170181 h 4939827"/>
              <a:gd name="connsiteX19" fmla="*/ 8009534 w 12192000"/>
              <a:gd name="connsiteY19" fmla="*/ 176441 h 4939827"/>
              <a:gd name="connsiteX20" fmla="*/ 8058681 w 12192000"/>
              <a:gd name="connsiteY20" fmla="*/ 219431 h 4939827"/>
              <a:gd name="connsiteX21" fmla="*/ 8126175 w 12192000"/>
              <a:gd name="connsiteY21" fmla="*/ 240005 h 4939827"/>
              <a:gd name="connsiteX22" fmla="*/ 8166439 w 12192000"/>
              <a:gd name="connsiteY22" fmla="*/ 252699 h 4939827"/>
              <a:gd name="connsiteX23" fmla="*/ 8281371 w 12192000"/>
              <a:gd name="connsiteY23" fmla="*/ 256875 h 4939827"/>
              <a:gd name="connsiteX24" fmla="*/ 8381609 w 12192000"/>
              <a:gd name="connsiteY24" fmla="*/ 240618 h 4939827"/>
              <a:gd name="connsiteX25" fmla="*/ 8406759 w 12192000"/>
              <a:gd name="connsiteY25" fmla="*/ 232517 h 4939827"/>
              <a:gd name="connsiteX26" fmla="*/ 8426506 w 12192000"/>
              <a:gd name="connsiteY26" fmla="*/ 241842 h 4939827"/>
              <a:gd name="connsiteX27" fmla="*/ 8427949 w 12192000"/>
              <a:gd name="connsiteY27" fmla="*/ 240981 h 4939827"/>
              <a:gd name="connsiteX28" fmla="*/ 8441468 w 12192000"/>
              <a:gd name="connsiteY28" fmla="*/ 241157 h 4939827"/>
              <a:gd name="connsiteX29" fmla="*/ 8565757 w 12192000"/>
              <a:gd name="connsiteY29" fmla="*/ 255317 h 4939827"/>
              <a:gd name="connsiteX30" fmla="*/ 8573171 w 12192000"/>
              <a:gd name="connsiteY30" fmla="*/ 258426 h 4939827"/>
              <a:gd name="connsiteX31" fmla="*/ 8573548 w 12192000"/>
              <a:gd name="connsiteY31" fmla="*/ 258241 h 4939827"/>
              <a:gd name="connsiteX32" fmla="*/ 8581827 w 12192000"/>
              <a:gd name="connsiteY32" fmla="*/ 261028 h 4939827"/>
              <a:gd name="connsiteX33" fmla="*/ 8586687 w 12192000"/>
              <a:gd name="connsiteY33" fmla="*/ 264089 h 4939827"/>
              <a:gd name="connsiteX34" fmla="*/ 8601067 w 12192000"/>
              <a:gd name="connsiteY34" fmla="*/ 270114 h 4939827"/>
              <a:gd name="connsiteX35" fmla="*/ 8672650 w 12192000"/>
              <a:gd name="connsiteY35" fmla="*/ 254821 h 4939827"/>
              <a:gd name="connsiteX36" fmla="*/ 8785543 w 12192000"/>
              <a:gd name="connsiteY36" fmla="*/ 263406 h 4939827"/>
              <a:gd name="connsiteX37" fmla="*/ 8830588 w 12192000"/>
              <a:gd name="connsiteY37" fmla="*/ 265483 h 4939827"/>
              <a:gd name="connsiteX38" fmla="*/ 8905142 w 12192000"/>
              <a:gd name="connsiteY38" fmla="*/ 264958 h 4939827"/>
              <a:gd name="connsiteX39" fmla="*/ 8968582 w 12192000"/>
              <a:gd name="connsiteY39" fmla="*/ 262728 h 4939827"/>
              <a:gd name="connsiteX40" fmla="*/ 8972994 w 12192000"/>
              <a:gd name="connsiteY40" fmla="*/ 263284 h 4939827"/>
              <a:gd name="connsiteX41" fmla="*/ 9004605 w 12192000"/>
              <a:gd name="connsiteY41" fmla="*/ 258041 h 4939827"/>
              <a:gd name="connsiteX42" fmla="*/ 9016165 w 12192000"/>
              <a:gd name="connsiteY42" fmla="*/ 261258 h 4939827"/>
              <a:gd name="connsiteX43" fmla="*/ 9043297 w 12192000"/>
              <a:gd name="connsiteY43" fmla="*/ 281547 h 4939827"/>
              <a:gd name="connsiteX44" fmla="*/ 9048315 w 12192000"/>
              <a:gd name="connsiteY44" fmla="*/ 279264 h 4939827"/>
              <a:gd name="connsiteX45" fmla="*/ 9054706 w 12192000"/>
              <a:gd name="connsiteY45" fmla="*/ 278538 h 4939827"/>
              <a:gd name="connsiteX46" fmla="*/ 9070919 w 12192000"/>
              <a:gd name="connsiteY46" fmla="*/ 281810 h 4939827"/>
              <a:gd name="connsiteX47" fmla="*/ 9076813 w 12192000"/>
              <a:gd name="connsiteY47" fmla="*/ 283909 h 4939827"/>
              <a:gd name="connsiteX48" fmla="*/ 9085871 w 12192000"/>
              <a:gd name="connsiteY48" fmla="*/ 285133 h 4939827"/>
              <a:gd name="connsiteX49" fmla="*/ 9086159 w 12192000"/>
              <a:gd name="connsiteY49" fmla="*/ 284887 h 4939827"/>
              <a:gd name="connsiteX50" fmla="*/ 9134606 w 12192000"/>
              <a:gd name="connsiteY50" fmla="*/ 288168 h 4939827"/>
              <a:gd name="connsiteX51" fmla="*/ 9195590 w 12192000"/>
              <a:gd name="connsiteY51" fmla="*/ 279568 h 4939827"/>
              <a:gd name="connsiteX52" fmla="*/ 9219336 w 12192000"/>
              <a:gd name="connsiteY52" fmla="*/ 278133 h 4939827"/>
              <a:gd name="connsiteX53" fmla="*/ 9232362 w 12192000"/>
              <a:gd name="connsiteY53" fmla="*/ 275894 h 4939827"/>
              <a:gd name="connsiteX54" fmla="*/ 9233396 w 12192000"/>
              <a:gd name="connsiteY54" fmla="*/ 274803 h 4939827"/>
              <a:gd name="connsiteX55" fmla="*/ 9256213 w 12192000"/>
              <a:gd name="connsiteY55" fmla="*/ 281576 h 4939827"/>
              <a:gd name="connsiteX56" fmla="*/ 9262377 w 12192000"/>
              <a:gd name="connsiteY56" fmla="*/ 286635 h 4939827"/>
              <a:gd name="connsiteX57" fmla="*/ 9287089 w 12192000"/>
              <a:gd name="connsiteY57" fmla="*/ 303891 h 4939827"/>
              <a:gd name="connsiteX58" fmla="*/ 9371484 w 12192000"/>
              <a:gd name="connsiteY58" fmla="*/ 329634 h 4939827"/>
              <a:gd name="connsiteX59" fmla="*/ 9404829 w 12192000"/>
              <a:gd name="connsiteY59" fmla="*/ 339038 h 4939827"/>
              <a:gd name="connsiteX60" fmla="*/ 9427021 w 12192000"/>
              <a:gd name="connsiteY60" fmla="*/ 358784 h 4939827"/>
              <a:gd name="connsiteX61" fmla="*/ 9670844 w 12192000"/>
              <a:gd name="connsiteY61" fmla="*/ 405128 h 4939827"/>
              <a:gd name="connsiteX62" fmla="*/ 9816083 w 12192000"/>
              <a:gd name="connsiteY62" fmla="*/ 416573 h 4939827"/>
              <a:gd name="connsiteX63" fmla="*/ 9936741 w 12192000"/>
              <a:gd name="connsiteY63" fmla="*/ 437044 h 4939827"/>
              <a:gd name="connsiteX64" fmla="*/ 10050093 w 12192000"/>
              <a:gd name="connsiteY64" fmla="*/ 443783 h 4939827"/>
              <a:gd name="connsiteX65" fmla="*/ 10130090 w 12192000"/>
              <a:gd name="connsiteY65" fmla="*/ 459520 h 4939827"/>
              <a:gd name="connsiteX66" fmla="*/ 10173456 w 12192000"/>
              <a:gd name="connsiteY66" fmla="*/ 457749 h 4939827"/>
              <a:gd name="connsiteX67" fmla="*/ 10218232 w 12192000"/>
              <a:gd name="connsiteY67" fmla="*/ 459820 h 4939827"/>
              <a:gd name="connsiteX68" fmla="*/ 10354176 w 12192000"/>
              <a:gd name="connsiteY68" fmla="*/ 471377 h 4939827"/>
              <a:gd name="connsiteX69" fmla="*/ 10430681 w 12192000"/>
              <a:gd name="connsiteY69" fmla="*/ 481226 h 4939827"/>
              <a:gd name="connsiteX70" fmla="*/ 10478169 w 12192000"/>
              <a:gd name="connsiteY70" fmla="*/ 481774 h 4939827"/>
              <a:gd name="connsiteX71" fmla="*/ 10540907 w 12192000"/>
              <a:gd name="connsiteY71" fmla="*/ 485607 h 4939827"/>
              <a:gd name="connsiteX72" fmla="*/ 10614941 w 12192000"/>
              <a:gd name="connsiteY72" fmla="*/ 487592 h 4939827"/>
              <a:gd name="connsiteX73" fmla="*/ 10674098 w 12192000"/>
              <a:gd name="connsiteY73" fmla="*/ 521656 h 4939827"/>
              <a:gd name="connsiteX74" fmla="*/ 10874834 w 12192000"/>
              <a:gd name="connsiteY74" fmla="*/ 574867 h 4939827"/>
              <a:gd name="connsiteX75" fmla="*/ 10944981 w 12192000"/>
              <a:gd name="connsiteY75" fmla="*/ 615042 h 4939827"/>
              <a:gd name="connsiteX76" fmla="*/ 11006376 w 12192000"/>
              <a:gd name="connsiteY76" fmla="*/ 645957 h 4939827"/>
              <a:gd name="connsiteX77" fmla="*/ 11076308 w 12192000"/>
              <a:gd name="connsiteY77" fmla="*/ 675698 h 4939827"/>
              <a:gd name="connsiteX78" fmla="*/ 11148789 w 12192000"/>
              <a:gd name="connsiteY78" fmla="*/ 685041 h 4939827"/>
              <a:gd name="connsiteX79" fmla="*/ 11249129 w 12192000"/>
              <a:gd name="connsiteY79" fmla="*/ 684218 h 4939827"/>
              <a:gd name="connsiteX80" fmla="*/ 11299915 w 12192000"/>
              <a:gd name="connsiteY80" fmla="*/ 692177 h 4939827"/>
              <a:gd name="connsiteX81" fmla="*/ 11386973 w 12192000"/>
              <a:gd name="connsiteY81" fmla="*/ 708209 h 4939827"/>
              <a:gd name="connsiteX82" fmla="*/ 11500105 w 12192000"/>
              <a:gd name="connsiteY82" fmla="*/ 735014 h 4939827"/>
              <a:gd name="connsiteX83" fmla="*/ 11621735 w 12192000"/>
              <a:gd name="connsiteY83" fmla="*/ 789584 h 4939827"/>
              <a:gd name="connsiteX84" fmla="*/ 11691200 w 12192000"/>
              <a:gd name="connsiteY84" fmla="*/ 867902 h 4939827"/>
              <a:gd name="connsiteX85" fmla="*/ 11819427 w 12192000"/>
              <a:gd name="connsiteY85" fmla="*/ 911634 h 4939827"/>
              <a:gd name="connsiteX86" fmla="*/ 11969720 w 12192000"/>
              <a:gd name="connsiteY86" fmla="*/ 964737 h 4939827"/>
              <a:gd name="connsiteX87" fmla="*/ 12055766 w 12192000"/>
              <a:gd name="connsiteY87" fmla="*/ 991268 h 4939827"/>
              <a:gd name="connsiteX88" fmla="*/ 12171539 w 12192000"/>
              <a:gd name="connsiteY88" fmla="*/ 995427 h 4939827"/>
              <a:gd name="connsiteX89" fmla="*/ 12187831 w 12192000"/>
              <a:gd name="connsiteY89" fmla="*/ 996580 h 4939827"/>
              <a:gd name="connsiteX90" fmla="*/ 12192000 w 12192000"/>
              <a:gd name="connsiteY90" fmla="*/ 996726 h 4939827"/>
              <a:gd name="connsiteX91" fmla="*/ 12192000 w 12192000"/>
              <a:gd name="connsiteY91" fmla="*/ 4939827 h 4939827"/>
              <a:gd name="connsiteX92" fmla="*/ 0 w 12192000"/>
              <a:gd name="connsiteY92" fmla="*/ 4939827 h 4939827"/>
              <a:gd name="connsiteX93" fmla="*/ 0 w 12192000"/>
              <a:gd name="connsiteY93" fmla="*/ 512043 h 4939827"/>
              <a:gd name="connsiteX94" fmla="*/ 7381 w 12192000"/>
              <a:gd name="connsiteY94" fmla="*/ 512580 h 4939827"/>
              <a:gd name="connsiteX95" fmla="*/ 100029 w 12192000"/>
              <a:gd name="connsiteY95" fmla="*/ 504758 h 4939827"/>
              <a:gd name="connsiteX96" fmla="*/ 155244 w 12192000"/>
              <a:gd name="connsiteY96" fmla="*/ 525130 h 4939827"/>
              <a:gd name="connsiteX97" fmla="*/ 254366 w 12192000"/>
              <a:gd name="connsiteY97" fmla="*/ 534449 h 4939827"/>
              <a:gd name="connsiteX98" fmla="*/ 447292 w 12192000"/>
              <a:gd name="connsiteY98" fmla="*/ 542725 h 4939827"/>
              <a:gd name="connsiteX99" fmla="*/ 628105 w 12192000"/>
              <a:gd name="connsiteY99" fmla="*/ 547853 h 4939827"/>
              <a:gd name="connsiteX100" fmla="*/ 783146 w 12192000"/>
              <a:gd name="connsiteY100" fmla="*/ 591799 h 4939827"/>
              <a:gd name="connsiteX101" fmla="*/ 1043676 w 12192000"/>
              <a:gd name="connsiteY101" fmla="*/ 591887 h 4939827"/>
              <a:gd name="connsiteX102" fmla="*/ 1281816 w 12192000"/>
              <a:gd name="connsiteY102" fmla="*/ 520946 h 4939827"/>
              <a:gd name="connsiteX103" fmla="*/ 1486347 w 12192000"/>
              <a:gd name="connsiteY103" fmla="*/ 487310 h 4939827"/>
              <a:gd name="connsiteX104" fmla="*/ 1568079 w 12192000"/>
              <a:gd name="connsiteY104" fmla="*/ 462531 h 4939827"/>
              <a:gd name="connsiteX105" fmla="*/ 1622516 w 12192000"/>
              <a:gd name="connsiteY105" fmla="*/ 466058 h 4939827"/>
              <a:gd name="connsiteX106" fmla="*/ 1655457 w 12192000"/>
              <a:gd name="connsiteY106" fmla="*/ 465359 h 4939827"/>
              <a:gd name="connsiteX107" fmla="*/ 1717454 w 12192000"/>
              <a:gd name="connsiteY107" fmla="*/ 417203 h 4939827"/>
              <a:gd name="connsiteX108" fmla="*/ 1913794 w 12192000"/>
              <a:gd name="connsiteY108" fmla="*/ 365255 h 4939827"/>
              <a:gd name="connsiteX109" fmla="*/ 2129762 w 12192000"/>
              <a:gd name="connsiteY109" fmla="*/ 367832 h 4939827"/>
              <a:gd name="connsiteX110" fmla="*/ 2376970 w 12192000"/>
              <a:gd name="connsiteY110" fmla="*/ 350129 h 4939827"/>
              <a:gd name="connsiteX111" fmla="*/ 2480155 w 12192000"/>
              <a:gd name="connsiteY111" fmla="*/ 359227 h 4939827"/>
              <a:gd name="connsiteX112" fmla="*/ 2586782 w 12192000"/>
              <a:gd name="connsiteY112" fmla="*/ 339352 h 4939827"/>
              <a:gd name="connsiteX113" fmla="*/ 2654496 w 12192000"/>
              <a:gd name="connsiteY113" fmla="*/ 315431 h 4939827"/>
              <a:gd name="connsiteX114" fmla="*/ 2788947 w 12192000"/>
              <a:gd name="connsiteY114" fmla="*/ 250375 h 4939827"/>
              <a:gd name="connsiteX115" fmla="*/ 2885389 w 12192000"/>
              <a:gd name="connsiteY115" fmla="*/ 255259 h 4939827"/>
              <a:gd name="connsiteX116" fmla="*/ 3045916 w 12192000"/>
              <a:gd name="connsiteY116" fmla="*/ 261030 h 4939827"/>
              <a:gd name="connsiteX117" fmla="*/ 3074187 w 12192000"/>
              <a:gd name="connsiteY117" fmla="*/ 243226 h 4939827"/>
              <a:gd name="connsiteX118" fmla="*/ 3103677 w 12192000"/>
              <a:gd name="connsiteY118" fmla="*/ 209527 h 4939827"/>
              <a:gd name="connsiteX119" fmla="*/ 3126759 w 12192000"/>
              <a:gd name="connsiteY119" fmla="*/ 211226 h 4939827"/>
              <a:gd name="connsiteX120" fmla="*/ 3164020 w 12192000"/>
              <a:gd name="connsiteY120" fmla="*/ 212779 h 4939827"/>
              <a:gd name="connsiteX121" fmla="*/ 3285019 w 12192000"/>
              <a:gd name="connsiteY121" fmla="*/ 220535 h 4939827"/>
              <a:gd name="connsiteX122" fmla="*/ 3365154 w 12192000"/>
              <a:gd name="connsiteY122" fmla="*/ 226416 h 4939827"/>
              <a:gd name="connsiteX123" fmla="*/ 3367507 w 12192000"/>
              <a:gd name="connsiteY123" fmla="*/ 225416 h 4939827"/>
              <a:gd name="connsiteX124" fmla="*/ 3387567 w 12192000"/>
              <a:gd name="connsiteY124" fmla="*/ 227103 h 4939827"/>
              <a:gd name="connsiteX125" fmla="*/ 3424753 w 12192000"/>
              <a:gd name="connsiteY125" fmla="*/ 244380 h 4939827"/>
              <a:gd name="connsiteX126" fmla="*/ 3498001 w 12192000"/>
              <a:gd name="connsiteY126" fmla="*/ 231941 h 4939827"/>
              <a:gd name="connsiteX127" fmla="*/ 3561557 w 12192000"/>
              <a:gd name="connsiteY127" fmla="*/ 228095 h 4939827"/>
              <a:gd name="connsiteX128" fmla="*/ 3611920 w 12192000"/>
              <a:gd name="connsiteY128" fmla="*/ 218094 h 4939827"/>
              <a:gd name="connsiteX129" fmla="*/ 3620528 w 12192000"/>
              <a:gd name="connsiteY129" fmla="*/ 218788 h 4939827"/>
              <a:gd name="connsiteX130" fmla="*/ 3620766 w 12192000"/>
              <a:gd name="connsiteY130" fmla="*/ 218511 h 4939827"/>
              <a:gd name="connsiteX131" fmla="*/ 3629977 w 12192000"/>
              <a:gd name="connsiteY131" fmla="*/ 218664 h 4939827"/>
              <a:gd name="connsiteX132" fmla="*/ 3636217 w 12192000"/>
              <a:gd name="connsiteY132" fmla="*/ 220048 h 4939827"/>
              <a:gd name="connsiteX133" fmla="*/ 3709484 w 12192000"/>
              <a:gd name="connsiteY133" fmla="*/ 186927 h 4939827"/>
              <a:gd name="connsiteX134" fmla="*/ 3761342 w 12192000"/>
              <a:gd name="connsiteY134" fmla="*/ 177474 h 4939827"/>
              <a:gd name="connsiteX135" fmla="*/ 3799748 w 12192000"/>
              <a:gd name="connsiteY135" fmla="*/ 167154 h 4939827"/>
              <a:gd name="connsiteX136" fmla="*/ 3812225 w 12192000"/>
              <a:gd name="connsiteY136" fmla="*/ 189020 h 4939827"/>
              <a:gd name="connsiteX137" fmla="*/ 3864537 w 12192000"/>
              <a:gd name="connsiteY137" fmla="*/ 200742 h 4939827"/>
              <a:gd name="connsiteX138" fmla="*/ 4028476 w 12192000"/>
              <a:gd name="connsiteY138" fmla="*/ 223679 h 4939827"/>
              <a:gd name="connsiteX139" fmla="*/ 4191582 w 12192000"/>
              <a:gd name="connsiteY139" fmla="*/ 238952 h 4939827"/>
              <a:gd name="connsiteX140" fmla="*/ 4251024 w 12192000"/>
              <a:gd name="connsiteY140" fmla="*/ 240874 h 4939827"/>
              <a:gd name="connsiteX141" fmla="*/ 4355275 w 12192000"/>
              <a:gd name="connsiteY141" fmla="*/ 260205 h 4939827"/>
              <a:gd name="connsiteX142" fmla="*/ 4423807 w 12192000"/>
              <a:gd name="connsiteY142" fmla="*/ 270366 h 4939827"/>
              <a:gd name="connsiteX143" fmla="*/ 4558432 w 12192000"/>
              <a:gd name="connsiteY143" fmla="*/ 269194 h 4939827"/>
              <a:gd name="connsiteX144" fmla="*/ 4635061 w 12192000"/>
              <a:gd name="connsiteY144" fmla="*/ 280682 h 4939827"/>
              <a:gd name="connsiteX145" fmla="*/ 4807427 w 12192000"/>
              <a:gd name="connsiteY145" fmla="*/ 276835 h 4939827"/>
              <a:gd name="connsiteX146" fmla="*/ 5028933 w 12192000"/>
              <a:gd name="connsiteY146" fmla="*/ 183887 h 4939827"/>
              <a:gd name="connsiteX147" fmla="*/ 5093642 w 12192000"/>
              <a:gd name="connsiteY147" fmla="*/ 177214 h 4939827"/>
              <a:gd name="connsiteX148" fmla="*/ 5102642 w 12192000"/>
              <a:gd name="connsiteY148" fmla="*/ 186816 h 4939827"/>
              <a:gd name="connsiteX149" fmla="*/ 5193590 w 12192000"/>
              <a:gd name="connsiteY149" fmla="*/ 136361 h 4939827"/>
              <a:gd name="connsiteX150" fmla="*/ 5323922 w 12192000"/>
              <a:gd name="connsiteY150" fmla="*/ 146332 h 4939827"/>
              <a:gd name="connsiteX151" fmla="*/ 5421860 w 12192000"/>
              <a:gd name="connsiteY151" fmla="*/ 167298 h 4939827"/>
              <a:gd name="connsiteX152" fmla="*/ 5476948 w 12192000"/>
              <a:gd name="connsiteY152" fmla="*/ 173249 h 4939827"/>
              <a:gd name="connsiteX153" fmla="*/ 5516842 w 12192000"/>
              <a:gd name="connsiteY153" fmla="*/ 184018 h 4939827"/>
              <a:gd name="connsiteX154" fmla="*/ 5619415 w 12192000"/>
              <a:gd name="connsiteY154" fmla="*/ 176781 h 4939827"/>
              <a:gd name="connsiteX155" fmla="*/ 5789867 w 12192000"/>
              <a:gd name="connsiteY155" fmla="*/ 150304 h 4939827"/>
              <a:gd name="connsiteX156" fmla="*/ 5825953 w 12192000"/>
              <a:gd name="connsiteY156" fmla="*/ 147907 h 4939827"/>
              <a:gd name="connsiteX157" fmla="*/ 5856168 w 12192000"/>
              <a:gd name="connsiteY157" fmla="*/ 158719 h 4939827"/>
              <a:gd name="connsiteX158" fmla="*/ 5862476 w 12192000"/>
              <a:gd name="connsiteY158" fmla="*/ 172447 h 4939827"/>
              <a:gd name="connsiteX159" fmla="*/ 5882195 w 12192000"/>
              <a:gd name="connsiteY159" fmla="*/ 173195 h 4939827"/>
              <a:gd name="connsiteX160" fmla="*/ 5887271 w 12192000"/>
              <a:gd name="connsiteY160" fmla="*/ 176084 h 4939827"/>
              <a:gd name="connsiteX161" fmla="*/ 5916552 w 12192000"/>
              <a:gd name="connsiteY161" fmla="*/ 189955 h 4939827"/>
              <a:gd name="connsiteX162" fmla="*/ 5983240 w 12192000"/>
              <a:gd name="connsiteY162" fmla="*/ 152755 h 4939827"/>
              <a:gd name="connsiteX163" fmla="*/ 6061852 w 12192000"/>
              <a:gd name="connsiteY163" fmla="*/ 161953 h 4939827"/>
              <a:gd name="connsiteX164" fmla="*/ 6531386 w 12192000"/>
              <a:gd name="connsiteY164" fmla="*/ 156103 h 4939827"/>
              <a:gd name="connsiteX165" fmla="*/ 6721509 w 12192000"/>
              <a:gd name="connsiteY165" fmla="*/ 54829 h 4939827"/>
              <a:gd name="connsiteX166" fmla="*/ 6947884 w 12192000"/>
              <a:gd name="connsiteY166" fmla="*/ 47587 h 4939827"/>
              <a:gd name="connsiteX167" fmla="*/ 6965101 w 12192000"/>
              <a:gd name="connsiteY167" fmla="*/ 25718 h 4939827"/>
              <a:gd name="connsiteX168" fmla="*/ 6986370 w 12192000"/>
              <a:gd name="connsiteY168" fmla="*/ 12659 h 4939827"/>
              <a:gd name="connsiteX169" fmla="*/ 6989536 w 12192000"/>
              <a:gd name="connsiteY169" fmla="*/ 14528 h 4939827"/>
              <a:gd name="connsiteX170" fmla="*/ 7015933 w 12192000"/>
              <a:gd name="connsiteY170" fmla="*/ 9653 h 4939827"/>
              <a:gd name="connsiteX171" fmla="*/ 7020592 w 12192000"/>
              <a:gd name="connsiteY171" fmla="*/ 1651 h 4939827"/>
              <a:gd name="connsiteX172" fmla="*/ 7025905 w 12192000"/>
              <a:gd name="connsiteY172" fmla="*/ 0 h 4939827"/>
              <a:gd name="connsiteX0" fmla="*/ 7025905 w 12192000"/>
              <a:gd name="connsiteY0" fmla="*/ 0 h 4939827"/>
              <a:gd name="connsiteX1" fmla="*/ 7032579 w 12192000"/>
              <a:gd name="connsiteY1" fmla="*/ 2808 h 4939827"/>
              <a:gd name="connsiteX2" fmla="*/ 7079505 w 12192000"/>
              <a:gd name="connsiteY2" fmla="*/ 12971 h 4939827"/>
              <a:gd name="connsiteX3" fmla="*/ 7158791 w 12192000"/>
              <a:gd name="connsiteY3" fmla="*/ 12462 h 4939827"/>
              <a:gd name="connsiteX4" fmla="*/ 7233338 w 12192000"/>
              <a:gd name="connsiteY4" fmla="*/ 24846 h 4939827"/>
              <a:gd name="connsiteX5" fmla="*/ 7259791 w 12192000"/>
              <a:gd name="connsiteY5" fmla="*/ 29557 h 4939827"/>
              <a:gd name="connsiteX6" fmla="*/ 7263923 w 12192000"/>
              <a:gd name="connsiteY6" fmla="*/ 35029 h 4939827"/>
              <a:gd name="connsiteX7" fmla="*/ 7281549 w 12192000"/>
              <a:gd name="connsiteY7" fmla="*/ 39654 h 4939827"/>
              <a:gd name="connsiteX8" fmla="*/ 7374735 w 12192000"/>
              <a:gd name="connsiteY8" fmla="*/ 65326 h 4939827"/>
              <a:gd name="connsiteX9" fmla="*/ 7376078 w 12192000"/>
              <a:gd name="connsiteY9" fmla="*/ 63849 h 4939827"/>
              <a:gd name="connsiteX10" fmla="*/ 7402026 w 12192000"/>
              <a:gd name="connsiteY10" fmla="*/ 60308 h 4939827"/>
              <a:gd name="connsiteX11" fmla="*/ 7415091 w 12192000"/>
              <a:gd name="connsiteY11" fmla="*/ 77403 h 4939827"/>
              <a:gd name="connsiteX12" fmla="*/ 7443464 w 12192000"/>
              <a:gd name="connsiteY12" fmla="*/ 68367 h 4939827"/>
              <a:gd name="connsiteX13" fmla="*/ 7588044 w 12192000"/>
              <a:gd name="connsiteY13" fmla="*/ 110756 h 4939827"/>
              <a:gd name="connsiteX14" fmla="*/ 7732750 w 12192000"/>
              <a:gd name="connsiteY14" fmla="*/ 145456 h 4939827"/>
              <a:gd name="connsiteX15" fmla="*/ 7785900 w 12192000"/>
              <a:gd name="connsiteY15" fmla="*/ 154493 h 4939827"/>
              <a:gd name="connsiteX16" fmla="*/ 7877301 w 12192000"/>
              <a:gd name="connsiteY16" fmla="*/ 186153 h 4939827"/>
              <a:gd name="connsiteX17" fmla="*/ 7937675 w 12192000"/>
              <a:gd name="connsiteY17" fmla="*/ 204438 h 4939827"/>
              <a:gd name="connsiteX18" fmla="*/ 7952584 w 12192000"/>
              <a:gd name="connsiteY18" fmla="*/ 170181 h 4939827"/>
              <a:gd name="connsiteX19" fmla="*/ 8009534 w 12192000"/>
              <a:gd name="connsiteY19" fmla="*/ 176441 h 4939827"/>
              <a:gd name="connsiteX20" fmla="*/ 8058681 w 12192000"/>
              <a:gd name="connsiteY20" fmla="*/ 219431 h 4939827"/>
              <a:gd name="connsiteX21" fmla="*/ 8126175 w 12192000"/>
              <a:gd name="connsiteY21" fmla="*/ 240005 h 4939827"/>
              <a:gd name="connsiteX22" fmla="*/ 8166439 w 12192000"/>
              <a:gd name="connsiteY22" fmla="*/ 252699 h 4939827"/>
              <a:gd name="connsiteX23" fmla="*/ 8281371 w 12192000"/>
              <a:gd name="connsiteY23" fmla="*/ 256875 h 4939827"/>
              <a:gd name="connsiteX24" fmla="*/ 8381609 w 12192000"/>
              <a:gd name="connsiteY24" fmla="*/ 240618 h 4939827"/>
              <a:gd name="connsiteX25" fmla="*/ 8406759 w 12192000"/>
              <a:gd name="connsiteY25" fmla="*/ 232517 h 4939827"/>
              <a:gd name="connsiteX26" fmla="*/ 8426506 w 12192000"/>
              <a:gd name="connsiteY26" fmla="*/ 241842 h 4939827"/>
              <a:gd name="connsiteX27" fmla="*/ 8427949 w 12192000"/>
              <a:gd name="connsiteY27" fmla="*/ 240981 h 4939827"/>
              <a:gd name="connsiteX28" fmla="*/ 8441468 w 12192000"/>
              <a:gd name="connsiteY28" fmla="*/ 241157 h 4939827"/>
              <a:gd name="connsiteX29" fmla="*/ 8565757 w 12192000"/>
              <a:gd name="connsiteY29" fmla="*/ 255317 h 4939827"/>
              <a:gd name="connsiteX30" fmla="*/ 8573171 w 12192000"/>
              <a:gd name="connsiteY30" fmla="*/ 258426 h 4939827"/>
              <a:gd name="connsiteX31" fmla="*/ 8573548 w 12192000"/>
              <a:gd name="connsiteY31" fmla="*/ 258241 h 4939827"/>
              <a:gd name="connsiteX32" fmla="*/ 8581827 w 12192000"/>
              <a:gd name="connsiteY32" fmla="*/ 261028 h 4939827"/>
              <a:gd name="connsiteX33" fmla="*/ 8586687 w 12192000"/>
              <a:gd name="connsiteY33" fmla="*/ 264089 h 4939827"/>
              <a:gd name="connsiteX34" fmla="*/ 8601067 w 12192000"/>
              <a:gd name="connsiteY34" fmla="*/ 270114 h 4939827"/>
              <a:gd name="connsiteX35" fmla="*/ 8672650 w 12192000"/>
              <a:gd name="connsiteY35" fmla="*/ 254821 h 4939827"/>
              <a:gd name="connsiteX36" fmla="*/ 8785543 w 12192000"/>
              <a:gd name="connsiteY36" fmla="*/ 263406 h 4939827"/>
              <a:gd name="connsiteX37" fmla="*/ 8830588 w 12192000"/>
              <a:gd name="connsiteY37" fmla="*/ 265483 h 4939827"/>
              <a:gd name="connsiteX38" fmla="*/ 8905142 w 12192000"/>
              <a:gd name="connsiteY38" fmla="*/ 264958 h 4939827"/>
              <a:gd name="connsiteX39" fmla="*/ 8968582 w 12192000"/>
              <a:gd name="connsiteY39" fmla="*/ 262728 h 4939827"/>
              <a:gd name="connsiteX40" fmla="*/ 8972994 w 12192000"/>
              <a:gd name="connsiteY40" fmla="*/ 263284 h 4939827"/>
              <a:gd name="connsiteX41" fmla="*/ 9004605 w 12192000"/>
              <a:gd name="connsiteY41" fmla="*/ 258041 h 4939827"/>
              <a:gd name="connsiteX42" fmla="*/ 9016165 w 12192000"/>
              <a:gd name="connsiteY42" fmla="*/ 261258 h 4939827"/>
              <a:gd name="connsiteX43" fmla="*/ 9043297 w 12192000"/>
              <a:gd name="connsiteY43" fmla="*/ 281547 h 4939827"/>
              <a:gd name="connsiteX44" fmla="*/ 9048315 w 12192000"/>
              <a:gd name="connsiteY44" fmla="*/ 279264 h 4939827"/>
              <a:gd name="connsiteX45" fmla="*/ 9054706 w 12192000"/>
              <a:gd name="connsiteY45" fmla="*/ 278538 h 4939827"/>
              <a:gd name="connsiteX46" fmla="*/ 9070919 w 12192000"/>
              <a:gd name="connsiteY46" fmla="*/ 281810 h 4939827"/>
              <a:gd name="connsiteX47" fmla="*/ 9076813 w 12192000"/>
              <a:gd name="connsiteY47" fmla="*/ 283909 h 4939827"/>
              <a:gd name="connsiteX48" fmla="*/ 9085871 w 12192000"/>
              <a:gd name="connsiteY48" fmla="*/ 285133 h 4939827"/>
              <a:gd name="connsiteX49" fmla="*/ 9086159 w 12192000"/>
              <a:gd name="connsiteY49" fmla="*/ 284887 h 4939827"/>
              <a:gd name="connsiteX50" fmla="*/ 9134606 w 12192000"/>
              <a:gd name="connsiteY50" fmla="*/ 288168 h 4939827"/>
              <a:gd name="connsiteX51" fmla="*/ 9195590 w 12192000"/>
              <a:gd name="connsiteY51" fmla="*/ 279568 h 4939827"/>
              <a:gd name="connsiteX52" fmla="*/ 9219336 w 12192000"/>
              <a:gd name="connsiteY52" fmla="*/ 278133 h 4939827"/>
              <a:gd name="connsiteX53" fmla="*/ 9232362 w 12192000"/>
              <a:gd name="connsiteY53" fmla="*/ 275894 h 4939827"/>
              <a:gd name="connsiteX54" fmla="*/ 9233396 w 12192000"/>
              <a:gd name="connsiteY54" fmla="*/ 274803 h 4939827"/>
              <a:gd name="connsiteX55" fmla="*/ 9256213 w 12192000"/>
              <a:gd name="connsiteY55" fmla="*/ 281576 h 4939827"/>
              <a:gd name="connsiteX56" fmla="*/ 9262377 w 12192000"/>
              <a:gd name="connsiteY56" fmla="*/ 286635 h 4939827"/>
              <a:gd name="connsiteX57" fmla="*/ 9287089 w 12192000"/>
              <a:gd name="connsiteY57" fmla="*/ 303891 h 4939827"/>
              <a:gd name="connsiteX58" fmla="*/ 9371484 w 12192000"/>
              <a:gd name="connsiteY58" fmla="*/ 329634 h 4939827"/>
              <a:gd name="connsiteX59" fmla="*/ 9404829 w 12192000"/>
              <a:gd name="connsiteY59" fmla="*/ 339038 h 4939827"/>
              <a:gd name="connsiteX60" fmla="*/ 9427021 w 12192000"/>
              <a:gd name="connsiteY60" fmla="*/ 358784 h 4939827"/>
              <a:gd name="connsiteX61" fmla="*/ 9670844 w 12192000"/>
              <a:gd name="connsiteY61" fmla="*/ 405128 h 4939827"/>
              <a:gd name="connsiteX62" fmla="*/ 9816083 w 12192000"/>
              <a:gd name="connsiteY62" fmla="*/ 416573 h 4939827"/>
              <a:gd name="connsiteX63" fmla="*/ 9936741 w 12192000"/>
              <a:gd name="connsiteY63" fmla="*/ 437044 h 4939827"/>
              <a:gd name="connsiteX64" fmla="*/ 10050093 w 12192000"/>
              <a:gd name="connsiteY64" fmla="*/ 443783 h 4939827"/>
              <a:gd name="connsiteX65" fmla="*/ 10130090 w 12192000"/>
              <a:gd name="connsiteY65" fmla="*/ 459520 h 4939827"/>
              <a:gd name="connsiteX66" fmla="*/ 10173456 w 12192000"/>
              <a:gd name="connsiteY66" fmla="*/ 457749 h 4939827"/>
              <a:gd name="connsiteX67" fmla="*/ 10218232 w 12192000"/>
              <a:gd name="connsiteY67" fmla="*/ 459820 h 4939827"/>
              <a:gd name="connsiteX68" fmla="*/ 10354176 w 12192000"/>
              <a:gd name="connsiteY68" fmla="*/ 471377 h 4939827"/>
              <a:gd name="connsiteX69" fmla="*/ 10430681 w 12192000"/>
              <a:gd name="connsiteY69" fmla="*/ 481226 h 4939827"/>
              <a:gd name="connsiteX70" fmla="*/ 10478169 w 12192000"/>
              <a:gd name="connsiteY70" fmla="*/ 481774 h 4939827"/>
              <a:gd name="connsiteX71" fmla="*/ 10540907 w 12192000"/>
              <a:gd name="connsiteY71" fmla="*/ 485607 h 4939827"/>
              <a:gd name="connsiteX72" fmla="*/ 10614941 w 12192000"/>
              <a:gd name="connsiteY72" fmla="*/ 487592 h 4939827"/>
              <a:gd name="connsiteX73" fmla="*/ 10674098 w 12192000"/>
              <a:gd name="connsiteY73" fmla="*/ 521656 h 4939827"/>
              <a:gd name="connsiteX74" fmla="*/ 10874834 w 12192000"/>
              <a:gd name="connsiteY74" fmla="*/ 574867 h 4939827"/>
              <a:gd name="connsiteX75" fmla="*/ 10944981 w 12192000"/>
              <a:gd name="connsiteY75" fmla="*/ 615042 h 4939827"/>
              <a:gd name="connsiteX76" fmla="*/ 11006376 w 12192000"/>
              <a:gd name="connsiteY76" fmla="*/ 645957 h 4939827"/>
              <a:gd name="connsiteX77" fmla="*/ 11076308 w 12192000"/>
              <a:gd name="connsiteY77" fmla="*/ 675698 h 4939827"/>
              <a:gd name="connsiteX78" fmla="*/ 11148789 w 12192000"/>
              <a:gd name="connsiteY78" fmla="*/ 685041 h 4939827"/>
              <a:gd name="connsiteX79" fmla="*/ 11249129 w 12192000"/>
              <a:gd name="connsiteY79" fmla="*/ 684218 h 4939827"/>
              <a:gd name="connsiteX80" fmla="*/ 11299915 w 12192000"/>
              <a:gd name="connsiteY80" fmla="*/ 692177 h 4939827"/>
              <a:gd name="connsiteX81" fmla="*/ 11386973 w 12192000"/>
              <a:gd name="connsiteY81" fmla="*/ 708209 h 4939827"/>
              <a:gd name="connsiteX82" fmla="*/ 11500105 w 12192000"/>
              <a:gd name="connsiteY82" fmla="*/ 735014 h 4939827"/>
              <a:gd name="connsiteX83" fmla="*/ 11621735 w 12192000"/>
              <a:gd name="connsiteY83" fmla="*/ 789584 h 4939827"/>
              <a:gd name="connsiteX84" fmla="*/ 11691200 w 12192000"/>
              <a:gd name="connsiteY84" fmla="*/ 867902 h 4939827"/>
              <a:gd name="connsiteX85" fmla="*/ 11819427 w 12192000"/>
              <a:gd name="connsiteY85" fmla="*/ 911634 h 4939827"/>
              <a:gd name="connsiteX86" fmla="*/ 11969720 w 12192000"/>
              <a:gd name="connsiteY86" fmla="*/ 964737 h 4939827"/>
              <a:gd name="connsiteX87" fmla="*/ 12055766 w 12192000"/>
              <a:gd name="connsiteY87" fmla="*/ 991268 h 4939827"/>
              <a:gd name="connsiteX88" fmla="*/ 12171539 w 12192000"/>
              <a:gd name="connsiteY88" fmla="*/ 995427 h 4939827"/>
              <a:gd name="connsiteX89" fmla="*/ 12187831 w 12192000"/>
              <a:gd name="connsiteY89" fmla="*/ 996580 h 4939827"/>
              <a:gd name="connsiteX90" fmla="*/ 12192000 w 12192000"/>
              <a:gd name="connsiteY90" fmla="*/ 996726 h 4939827"/>
              <a:gd name="connsiteX91" fmla="*/ 12192000 w 12192000"/>
              <a:gd name="connsiteY91" fmla="*/ 4939827 h 4939827"/>
              <a:gd name="connsiteX92" fmla="*/ 0 w 12192000"/>
              <a:gd name="connsiteY92" fmla="*/ 4939827 h 4939827"/>
              <a:gd name="connsiteX93" fmla="*/ 0 w 12192000"/>
              <a:gd name="connsiteY93" fmla="*/ 512043 h 4939827"/>
              <a:gd name="connsiteX94" fmla="*/ 7381 w 12192000"/>
              <a:gd name="connsiteY94" fmla="*/ 512580 h 4939827"/>
              <a:gd name="connsiteX95" fmla="*/ 100029 w 12192000"/>
              <a:gd name="connsiteY95" fmla="*/ 504758 h 4939827"/>
              <a:gd name="connsiteX96" fmla="*/ 155244 w 12192000"/>
              <a:gd name="connsiteY96" fmla="*/ 525130 h 4939827"/>
              <a:gd name="connsiteX97" fmla="*/ 254366 w 12192000"/>
              <a:gd name="connsiteY97" fmla="*/ 534449 h 4939827"/>
              <a:gd name="connsiteX98" fmla="*/ 447292 w 12192000"/>
              <a:gd name="connsiteY98" fmla="*/ 542725 h 4939827"/>
              <a:gd name="connsiteX99" fmla="*/ 628105 w 12192000"/>
              <a:gd name="connsiteY99" fmla="*/ 547853 h 4939827"/>
              <a:gd name="connsiteX100" fmla="*/ 783146 w 12192000"/>
              <a:gd name="connsiteY100" fmla="*/ 591799 h 4939827"/>
              <a:gd name="connsiteX101" fmla="*/ 1043676 w 12192000"/>
              <a:gd name="connsiteY101" fmla="*/ 591887 h 4939827"/>
              <a:gd name="connsiteX102" fmla="*/ 1281816 w 12192000"/>
              <a:gd name="connsiteY102" fmla="*/ 520946 h 4939827"/>
              <a:gd name="connsiteX103" fmla="*/ 1486347 w 12192000"/>
              <a:gd name="connsiteY103" fmla="*/ 487310 h 4939827"/>
              <a:gd name="connsiteX104" fmla="*/ 1568079 w 12192000"/>
              <a:gd name="connsiteY104" fmla="*/ 462531 h 4939827"/>
              <a:gd name="connsiteX105" fmla="*/ 1622516 w 12192000"/>
              <a:gd name="connsiteY105" fmla="*/ 466058 h 4939827"/>
              <a:gd name="connsiteX106" fmla="*/ 1655457 w 12192000"/>
              <a:gd name="connsiteY106" fmla="*/ 465359 h 4939827"/>
              <a:gd name="connsiteX107" fmla="*/ 1717454 w 12192000"/>
              <a:gd name="connsiteY107" fmla="*/ 417203 h 4939827"/>
              <a:gd name="connsiteX108" fmla="*/ 1913794 w 12192000"/>
              <a:gd name="connsiteY108" fmla="*/ 365255 h 4939827"/>
              <a:gd name="connsiteX109" fmla="*/ 2129762 w 12192000"/>
              <a:gd name="connsiteY109" fmla="*/ 367832 h 4939827"/>
              <a:gd name="connsiteX110" fmla="*/ 2376970 w 12192000"/>
              <a:gd name="connsiteY110" fmla="*/ 350129 h 4939827"/>
              <a:gd name="connsiteX111" fmla="*/ 2480155 w 12192000"/>
              <a:gd name="connsiteY111" fmla="*/ 359227 h 4939827"/>
              <a:gd name="connsiteX112" fmla="*/ 2586782 w 12192000"/>
              <a:gd name="connsiteY112" fmla="*/ 339352 h 4939827"/>
              <a:gd name="connsiteX113" fmla="*/ 2654496 w 12192000"/>
              <a:gd name="connsiteY113" fmla="*/ 315431 h 4939827"/>
              <a:gd name="connsiteX114" fmla="*/ 2788947 w 12192000"/>
              <a:gd name="connsiteY114" fmla="*/ 250375 h 4939827"/>
              <a:gd name="connsiteX115" fmla="*/ 2885389 w 12192000"/>
              <a:gd name="connsiteY115" fmla="*/ 255259 h 4939827"/>
              <a:gd name="connsiteX116" fmla="*/ 3045916 w 12192000"/>
              <a:gd name="connsiteY116" fmla="*/ 261030 h 4939827"/>
              <a:gd name="connsiteX117" fmla="*/ 3074187 w 12192000"/>
              <a:gd name="connsiteY117" fmla="*/ 243226 h 4939827"/>
              <a:gd name="connsiteX118" fmla="*/ 3103677 w 12192000"/>
              <a:gd name="connsiteY118" fmla="*/ 209527 h 4939827"/>
              <a:gd name="connsiteX119" fmla="*/ 3126759 w 12192000"/>
              <a:gd name="connsiteY119" fmla="*/ 211226 h 4939827"/>
              <a:gd name="connsiteX120" fmla="*/ 3164020 w 12192000"/>
              <a:gd name="connsiteY120" fmla="*/ 212779 h 4939827"/>
              <a:gd name="connsiteX121" fmla="*/ 3285019 w 12192000"/>
              <a:gd name="connsiteY121" fmla="*/ 220535 h 4939827"/>
              <a:gd name="connsiteX122" fmla="*/ 3365154 w 12192000"/>
              <a:gd name="connsiteY122" fmla="*/ 226416 h 4939827"/>
              <a:gd name="connsiteX123" fmla="*/ 3367507 w 12192000"/>
              <a:gd name="connsiteY123" fmla="*/ 225416 h 4939827"/>
              <a:gd name="connsiteX124" fmla="*/ 3387567 w 12192000"/>
              <a:gd name="connsiteY124" fmla="*/ 227103 h 4939827"/>
              <a:gd name="connsiteX125" fmla="*/ 3424753 w 12192000"/>
              <a:gd name="connsiteY125" fmla="*/ 244380 h 4939827"/>
              <a:gd name="connsiteX126" fmla="*/ 3498001 w 12192000"/>
              <a:gd name="connsiteY126" fmla="*/ 231941 h 4939827"/>
              <a:gd name="connsiteX127" fmla="*/ 3561557 w 12192000"/>
              <a:gd name="connsiteY127" fmla="*/ 228095 h 4939827"/>
              <a:gd name="connsiteX128" fmla="*/ 3611920 w 12192000"/>
              <a:gd name="connsiteY128" fmla="*/ 218094 h 4939827"/>
              <a:gd name="connsiteX129" fmla="*/ 3620528 w 12192000"/>
              <a:gd name="connsiteY129" fmla="*/ 218788 h 4939827"/>
              <a:gd name="connsiteX130" fmla="*/ 3620766 w 12192000"/>
              <a:gd name="connsiteY130" fmla="*/ 218511 h 4939827"/>
              <a:gd name="connsiteX131" fmla="*/ 3629977 w 12192000"/>
              <a:gd name="connsiteY131" fmla="*/ 218664 h 4939827"/>
              <a:gd name="connsiteX132" fmla="*/ 3636217 w 12192000"/>
              <a:gd name="connsiteY132" fmla="*/ 220048 h 4939827"/>
              <a:gd name="connsiteX133" fmla="*/ 3709484 w 12192000"/>
              <a:gd name="connsiteY133" fmla="*/ 186927 h 4939827"/>
              <a:gd name="connsiteX134" fmla="*/ 3761342 w 12192000"/>
              <a:gd name="connsiteY134" fmla="*/ 177474 h 4939827"/>
              <a:gd name="connsiteX135" fmla="*/ 3799748 w 12192000"/>
              <a:gd name="connsiteY135" fmla="*/ 167154 h 4939827"/>
              <a:gd name="connsiteX136" fmla="*/ 3812225 w 12192000"/>
              <a:gd name="connsiteY136" fmla="*/ 189020 h 4939827"/>
              <a:gd name="connsiteX137" fmla="*/ 3864537 w 12192000"/>
              <a:gd name="connsiteY137" fmla="*/ 200742 h 4939827"/>
              <a:gd name="connsiteX138" fmla="*/ 4028476 w 12192000"/>
              <a:gd name="connsiteY138" fmla="*/ 223679 h 4939827"/>
              <a:gd name="connsiteX139" fmla="*/ 4191582 w 12192000"/>
              <a:gd name="connsiteY139" fmla="*/ 238952 h 4939827"/>
              <a:gd name="connsiteX140" fmla="*/ 4251024 w 12192000"/>
              <a:gd name="connsiteY140" fmla="*/ 240874 h 4939827"/>
              <a:gd name="connsiteX141" fmla="*/ 4355275 w 12192000"/>
              <a:gd name="connsiteY141" fmla="*/ 260205 h 4939827"/>
              <a:gd name="connsiteX142" fmla="*/ 4423807 w 12192000"/>
              <a:gd name="connsiteY142" fmla="*/ 270366 h 4939827"/>
              <a:gd name="connsiteX143" fmla="*/ 4558432 w 12192000"/>
              <a:gd name="connsiteY143" fmla="*/ 269194 h 4939827"/>
              <a:gd name="connsiteX144" fmla="*/ 4635061 w 12192000"/>
              <a:gd name="connsiteY144" fmla="*/ 280682 h 4939827"/>
              <a:gd name="connsiteX145" fmla="*/ 4807427 w 12192000"/>
              <a:gd name="connsiteY145" fmla="*/ 276835 h 4939827"/>
              <a:gd name="connsiteX146" fmla="*/ 5028933 w 12192000"/>
              <a:gd name="connsiteY146" fmla="*/ 183887 h 4939827"/>
              <a:gd name="connsiteX147" fmla="*/ 5093642 w 12192000"/>
              <a:gd name="connsiteY147" fmla="*/ 177214 h 4939827"/>
              <a:gd name="connsiteX148" fmla="*/ 5102642 w 12192000"/>
              <a:gd name="connsiteY148" fmla="*/ 186816 h 4939827"/>
              <a:gd name="connsiteX149" fmla="*/ 5193590 w 12192000"/>
              <a:gd name="connsiteY149" fmla="*/ 136361 h 4939827"/>
              <a:gd name="connsiteX150" fmla="*/ 5323922 w 12192000"/>
              <a:gd name="connsiteY150" fmla="*/ 146332 h 4939827"/>
              <a:gd name="connsiteX151" fmla="*/ 5421860 w 12192000"/>
              <a:gd name="connsiteY151" fmla="*/ 167298 h 4939827"/>
              <a:gd name="connsiteX152" fmla="*/ 5476948 w 12192000"/>
              <a:gd name="connsiteY152" fmla="*/ 173249 h 4939827"/>
              <a:gd name="connsiteX153" fmla="*/ 5516842 w 12192000"/>
              <a:gd name="connsiteY153" fmla="*/ 184018 h 4939827"/>
              <a:gd name="connsiteX154" fmla="*/ 5619415 w 12192000"/>
              <a:gd name="connsiteY154" fmla="*/ 176781 h 4939827"/>
              <a:gd name="connsiteX155" fmla="*/ 5789867 w 12192000"/>
              <a:gd name="connsiteY155" fmla="*/ 150304 h 4939827"/>
              <a:gd name="connsiteX156" fmla="*/ 5825953 w 12192000"/>
              <a:gd name="connsiteY156" fmla="*/ 147907 h 4939827"/>
              <a:gd name="connsiteX157" fmla="*/ 5856168 w 12192000"/>
              <a:gd name="connsiteY157" fmla="*/ 158719 h 4939827"/>
              <a:gd name="connsiteX158" fmla="*/ 5862476 w 12192000"/>
              <a:gd name="connsiteY158" fmla="*/ 172447 h 4939827"/>
              <a:gd name="connsiteX159" fmla="*/ 5882195 w 12192000"/>
              <a:gd name="connsiteY159" fmla="*/ 173195 h 4939827"/>
              <a:gd name="connsiteX160" fmla="*/ 5887271 w 12192000"/>
              <a:gd name="connsiteY160" fmla="*/ 176084 h 4939827"/>
              <a:gd name="connsiteX161" fmla="*/ 5916552 w 12192000"/>
              <a:gd name="connsiteY161" fmla="*/ 189955 h 4939827"/>
              <a:gd name="connsiteX162" fmla="*/ 5983240 w 12192000"/>
              <a:gd name="connsiteY162" fmla="*/ 152755 h 4939827"/>
              <a:gd name="connsiteX163" fmla="*/ 6061852 w 12192000"/>
              <a:gd name="connsiteY163" fmla="*/ 161953 h 4939827"/>
              <a:gd name="connsiteX164" fmla="*/ 6531386 w 12192000"/>
              <a:gd name="connsiteY164" fmla="*/ 156103 h 4939827"/>
              <a:gd name="connsiteX165" fmla="*/ 6947884 w 12192000"/>
              <a:gd name="connsiteY165" fmla="*/ 47587 h 4939827"/>
              <a:gd name="connsiteX166" fmla="*/ 6965101 w 12192000"/>
              <a:gd name="connsiteY166" fmla="*/ 25718 h 4939827"/>
              <a:gd name="connsiteX167" fmla="*/ 6986370 w 12192000"/>
              <a:gd name="connsiteY167" fmla="*/ 12659 h 4939827"/>
              <a:gd name="connsiteX168" fmla="*/ 6989536 w 12192000"/>
              <a:gd name="connsiteY168" fmla="*/ 14528 h 4939827"/>
              <a:gd name="connsiteX169" fmla="*/ 7015933 w 12192000"/>
              <a:gd name="connsiteY169" fmla="*/ 9653 h 4939827"/>
              <a:gd name="connsiteX170" fmla="*/ 7020592 w 12192000"/>
              <a:gd name="connsiteY170" fmla="*/ 1651 h 4939827"/>
              <a:gd name="connsiteX171" fmla="*/ 7025905 w 12192000"/>
              <a:gd name="connsiteY171" fmla="*/ 0 h 4939827"/>
              <a:gd name="connsiteX0" fmla="*/ 7025905 w 12192000"/>
              <a:gd name="connsiteY0" fmla="*/ 0 h 4939827"/>
              <a:gd name="connsiteX1" fmla="*/ 7032579 w 12192000"/>
              <a:gd name="connsiteY1" fmla="*/ 2808 h 4939827"/>
              <a:gd name="connsiteX2" fmla="*/ 7079505 w 12192000"/>
              <a:gd name="connsiteY2" fmla="*/ 12971 h 4939827"/>
              <a:gd name="connsiteX3" fmla="*/ 7158791 w 12192000"/>
              <a:gd name="connsiteY3" fmla="*/ 12462 h 4939827"/>
              <a:gd name="connsiteX4" fmla="*/ 7233338 w 12192000"/>
              <a:gd name="connsiteY4" fmla="*/ 24846 h 4939827"/>
              <a:gd name="connsiteX5" fmla="*/ 7259791 w 12192000"/>
              <a:gd name="connsiteY5" fmla="*/ 29557 h 4939827"/>
              <a:gd name="connsiteX6" fmla="*/ 7263923 w 12192000"/>
              <a:gd name="connsiteY6" fmla="*/ 35029 h 4939827"/>
              <a:gd name="connsiteX7" fmla="*/ 7281549 w 12192000"/>
              <a:gd name="connsiteY7" fmla="*/ 39654 h 4939827"/>
              <a:gd name="connsiteX8" fmla="*/ 7374735 w 12192000"/>
              <a:gd name="connsiteY8" fmla="*/ 65326 h 4939827"/>
              <a:gd name="connsiteX9" fmla="*/ 7376078 w 12192000"/>
              <a:gd name="connsiteY9" fmla="*/ 63849 h 4939827"/>
              <a:gd name="connsiteX10" fmla="*/ 7402026 w 12192000"/>
              <a:gd name="connsiteY10" fmla="*/ 60308 h 4939827"/>
              <a:gd name="connsiteX11" fmla="*/ 7415091 w 12192000"/>
              <a:gd name="connsiteY11" fmla="*/ 77403 h 4939827"/>
              <a:gd name="connsiteX12" fmla="*/ 7443464 w 12192000"/>
              <a:gd name="connsiteY12" fmla="*/ 68367 h 4939827"/>
              <a:gd name="connsiteX13" fmla="*/ 7588044 w 12192000"/>
              <a:gd name="connsiteY13" fmla="*/ 110756 h 4939827"/>
              <a:gd name="connsiteX14" fmla="*/ 7732750 w 12192000"/>
              <a:gd name="connsiteY14" fmla="*/ 145456 h 4939827"/>
              <a:gd name="connsiteX15" fmla="*/ 7785900 w 12192000"/>
              <a:gd name="connsiteY15" fmla="*/ 154493 h 4939827"/>
              <a:gd name="connsiteX16" fmla="*/ 7877301 w 12192000"/>
              <a:gd name="connsiteY16" fmla="*/ 186153 h 4939827"/>
              <a:gd name="connsiteX17" fmla="*/ 7937675 w 12192000"/>
              <a:gd name="connsiteY17" fmla="*/ 204438 h 4939827"/>
              <a:gd name="connsiteX18" fmla="*/ 7952584 w 12192000"/>
              <a:gd name="connsiteY18" fmla="*/ 170181 h 4939827"/>
              <a:gd name="connsiteX19" fmla="*/ 8009534 w 12192000"/>
              <a:gd name="connsiteY19" fmla="*/ 176441 h 4939827"/>
              <a:gd name="connsiteX20" fmla="*/ 8058681 w 12192000"/>
              <a:gd name="connsiteY20" fmla="*/ 219431 h 4939827"/>
              <a:gd name="connsiteX21" fmla="*/ 8126175 w 12192000"/>
              <a:gd name="connsiteY21" fmla="*/ 240005 h 4939827"/>
              <a:gd name="connsiteX22" fmla="*/ 8166439 w 12192000"/>
              <a:gd name="connsiteY22" fmla="*/ 252699 h 4939827"/>
              <a:gd name="connsiteX23" fmla="*/ 8281371 w 12192000"/>
              <a:gd name="connsiteY23" fmla="*/ 256875 h 4939827"/>
              <a:gd name="connsiteX24" fmla="*/ 8381609 w 12192000"/>
              <a:gd name="connsiteY24" fmla="*/ 240618 h 4939827"/>
              <a:gd name="connsiteX25" fmla="*/ 8406759 w 12192000"/>
              <a:gd name="connsiteY25" fmla="*/ 232517 h 4939827"/>
              <a:gd name="connsiteX26" fmla="*/ 8426506 w 12192000"/>
              <a:gd name="connsiteY26" fmla="*/ 241842 h 4939827"/>
              <a:gd name="connsiteX27" fmla="*/ 8427949 w 12192000"/>
              <a:gd name="connsiteY27" fmla="*/ 240981 h 4939827"/>
              <a:gd name="connsiteX28" fmla="*/ 8441468 w 12192000"/>
              <a:gd name="connsiteY28" fmla="*/ 241157 h 4939827"/>
              <a:gd name="connsiteX29" fmla="*/ 8565757 w 12192000"/>
              <a:gd name="connsiteY29" fmla="*/ 255317 h 4939827"/>
              <a:gd name="connsiteX30" fmla="*/ 8573171 w 12192000"/>
              <a:gd name="connsiteY30" fmla="*/ 258426 h 4939827"/>
              <a:gd name="connsiteX31" fmla="*/ 8573548 w 12192000"/>
              <a:gd name="connsiteY31" fmla="*/ 258241 h 4939827"/>
              <a:gd name="connsiteX32" fmla="*/ 8581827 w 12192000"/>
              <a:gd name="connsiteY32" fmla="*/ 261028 h 4939827"/>
              <a:gd name="connsiteX33" fmla="*/ 8586687 w 12192000"/>
              <a:gd name="connsiteY33" fmla="*/ 264089 h 4939827"/>
              <a:gd name="connsiteX34" fmla="*/ 8601067 w 12192000"/>
              <a:gd name="connsiteY34" fmla="*/ 270114 h 4939827"/>
              <a:gd name="connsiteX35" fmla="*/ 8672650 w 12192000"/>
              <a:gd name="connsiteY35" fmla="*/ 254821 h 4939827"/>
              <a:gd name="connsiteX36" fmla="*/ 8785543 w 12192000"/>
              <a:gd name="connsiteY36" fmla="*/ 263406 h 4939827"/>
              <a:gd name="connsiteX37" fmla="*/ 8830588 w 12192000"/>
              <a:gd name="connsiteY37" fmla="*/ 265483 h 4939827"/>
              <a:gd name="connsiteX38" fmla="*/ 8905142 w 12192000"/>
              <a:gd name="connsiteY38" fmla="*/ 264958 h 4939827"/>
              <a:gd name="connsiteX39" fmla="*/ 8968582 w 12192000"/>
              <a:gd name="connsiteY39" fmla="*/ 262728 h 4939827"/>
              <a:gd name="connsiteX40" fmla="*/ 8972994 w 12192000"/>
              <a:gd name="connsiteY40" fmla="*/ 263284 h 4939827"/>
              <a:gd name="connsiteX41" fmla="*/ 9004605 w 12192000"/>
              <a:gd name="connsiteY41" fmla="*/ 258041 h 4939827"/>
              <a:gd name="connsiteX42" fmla="*/ 9016165 w 12192000"/>
              <a:gd name="connsiteY42" fmla="*/ 261258 h 4939827"/>
              <a:gd name="connsiteX43" fmla="*/ 9043297 w 12192000"/>
              <a:gd name="connsiteY43" fmla="*/ 281547 h 4939827"/>
              <a:gd name="connsiteX44" fmla="*/ 9048315 w 12192000"/>
              <a:gd name="connsiteY44" fmla="*/ 279264 h 4939827"/>
              <a:gd name="connsiteX45" fmla="*/ 9054706 w 12192000"/>
              <a:gd name="connsiteY45" fmla="*/ 278538 h 4939827"/>
              <a:gd name="connsiteX46" fmla="*/ 9070919 w 12192000"/>
              <a:gd name="connsiteY46" fmla="*/ 281810 h 4939827"/>
              <a:gd name="connsiteX47" fmla="*/ 9076813 w 12192000"/>
              <a:gd name="connsiteY47" fmla="*/ 283909 h 4939827"/>
              <a:gd name="connsiteX48" fmla="*/ 9085871 w 12192000"/>
              <a:gd name="connsiteY48" fmla="*/ 285133 h 4939827"/>
              <a:gd name="connsiteX49" fmla="*/ 9086159 w 12192000"/>
              <a:gd name="connsiteY49" fmla="*/ 284887 h 4939827"/>
              <a:gd name="connsiteX50" fmla="*/ 9134606 w 12192000"/>
              <a:gd name="connsiteY50" fmla="*/ 288168 h 4939827"/>
              <a:gd name="connsiteX51" fmla="*/ 9195590 w 12192000"/>
              <a:gd name="connsiteY51" fmla="*/ 279568 h 4939827"/>
              <a:gd name="connsiteX52" fmla="*/ 9219336 w 12192000"/>
              <a:gd name="connsiteY52" fmla="*/ 278133 h 4939827"/>
              <a:gd name="connsiteX53" fmla="*/ 9232362 w 12192000"/>
              <a:gd name="connsiteY53" fmla="*/ 275894 h 4939827"/>
              <a:gd name="connsiteX54" fmla="*/ 9233396 w 12192000"/>
              <a:gd name="connsiteY54" fmla="*/ 274803 h 4939827"/>
              <a:gd name="connsiteX55" fmla="*/ 9256213 w 12192000"/>
              <a:gd name="connsiteY55" fmla="*/ 281576 h 4939827"/>
              <a:gd name="connsiteX56" fmla="*/ 9262377 w 12192000"/>
              <a:gd name="connsiteY56" fmla="*/ 286635 h 4939827"/>
              <a:gd name="connsiteX57" fmla="*/ 9287089 w 12192000"/>
              <a:gd name="connsiteY57" fmla="*/ 303891 h 4939827"/>
              <a:gd name="connsiteX58" fmla="*/ 9371484 w 12192000"/>
              <a:gd name="connsiteY58" fmla="*/ 329634 h 4939827"/>
              <a:gd name="connsiteX59" fmla="*/ 9404829 w 12192000"/>
              <a:gd name="connsiteY59" fmla="*/ 339038 h 4939827"/>
              <a:gd name="connsiteX60" fmla="*/ 9427021 w 12192000"/>
              <a:gd name="connsiteY60" fmla="*/ 358784 h 4939827"/>
              <a:gd name="connsiteX61" fmla="*/ 9670844 w 12192000"/>
              <a:gd name="connsiteY61" fmla="*/ 405128 h 4939827"/>
              <a:gd name="connsiteX62" fmla="*/ 9816083 w 12192000"/>
              <a:gd name="connsiteY62" fmla="*/ 416573 h 4939827"/>
              <a:gd name="connsiteX63" fmla="*/ 9936741 w 12192000"/>
              <a:gd name="connsiteY63" fmla="*/ 437044 h 4939827"/>
              <a:gd name="connsiteX64" fmla="*/ 10050093 w 12192000"/>
              <a:gd name="connsiteY64" fmla="*/ 443783 h 4939827"/>
              <a:gd name="connsiteX65" fmla="*/ 10130090 w 12192000"/>
              <a:gd name="connsiteY65" fmla="*/ 459520 h 4939827"/>
              <a:gd name="connsiteX66" fmla="*/ 10173456 w 12192000"/>
              <a:gd name="connsiteY66" fmla="*/ 457749 h 4939827"/>
              <a:gd name="connsiteX67" fmla="*/ 10218232 w 12192000"/>
              <a:gd name="connsiteY67" fmla="*/ 459820 h 4939827"/>
              <a:gd name="connsiteX68" fmla="*/ 10354176 w 12192000"/>
              <a:gd name="connsiteY68" fmla="*/ 471377 h 4939827"/>
              <a:gd name="connsiteX69" fmla="*/ 10430681 w 12192000"/>
              <a:gd name="connsiteY69" fmla="*/ 481226 h 4939827"/>
              <a:gd name="connsiteX70" fmla="*/ 10478169 w 12192000"/>
              <a:gd name="connsiteY70" fmla="*/ 481774 h 4939827"/>
              <a:gd name="connsiteX71" fmla="*/ 10540907 w 12192000"/>
              <a:gd name="connsiteY71" fmla="*/ 485607 h 4939827"/>
              <a:gd name="connsiteX72" fmla="*/ 10614941 w 12192000"/>
              <a:gd name="connsiteY72" fmla="*/ 487592 h 4939827"/>
              <a:gd name="connsiteX73" fmla="*/ 10674098 w 12192000"/>
              <a:gd name="connsiteY73" fmla="*/ 521656 h 4939827"/>
              <a:gd name="connsiteX74" fmla="*/ 10874834 w 12192000"/>
              <a:gd name="connsiteY74" fmla="*/ 574867 h 4939827"/>
              <a:gd name="connsiteX75" fmla="*/ 10944981 w 12192000"/>
              <a:gd name="connsiteY75" fmla="*/ 615042 h 4939827"/>
              <a:gd name="connsiteX76" fmla="*/ 11006376 w 12192000"/>
              <a:gd name="connsiteY76" fmla="*/ 645957 h 4939827"/>
              <a:gd name="connsiteX77" fmla="*/ 11076308 w 12192000"/>
              <a:gd name="connsiteY77" fmla="*/ 675698 h 4939827"/>
              <a:gd name="connsiteX78" fmla="*/ 11148789 w 12192000"/>
              <a:gd name="connsiteY78" fmla="*/ 685041 h 4939827"/>
              <a:gd name="connsiteX79" fmla="*/ 11249129 w 12192000"/>
              <a:gd name="connsiteY79" fmla="*/ 684218 h 4939827"/>
              <a:gd name="connsiteX80" fmla="*/ 11299915 w 12192000"/>
              <a:gd name="connsiteY80" fmla="*/ 692177 h 4939827"/>
              <a:gd name="connsiteX81" fmla="*/ 11386973 w 12192000"/>
              <a:gd name="connsiteY81" fmla="*/ 708209 h 4939827"/>
              <a:gd name="connsiteX82" fmla="*/ 11500105 w 12192000"/>
              <a:gd name="connsiteY82" fmla="*/ 735014 h 4939827"/>
              <a:gd name="connsiteX83" fmla="*/ 11621735 w 12192000"/>
              <a:gd name="connsiteY83" fmla="*/ 789584 h 4939827"/>
              <a:gd name="connsiteX84" fmla="*/ 11691200 w 12192000"/>
              <a:gd name="connsiteY84" fmla="*/ 867902 h 4939827"/>
              <a:gd name="connsiteX85" fmla="*/ 11819427 w 12192000"/>
              <a:gd name="connsiteY85" fmla="*/ 911634 h 4939827"/>
              <a:gd name="connsiteX86" fmla="*/ 11969720 w 12192000"/>
              <a:gd name="connsiteY86" fmla="*/ 964737 h 4939827"/>
              <a:gd name="connsiteX87" fmla="*/ 12055766 w 12192000"/>
              <a:gd name="connsiteY87" fmla="*/ 991268 h 4939827"/>
              <a:gd name="connsiteX88" fmla="*/ 12171539 w 12192000"/>
              <a:gd name="connsiteY88" fmla="*/ 995427 h 4939827"/>
              <a:gd name="connsiteX89" fmla="*/ 12187831 w 12192000"/>
              <a:gd name="connsiteY89" fmla="*/ 996580 h 4939827"/>
              <a:gd name="connsiteX90" fmla="*/ 12192000 w 12192000"/>
              <a:gd name="connsiteY90" fmla="*/ 996726 h 4939827"/>
              <a:gd name="connsiteX91" fmla="*/ 12192000 w 12192000"/>
              <a:gd name="connsiteY91" fmla="*/ 4939827 h 4939827"/>
              <a:gd name="connsiteX92" fmla="*/ 0 w 12192000"/>
              <a:gd name="connsiteY92" fmla="*/ 4939827 h 4939827"/>
              <a:gd name="connsiteX93" fmla="*/ 0 w 12192000"/>
              <a:gd name="connsiteY93" fmla="*/ 512043 h 4939827"/>
              <a:gd name="connsiteX94" fmla="*/ 7381 w 12192000"/>
              <a:gd name="connsiteY94" fmla="*/ 512580 h 4939827"/>
              <a:gd name="connsiteX95" fmla="*/ 100029 w 12192000"/>
              <a:gd name="connsiteY95" fmla="*/ 504758 h 4939827"/>
              <a:gd name="connsiteX96" fmla="*/ 155244 w 12192000"/>
              <a:gd name="connsiteY96" fmla="*/ 525130 h 4939827"/>
              <a:gd name="connsiteX97" fmla="*/ 254366 w 12192000"/>
              <a:gd name="connsiteY97" fmla="*/ 534449 h 4939827"/>
              <a:gd name="connsiteX98" fmla="*/ 447292 w 12192000"/>
              <a:gd name="connsiteY98" fmla="*/ 542725 h 4939827"/>
              <a:gd name="connsiteX99" fmla="*/ 628105 w 12192000"/>
              <a:gd name="connsiteY99" fmla="*/ 547853 h 4939827"/>
              <a:gd name="connsiteX100" fmla="*/ 783146 w 12192000"/>
              <a:gd name="connsiteY100" fmla="*/ 591799 h 4939827"/>
              <a:gd name="connsiteX101" fmla="*/ 1043676 w 12192000"/>
              <a:gd name="connsiteY101" fmla="*/ 591887 h 4939827"/>
              <a:gd name="connsiteX102" fmla="*/ 1281816 w 12192000"/>
              <a:gd name="connsiteY102" fmla="*/ 520946 h 4939827"/>
              <a:gd name="connsiteX103" fmla="*/ 1486347 w 12192000"/>
              <a:gd name="connsiteY103" fmla="*/ 487310 h 4939827"/>
              <a:gd name="connsiteX104" fmla="*/ 1568079 w 12192000"/>
              <a:gd name="connsiteY104" fmla="*/ 462531 h 4939827"/>
              <a:gd name="connsiteX105" fmla="*/ 1622516 w 12192000"/>
              <a:gd name="connsiteY105" fmla="*/ 466058 h 4939827"/>
              <a:gd name="connsiteX106" fmla="*/ 1655457 w 12192000"/>
              <a:gd name="connsiteY106" fmla="*/ 465359 h 4939827"/>
              <a:gd name="connsiteX107" fmla="*/ 1717454 w 12192000"/>
              <a:gd name="connsiteY107" fmla="*/ 417203 h 4939827"/>
              <a:gd name="connsiteX108" fmla="*/ 1913794 w 12192000"/>
              <a:gd name="connsiteY108" fmla="*/ 365255 h 4939827"/>
              <a:gd name="connsiteX109" fmla="*/ 2129762 w 12192000"/>
              <a:gd name="connsiteY109" fmla="*/ 367832 h 4939827"/>
              <a:gd name="connsiteX110" fmla="*/ 2376970 w 12192000"/>
              <a:gd name="connsiteY110" fmla="*/ 350129 h 4939827"/>
              <a:gd name="connsiteX111" fmla="*/ 2480155 w 12192000"/>
              <a:gd name="connsiteY111" fmla="*/ 359227 h 4939827"/>
              <a:gd name="connsiteX112" fmla="*/ 2586782 w 12192000"/>
              <a:gd name="connsiteY112" fmla="*/ 339352 h 4939827"/>
              <a:gd name="connsiteX113" fmla="*/ 2654496 w 12192000"/>
              <a:gd name="connsiteY113" fmla="*/ 315431 h 4939827"/>
              <a:gd name="connsiteX114" fmla="*/ 2788947 w 12192000"/>
              <a:gd name="connsiteY114" fmla="*/ 250375 h 4939827"/>
              <a:gd name="connsiteX115" fmla="*/ 2885389 w 12192000"/>
              <a:gd name="connsiteY115" fmla="*/ 255259 h 4939827"/>
              <a:gd name="connsiteX116" fmla="*/ 3045916 w 12192000"/>
              <a:gd name="connsiteY116" fmla="*/ 261030 h 4939827"/>
              <a:gd name="connsiteX117" fmla="*/ 3074187 w 12192000"/>
              <a:gd name="connsiteY117" fmla="*/ 243226 h 4939827"/>
              <a:gd name="connsiteX118" fmla="*/ 3103677 w 12192000"/>
              <a:gd name="connsiteY118" fmla="*/ 209527 h 4939827"/>
              <a:gd name="connsiteX119" fmla="*/ 3126759 w 12192000"/>
              <a:gd name="connsiteY119" fmla="*/ 211226 h 4939827"/>
              <a:gd name="connsiteX120" fmla="*/ 3164020 w 12192000"/>
              <a:gd name="connsiteY120" fmla="*/ 212779 h 4939827"/>
              <a:gd name="connsiteX121" fmla="*/ 3285019 w 12192000"/>
              <a:gd name="connsiteY121" fmla="*/ 220535 h 4939827"/>
              <a:gd name="connsiteX122" fmla="*/ 3365154 w 12192000"/>
              <a:gd name="connsiteY122" fmla="*/ 226416 h 4939827"/>
              <a:gd name="connsiteX123" fmla="*/ 3367507 w 12192000"/>
              <a:gd name="connsiteY123" fmla="*/ 225416 h 4939827"/>
              <a:gd name="connsiteX124" fmla="*/ 3387567 w 12192000"/>
              <a:gd name="connsiteY124" fmla="*/ 227103 h 4939827"/>
              <a:gd name="connsiteX125" fmla="*/ 3424753 w 12192000"/>
              <a:gd name="connsiteY125" fmla="*/ 244380 h 4939827"/>
              <a:gd name="connsiteX126" fmla="*/ 3498001 w 12192000"/>
              <a:gd name="connsiteY126" fmla="*/ 231941 h 4939827"/>
              <a:gd name="connsiteX127" fmla="*/ 3561557 w 12192000"/>
              <a:gd name="connsiteY127" fmla="*/ 228095 h 4939827"/>
              <a:gd name="connsiteX128" fmla="*/ 3611920 w 12192000"/>
              <a:gd name="connsiteY128" fmla="*/ 218094 h 4939827"/>
              <a:gd name="connsiteX129" fmla="*/ 3620528 w 12192000"/>
              <a:gd name="connsiteY129" fmla="*/ 218788 h 4939827"/>
              <a:gd name="connsiteX130" fmla="*/ 3620766 w 12192000"/>
              <a:gd name="connsiteY130" fmla="*/ 218511 h 4939827"/>
              <a:gd name="connsiteX131" fmla="*/ 3629977 w 12192000"/>
              <a:gd name="connsiteY131" fmla="*/ 218664 h 4939827"/>
              <a:gd name="connsiteX132" fmla="*/ 3636217 w 12192000"/>
              <a:gd name="connsiteY132" fmla="*/ 220048 h 4939827"/>
              <a:gd name="connsiteX133" fmla="*/ 3709484 w 12192000"/>
              <a:gd name="connsiteY133" fmla="*/ 186927 h 4939827"/>
              <a:gd name="connsiteX134" fmla="*/ 3761342 w 12192000"/>
              <a:gd name="connsiteY134" fmla="*/ 177474 h 4939827"/>
              <a:gd name="connsiteX135" fmla="*/ 3799748 w 12192000"/>
              <a:gd name="connsiteY135" fmla="*/ 167154 h 4939827"/>
              <a:gd name="connsiteX136" fmla="*/ 3812225 w 12192000"/>
              <a:gd name="connsiteY136" fmla="*/ 189020 h 4939827"/>
              <a:gd name="connsiteX137" fmla="*/ 3864537 w 12192000"/>
              <a:gd name="connsiteY137" fmla="*/ 200742 h 4939827"/>
              <a:gd name="connsiteX138" fmla="*/ 4028476 w 12192000"/>
              <a:gd name="connsiteY138" fmla="*/ 223679 h 4939827"/>
              <a:gd name="connsiteX139" fmla="*/ 4191582 w 12192000"/>
              <a:gd name="connsiteY139" fmla="*/ 238952 h 4939827"/>
              <a:gd name="connsiteX140" fmla="*/ 4251024 w 12192000"/>
              <a:gd name="connsiteY140" fmla="*/ 240874 h 4939827"/>
              <a:gd name="connsiteX141" fmla="*/ 4355275 w 12192000"/>
              <a:gd name="connsiteY141" fmla="*/ 260205 h 4939827"/>
              <a:gd name="connsiteX142" fmla="*/ 4423807 w 12192000"/>
              <a:gd name="connsiteY142" fmla="*/ 270366 h 4939827"/>
              <a:gd name="connsiteX143" fmla="*/ 4558432 w 12192000"/>
              <a:gd name="connsiteY143" fmla="*/ 269194 h 4939827"/>
              <a:gd name="connsiteX144" fmla="*/ 4635061 w 12192000"/>
              <a:gd name="connsiteY144" fmla="*/ 280682 h 4939827"/>
              <a:gd name="connsiteX145" fmla="*/ 4807427 w 12192000"/>
              <a:gd name="connsiteY145" fmla="*/ 276835 h 4939827"/>
              <a:gd name="connsiteX146" fmla="*/ 5028933 w 12192000"/>
              <a:gd name="connsiteY146" fmla="*/ 183887 h 4939827"/>
              <a:gd name="connsiteX147" fmla="*/ 5093642 w 12192000"/>
              <a:gd name="connsiteY147" fmla="*/ 177214 h 4939827"/>
              <a:gd name="connsiteX148" fmla="*/ 5102642 w 12192000"/>
              <a:gd name="connsiteY148" fmla="*/ 186816 h 4939827"/>
              <a:gd name="connsiteX149" fmla="*/ 5193590 w 12192000"/>
              <a:gd name="connsiteY149" fmla="*/ 136361 h 4939827"/>
              <a:gd name="connsiteX150" fmla="*/ 5323922 w 12192000"/>
              <a:gd name="connsiteY150" fmla="*/ 146332 h 4939827"/>
              <a:gd name="connsiteX151" fmla="*/ 5421860 w 12192000"/>
              <a:gd name="connsiteY151" fmla="*/ 167298 h 4939827"/>
              <a:gd name="connsiteX152" fmla="*/ 5476948 w 12192000"/>
              <a:gd name="connsiteY152" fmla="*/ 173249 h 4939827"/>
              <a:gd name="connsiteX153" fmla="*/ 5516842 w 12192000"/>
              <a:gd name="connsiteY153" fmla="*/ 184018 h 4939827"/>
              <a:gd name="connsiteX154" fmla="*/ 5619415 w 12192000"/>
              <a:gd name="connsiteY154" fmla="*/ 176781 h 4939827"/>
              <a:gd name="connsiteX155" fmla="*/ 5789867 w 12192000"/>
              <a:gd name="connsiteY155" fmla="*/ 150304 h 4939827"/>
              <a:gd name="connsiteX156" fmla="*/ 5825953 w 12192000"/>
              <a:gd name="connsiteY156" fmla="*/ 147907 h 4939827"/>
              <a:gd name="connsiteX157" fmla="*/ 5856168 w 12192000"/>
              <a:gd name="connsiteY157" fmla="*/ 158719 h 4939827"/>
              <a:gd name="connsiteX158" fmla="*/ 5862476 w 12192000"/>
              <a:gd name="connsiteY158" fmla="*/ 172447 h 4939827"/>
              <a:gd name="connsiteX159" fmla="*/ 5882195 w 12192000"/>
              <a:gd name="connsiteY159" fmla="*/ 173195 h 4939827"/>
              <a:gd name="connsiteX160" fmla="*/ 5887271 w 12192000"/>
              <a:gd name="connsiteY160" fmla="*/ 176084 h 4939827"/>
              <a:gd name="connsiteX161" fmla="*/ 5916552 w 12192000"/>
              <a:gd name="connsiteY161" fmla="*/ 189955 h 4939827"/>
              <a:gd name="connsiteX162" fmla="*/ 5983240 w 12192000"/>
              <a:gd name="connsiteY162" fmla="*/ 152755 h 4939827"/>
              <a:gd name="connsiteX163" fmla="*/ 6061852 w 12192000"/>
              <a:gd name="connsiteY163" fmla="*/ 161953 h 4939827"/>
              <a:gd name="connsiteX164" fmla="*/ 6531386 w 12192000"/>
              <a:gd name="connsiteY164" fmla="*/ 156103 h 4939827"/>
              <a:gd name="connsiteX165" fmla="*/ 6756965 w 12192000"/>
              <a:gd name="connsiteY165" fmla="*/ 57636 h 4939827"/>
              <a:gd name="connsiteX166" fmla="*/ 6965101 w 12192000"/>
              <a:gd name="connsiteY166" fmla="*/ 25718 h 4939827"/>
              <a:gd name="connsiteX167" fmla="*/ 6986370 w 12192000"/>
              <a:gd name="connsiteY167" fmla="*/ 12659 h 4939827"/>
              <a:gd name="connsiteX168" fmla="*/ 6989536 w 12192000"/>
              <a:gd name="connsiteY168" fmla="*/ 14528 h 4939827"/>
              <a:gd name="connsiteX169" fmla="*/ 7015933 w 12192000"/>
              <a:gd name="connsiteY169" fmla="*/ 9653 h 4939827"/>
              <a:gd name="connsiteX170" fmla="*/ 7020592 w 12192000"/>
              <a:gd name="connsiteY170" fmla="*/ 1651 h 4939827"/>
              <a:gd name="connsiteX171" fmla="*/ 7025905 w 12192000"/>
              <a:gd name="connsiteY171" fmla="*/ 0 h 4939827"/>
              <a:gd name="connsiteX0" fmla="*/ 7025905 w 12192000"/>
              <a:gd name="connsiteY0" fmla="*/ 0 h 4939827"/>
              <a:gd name="connsiteX1" fmla="*/ 7032579 w 12192000"/>
              <a:gd name="connsiteY1" fmla="*/ 2808 h 4939827"/>
              <a:gd name="connsiteX2" fmla="*/ 7079505 w 12192000"/>
              <a:gd name="connsiteY2" fmla="*/ 12971 h 4939827"/>
              <a:gd name="connsiteX3" fmla="*/ 7158791 w 12192000"/>
              <a:gd name="connsiteY3" fmla="*/ 12462 h 4939827"/>
              <a:gd name="connsiteX4" fmla="*/ 7233338 w 12192000"/>
              <a:gd name="connsiteY4" fmla="*/ 24846 h 4939827"/>
              <a:gd name="connsiteX5" fmla="*/ 7259791 w 12192000"/>
              <a:gd name="connsiteY5" fmla="*/ 29557 h 4939827"/>
              <a:gd name="connsiteX6" fmla="*/ 7263923 w 12192000"/>
              <a:gd name="connsiteY6" fmla="*/ 35029 h 4939827"/>
              <a:gd name="connsiteX7" fmla="*/ 7281549 w 12192000"/>
              <a:gd name="connsiteY7" fmla="*/ 39654 h 4939827"/>
              <a:gd name="connsiteX8" fmla="*/ 7374735 w 12192000"/>
              <a:gd name="connsiteY8" fmla="*/ 65326 h 4939827"/>
              <a:gd name="connsiteX9" fmla="*/ 7376078 w 12192000"/>
              <a:gd name="connsiteY9" fmla="*/ 63849 h 4939827"/>
              <a:gd name="connsiteX10" fmla="*/ 7402026 w 12192000"/>
              <a:gd name="connsiteY10" fmla="*/ 60308 h 4939827"/>
              <a:gd name="connsiteX11" fmla="*/ 7415091 w 12192000"/>
              <a:gd name="connsiteY11" fmla="*/ 77403 h 4939827"/>
              <a:gd name="connsiteX12" fmla="*/ 7443464 w 12192000"/>
              <a:gd name="connsiteY12" fmla="*/ 68367 h 4939827"/>
              <a:gd name="connsiteX13" fmla="*/ 7588044 w 12192000"/>
              <a:gd name="connsiteY13" fmla="*/ 110756 h 4939827"/>
              <a:gd name="connsiteX14" fmla="*/ 7732750 w 12192000"/>
              <a:gd name="connsiteY14" fmla="*/ 145456 h 4939827"/>
              <a:gd name="connsiteX15" fmla="*/ 7785900 w 12192000"/>
              <a:gd name="connsiteY15" fmla="*/ 154493 h 4939827"/>
              <a:gd name="connsiteX16" fmla="*/ 7877301 w 12192000"/>
              <a:gd name="connsiteY16" fmla="*/ 186153 h 4939827"/>
              <a:gd name="connsiteX17" fmla="*/ 7937675 w 12192000"/>
              <a:gd name="connsiteY17" fmla="*/ 204438 h 4939827"/>
              <a:gd name="connsiteX18" fmla="*/ 7952584 w 12192000"/>
              <a:gd name="connsiteY18" fmla="*/ 170181 h 4939827"/>
              <a:gd name="connsiteX19" fmla="*/ 8009534 w 12192000"/>
              <a:gd name="connsiteY19" fmla="*/ 176441 h 4939827"/>
              <a:gd name="connsiteX20" fmla="*/ 8058681 w 12192000"/>
              <a:gd name="connsiteY20" fmla="*/ 219431 h 4939827"/>
              <a:gd name="connsiteX21" fmla="*/ 8126175 w 12192000"/>
              <a:gd name="connsiteY21" fmla="*/ 240005 h 4939827"/>
              <a:gd name="connsiteX22" fmla="*/ 8166439 w 12192000"/>
              <a:gd name="connsiteY22" fmla="*/ 252699 h 4939827"/>
              <a:gd name="connsiteX23" fmla="*/ 8281371 w 12192000"/>
              <a:gd name="connsiteY23" fmla="*/ 256875 h 4939827"/>
              <a:gd name="connsiteX24" fmla="*/ 8381609 w 12192000"/>
              <a:gd name="connsiteY24" fmla="*/ 240618 h 4939827"/>
              <a:gd name="connsiteX25" fmla="*/ 8406759 w 12192000"/>
              <a:gd name="connsiteY25" fmla="*/ 232517 h 4939827"/>
              <a:gd name="connsiteX26" fmla="*/ 8426506 w 12192000"/>
              <a:gd name="connsiteY26" fmla="*/ 241842 h 4939827"/>
              <a:gd name="connsiteX27" fmla="*/ 8427949 w 12192000"/>
              <a:gd name="connsiteY27" fmla="*/ 240981 h 4939827"/>
              <a:gd name="connsiteX28" fmla="*/ 8441468 w 12192000"/>
              <a:gd name="connsiteY28" fmla="*/ 241157 h 4939827"/>
              <a:gd name="connsiteX29" fmla="*/ 8565757 w 12192000"/>
              <a:gd name="connsiteY29" fmla="*/ 255317 h 4939827"/>
              <a:gd name="connsiteX30" fmla="*/ 8573171 w 12192000"/>
              <a:gd name="connsiteY30" fmla="*/ 258426 h 4939827"/>
              <a:gd name="connsiteX31" fmla="*/ 8573548 w 12192000"/>
              <a:gd name="connsiteY31" fmla="*/ 258241 h 4939827"/>
              <a:gd name="connsiteX32" fmla="*/ 8581827 w 12192000"/>
              <a:gd name="connsiteY32" fmla="*/ 261028 h 4939827"/>
              <a:gd name="connsiteX33" fmla="*/ 8586687 w 12192000"/>
              <a:gd name="connsiteY33" fmla="*/ 264089 h 4939827"/>
              <a:gd name="connsiteX34" fmla="*/ 8601067 w 12192000"/>
              <a:gd name="connsiteY34" fmla="*/ 270114 h 4939827"/>
              <a:gd name="connsiteX35" fmla="*/ 8672650 w 12192000"/>
              <a:gd name="connsiteY35" fmla="*/ 254821 h 4939827"/>
              <a:gd name="connsiteX36" fmla="*/ 8785543 w 12192000"/>
              <a:gd name="connsiteY36" fmla="*/ 263406 h 4939827"/>
              <a:gd name="connsiteX37" fmla="*/ 8830588 w 12192000"/>
              <a:gd name="connsiteY37" fmla="*/ 265483 h 4939827"/>
              <a:gd name="connsiteX38" fmla="*/ 8905142 w 12192000"/>
              <a:gd name="connsiteY38" fmla="*/ 264958 h 4939827"/>
              <a:gd name="connsiteX39" fmla="*/ 8968582 w 12192000"/>
              <a:gd name="connsiteY39" fmla="*/ 262728 h 4939827"/>
              <a:gd name="connsiteX40" fmla="*/ 8972994 w 12192000"/>
              <a:gd name="connsiteY40" fmla="*/ 263284 h 4939827"/>
              <a:gd name="connsiteX41" fmla="*/ 9004605 w 12192000"/>
              <a:gd name="connsiteY41" fmla="*/ 258041 h 4939827"/>
              <a:gd name="connsiteX42" fmla="*/ 9016165 w 12192000"/>
              <a:gd name="connsiteY42" fmla="*/ 261258 h 4939827"/>
              <a:gd name="connsiteX43" fmla="*/ 9043297 w 12192000"/>
              <a:gd name="connsiteY43" fmla="*/ 281547 h 4939827"/>
              <a:gd name="connsiteX44" fmla="*/ 9048315 w 12192000"/>
              <a:gd name="connsiteY44" fmla="*/ 279264 h 4939827"/>
              <a:gd name="connsiteX45" fmla="*/ 9054706 w 12192000"/>
              <a:gd name="connsiteY45" fmla="*/ 278538 h 4939827"/>
              <a:gd name="connsiteX46" fmla="*/ 9070919 w 12192000"/>
              <a:gd name="connsiteY46" fmla="*/ 281810 h 4939827"/>
              <a:gd name="connsiteX47" fmla="*/ 9076813 w 12192000"/>
              <a:gd name="connsiteY47" fmla="*/ 283909 h 4939827"/>
              <a:gd name="connsiteX48" fmla="*/ 9085871 w 12192000"/>
              <a:gd name="connsiteY48" fmla="*/ 285133 h 4939827"/>
              <a:gd name="connsiteX49" fmla="*/ 9086159 w 12192000"/>
              <a:gd name="connsiteY49" fmla="*/ 284887 h 4939827"/>
              <a:gd name="connsiteX50" fmla="*/ 9134606 w 12192000"/>
              <a:gd name="connsiteY50" fmla="*/ 288168 h 4939827"/>
              <a:gd name="connsiteX51" fmla="*/ 9195590 w 12192000"/>
              <a:gd name="connsiteY51" fmla="*/ 279568 h 4939827"/>
              <a:gd name="connsiteX52" fmla="*/ 9219336 w 12192000"/>
              <a:gd name="connsiteY52" fmla="*/ 278133 h 4939827"/>
              <a:gd name="connsiteX53" fmla="*/ 9232362 w 12192000"/>
              <a:gd name="connsiteY53" fmla="*/ 275894 h 4939827"/>
              <a:gd name="connsiteX54" fmla="*/ 9233396 w 12192000"/>
              <a:gd name="connsiteY54" fmla="*/ 274803 h 4939827"/>
              <a:gd name="connsiteX55" fmla="*/ 9256213 w 12192000"/>
              <a:gd name="connsiteY55" fmla="*/ 281576 h 4939827"/>
              <a:gd name="connsiteX56" fmla="*/ 9262377 w 12192000"/>
              <a:gd name="connsiteY56" fmla="*/ 286635 h 4939827"/>
              <a:gd name="connsiteX57" fmla="*/ 9287089 w 12192000"/>
              <a:gd name="connsiteY57" fmla="*/ 303891 h 4939827"/>
              <a:gd name="connsiteX58" fmla="*/ 9371484 w 12192000"/>
              <a:gd name="connsiteY58" fmla="*/ 329634 h 4939827"/>
              <a:gd name="connsiteX59" fmla="*/ 9404829 w 12192000"/>
              <a:gd name="connsiteY59" fmla="*/ 339038 h 4939827"/>
              <a:gd name="connsiteX60" fmla="*/ 9427021 w 12192000"/>
              <a:gd name="connsiteY60" fmla="*/ 358784 h 4939827"/>
              <a:gd name="connsiteX61" fmla="*/ 9670844 w 12192000"/>
              <a:gd name="connsiteY61" fmla="*/ 405128 h 4939827"/>
              <a:gd name="connsiteX62" fmla="*/ 9816083 w 12192000"/>
              <a:gd name="connsiteY62" fmla="*/ 416573 h 4939827"/>
              <a:gd name="connsiteX63" fmla="*/ 9936741 w 12192000"/>
              <a:gd name="connsiteY63" fmla="*/ 437044 h 4939827"/>
              <a:gd name="connsiteX64" fmla="*/ 10050093 w 12192000"/>
              <a:gd name="connsiteY64" fmla="*/ 443783 h 4939827"/>
              <a:gd name="connsiteX65" fmla="*/ 10130090 w 12192000"/>
              <a:gd name="connsiteY65" fmla="*/ 459520 h 4939827"/>
              <a:gd name="connsiteX66" fmla="*/ 10173456 w 12192000"/>
              <a:gd name="connsiteY66" fmla="*/ 457749 h 4939827"/>
              <a:gd name="connsiteX67" fmla="*/ 10218232 w 12192000"/>
              <a:gd name="connsiteY67" fmla="*/ 459820 h 4939827"/>
              <a:gd name="connsiteX68" fmla="*/ 10354176 w 12192000"/>
              <a:gd name="connsiteY68" fmla="*/ 471377 h 4939827"/>
              <a:gd name="connsiteX69" fmla="*/ 10430681 w 12192000"/>
              <a:gd name="connsiteY69" fmla="*/ 481226 h 4939827"/>
              <a:gd name="connsiteX70" fmla="*/ 10478169 w 12192000"/>
              <a:gd name="connsiteY70" fmla="*/ 481774 h 4939827"/>
              <a:gd name="connsiteX71" fmla="*/ 10540907 w 12192000"/>
              <a:gd name="connsiteY71" fmla="*/ 485607 h 4939827"/>
              <a:gd name="connsiteX72" fmla="*/ 10614941 w 12192000"/>
              <a:gd name="connsiteY72" fmla="*/ 487592 h 4939827"/>
              <a:gd name="connsiteX73" fmla="*/ 10674098 w 12192000"/>
              <a:gd name="connsiteY73" fmla="*/ 521656 h 4939827"/>
              <a:gd name="connsiteX74" fmla="*/ 10874834 w 12192000"/>
              <a:gd name="connsiteY74" fmla="*/ 574867 h 4939827"/>
              <a:gd name="connsiteX75" fmla="*/ 10944981 w 12192000"/>
              <a:gd name="connsiteY75" fmla="*/ 615042 h 4939827"/>
              <a:gd name="connsiteX76" fmla="*/ 11006376 w 12192000"/>
              <a:gd name="connsiteY76" fmla="*/ 645957 h 4939827"/>
              <a:gd name="connsiteX77" fmla="*/ 11076308 w 12192000"/>
              <a:gd name="connsiteY77" fmla="*/ 675698 h 4939827"/>
              <a:gd name="connsiteX78" fmla="*/ 11148789 w 12192000"/>
              <a:gd name="connsiteY78" fmla="*/ 685041 h 4939827"/>
              <a:gd name="connsiteX79" fmla="*/ 11249129 w 12192000"/>
              <a:gd name="connsiteY79" fmla="*/ 684218 h 4939827"/>
              <a:gd name="connsiteX80" fmla="*/ 11299915 w 12192000"/>
              <a:gd name="connsiteY80" fmla="*/ 692177 h 4939827"/>
              <a:gd name="connsiteX81" fmla="*/ 11386973 w 12192000"/>
              <a:gd name="connsiteY81" fmla="*/ 708209 h 4939827"/>
              <a:gd name="connsiteX82" fmla="*/ 11500105 w 12192000"/>
              <a:gd name="connsiteY82" fmla="*/ 735014 h 4939827"/>
              <a:gd name="connsiteX83" fmla="*/ 11621735 w 12192000"/>
              <a:gd name="connsiteY83" fmla="*/ 789584 h 4939827"/>
              <a:gd name="connsiteX84" fmla="*/ 11691200 w 12192000"/>
              <a:gd name="connsiteY84" fmla="*/ 867902 h 4939827"/>
              <a:gd name="connsiteX85" fmla="*/ 11819427 w 12192000"/>
              <a:gd name="connsiteY85" fmla="*/ 911634 h 4939827"/>
              <a:gd name="connsiteX86" fmla="*/ 11969720 w 12192000"/>
              <a:gd name="connsiteY86" fmla="*/ 964737 h 4939827"/>
              <a:gd name="connsiteX87" fmla="*/ 12055766 w 12192000"/>
              <a:gd name="connsiteY87" fmla="*/ 991268 h 4939827"/>
              <a:gd name="connsiteX88" fmla="*/ 12171539 w 12192000"/>
              <a:gd name="connsiteY88" fmla="*/ 995427 h 4939827"/>
              <a:gd name="connsiteX89" fmla="*/ 12187831 w 12192000"/>
              <a:gd name="connsiteY89" fmla="*/ 996580 h 4939827"/>
              <a:gd name="connsiteX90" fmla="*/ 12192000 w 12192000"/>
              <a:gd name="connsiteY90" fmla="*/ 996726 h 4939827"/>
              <a:gd name="connsiteX91" fmla="*/ 12192000 w 12192000"/>
              <a:gd name="connsiteY91" fmla="*/ 4939827 h 4939827"/>
              <a:gd name="connsiteX92" fmla="*/ 0 w 12192000"/>
              <a:gd name="connsiteY92" fmla="*/ 4939827 h 4939827"/>
              <a:gd name="connsiteX93" fmla="*/ 0 w 12192000"/>
              <a:gd name="connsiteY93" fmla="*/ 512043 h 4939827"/>
              <a:gd name="connsiteX94" fmla="*/ 7381 w 12192000"/>
              <a:gd name="connsiteY94" fmla="*/ 512580 h 4939827"/>
              <a:gd name="connsiteX95" fmla="*/ 100029 w 12192000"/>
              <a:gd name="connsiteY95" fmla="*/ 504758 h 4939827"/>
              <a:gd name="connsiteX96" fmla="*/ 155244 w 12192000"/>
              <a:gd name="connsiteY96" fmla="*/ 525130 h 4939827"/>
              <a:gd name="connsiteX97" fmla="*/ 254366 w 12192000"/>
              <a:gd name="connsiteY97" fmla="*/ 534449 h 4939827"/>
              <a:gd name="connsiteX98" fmla="*/ 447292 w 12192000"/>
              <a:gd name="connsiteY98" fmla="*/ 542725 h 4939827"/>
              <a:gd name="connsiteX99" fmla="*/ 628105 w 12192000"/>
              <a:gd name="connsiteY99" fmla="*/ 547853 h 4939827"/>
              <a:gd name="connsiteX100" fmla="*/ 783146 w 12192000"/>
              <a:gd name="connsiteY100" fmla="*/ 591799 h 4939827"/>
              <a:gd name="connsiteX101" fmla="*/ 1043676 w 12192000"/>
              <a:gd name="connsiteY101" fmla="*/ 591887 h 4939827"/>
              <a:gd name="connsiteX102" fmla="*/ 1281816 w 12192000"/>
              <a:gd name="connsiteY102" fmla="*/ 520946 h 4939827"/>
              <a:gd name="connsiteX103" fmla="*/ 1486347 w 12192000"/>
              <a:gd name="connsiteY103" fmla="*/ 487310 h 4939827"/>
              <a:gd name="connsiteX104" fmla="*/ 1568079 w 12192000"/>
              <a:gd name="connsiteY104" fmla="*/ 462531 h 4939827"/>
              <a:gd name="connsiteX105" fmla="*/ 1622516 w 12192000"/>
              <a:gd name="connsiteY105" fmla="*/ 466058 h 4939827"/>
              <a:gd name="connsiteX106" fmla="*/ 1655457 w 12192000"/>
              <a:gd name="connsiteY106" fmla="*/ 465359 h 4939827"/>
              <a:gd name="connsiteX107" fmla="*/ 1717454 w 12192000"/>
              <a:gd name="connsiteY107" fmla="*/ 417203 h 4939827"/>
              <a:gd name="connsiteX108" fmla="*/ 1913794 w 12192000"/>
              <a:gd name="connsiteY108" fmla="*/ 365255 h 4939827"/>
              <a:gd name="connsiteX109" fmla="*/ 2129762 w 12192000"/>
              <a:gd name="connsiteY109" fmla="*/ 367832 h 4939827"/>
              <a:gd name="connsiteX110" fmla="*/ 2376970 w 12192000"/>
              <a:gd name="connsiteY110" fmla="*/ 350129 h 4939827"/>
              <a:gd name="connsiteX111" fmla="*/ 2480155 w 12192000"/>
              <a:gd name="connsiteY111" fmla="*/ 359227 h 4939827"/>
              <a:gd name="connsiteX112" fmla="*/ 2586782 w 12192000"/>
              <a:gd name="connsiteY112" fmla="*/ 339352 h 4939827"/>
              <a:gd name="connsiteX113" fmla="*/ 2654496 w 12192000"/>
              <a:gd name="connsiteY113" fmla="*/ 315431 h 4939827"/>
              <a:gd name="connsiteX114" fmla="*/ 2788947 w 12192000"/>
              <a:gd name="connsiteY114" fmla="*/ 250375 h 4939827"/>
              <a:gd name="connsiteX115" fmla="*/ 2885389 w 12192000"/>
              <a:gd name="connsiteY115" fmla="*/ 255259 h 4939827"/>
              <a:gd name="connsiteX116" fmla="*/ 3045916 w 12192000"/>
              <a:gd name="connsiteY116" fmla="*/ 261030 h 4939827"/>
              <a:gd name="connsiteX117" fmla="*/ 3074187 w 12192000"/>
              <a:gd name="connsiteY117" fmla="*/ 243226 h 4939827"/>
              <a:gd name="connsiteX118" fmla="*/ 3103677 w 12192000"/>
              <a:gd name="connsiteY118" fmla="*/ 209527 h 4939827"/>
              <a:gd name="connsiteX119" fmla="*/ 3126759 w 12192000"/>
              <a:gd name="connsiteY119" fmla="*/ 211226 h 4939827"/>
              <a:gd name="connsiteX120" fmla="*/ 3164020 w 12192000"/>
              <a:gd name="connsiteY120" fmla="*/ 212779 h 4939827"/>
              <a:gd name="connsiteX121" fmla="*/ 3285019 w 12192000"/>
              <a:gd name="connsiteY121" fmla="*/ 220535 h 4939827"/>
              <a:gd name="connsiteX122" fmla="*/ 3365154 w 12192000"/>
              <a:gd name="connsiteY122" fmla="*/ 226416 h 4939827"/>
              <a:gd name="connsiteX123" fmla="*/ 3367507 w 12192000"/>
              <a:gd name="connsiteY123" fmla="*/ 225416 h 4939827"/>
              <a:gd name="connsiteX124" fmla="*/ 3387567 w 12192000"/>
              <a:gd name="connsiteY124" fmla="*/ 227103 h 4939827"/>
              <a:gd name="connsiteX125" fmla="*/ 3424753 w 12192000"/>
              <a:gd name="connsiteY125" fmla="*/ 244380 h 4939827"/>
              <a:gd name="connsiteX126" fmla="*/ 3498001 w 12192000"/>
              <a:gd name="connsiteY126" fmla="*/ 231941 h 4939827"/>
              <a:gd name="connsiteX127" fmla="*/ 3561557 w 12192000"/>
              <a:gd name="connsiteY127" fmla="*/ 228095 h 4939827"/>
              <a:gd name="connsiteX128" fmla="*/ 3611920 w 12192000"/>
              <a:gd name="connsiteY128" fmla="*/ 218094 h 4939827"/>
              <a:gd name="connsiteX129" fmla="*/ 3620528 w 12192000"/>
              <a:gd name="connsiteY129" fmla="*/ 218788 h 4939827"/>
              <a:gd name="connsiteX130" fmla="*/ 3620766 w 12192000"/>
              <a:gd name="connsiteY130" fmla="*/ 218511 h 4939827"/>
              <a:gd name="connsiteX131" fmla="*/ 3629977 w 12192000"/>
              <a:gd name="connsiteY131" fmla="*/ 218664 h 4939827"/>
              <a:gd name="connsiteX132" fmla="*/ 3636217 w 12192000"/>
              <a:gd name="connsiteY132" fmla="*/ 220048 h 4939827"/>
              <a:gd name="connsiteX133" fmla="*/ 3709484 w 12192000"/>
              <a:gd name="connsiteY133" fmla="*/ 186927 h 4939827"/>
              <a:gd name="connsiteX134" fmla="*/ 3761342 w 12192000"/>
              <a:gd name="connsiteY134" fmla="*/ 177474 h 4939827"/>
              <a:gd name="connsiteX135" fmla="*/ 3799748 w 12192000"/>
              <a:gd name="connsiteY135" fmla="*/ 167154 h 4939827"/>
              <a:gd name="connsiteX136" fmla="*/ 3812225 w 12192000"/>
              <a:gd name="connsiteY136" fmla="*/ 189020 h 4939827"/>
              <a:gd name="connsiteX137" fmla="*/ 3864537 w 12192000"/>
              <a:gd name="connsiteY137" fmla="*/ 200742 h 4939827"/>
              <a:gd name="connsiteX138" fmla="*/ 4028476 w 12192000"/>
              <a:gd name="connsiteY138" fmla="*/ 223679 h 4939827"/>
              <a:gd name="connsiteX139" fmla="*/ 4191582 w 12192000"/>
              <a:gd name="connsiteY139" fmla="*/ 238952 h 4939827"/>
              <a:gd name="connsiteX140" fmla="*/ 4251024 w 12192000"/>
              <a:gd name="connsiteY140" fmla="*/ 240874 h 4939827"/>
              <a:gd name="connsiteX141" fmla="*/ 4355275 w 12192000"/>
              <a:gd name="connsiteY141" fmla="*/ 260205 h 4939827"/>
              <a:gd name="connsiteX142" fmla="*/ 4423807 w 12192000"/>
              <a:gd name="connsiteY142" fmla="*/ 270366 h 4939827"/>
              <a:gd name="connsiteX143" fmla="*/ 4558432 w 12192000"/>
              <a:gd name="connsiteY143" fmla="*/ 269194 h 4939827"/>
              <a:gd name="connsiteX144" fmla="*/ 4635061 w 12192000"/>
              <a:gd name="connsiteY144" fmla="*/ 280682 h 4939827"/>
              <a:gd name="connsiteX145" fmla="*/ 4807427 w 12192000"/>
              <a:gd name="connsiteY145" fmla="*/ 276835 h 4939827"/>
              <a:gd name="connsiteX146" fmla="*/ 5028933 w 12192000"/>
              <a:gd name="connsiteY146" fmla="*/ 183887 h 4939827"/>
              <a:gd name="connsiteX147" fmla="*/ 5093642 w 12192000"/>
              <a:gd name="connsiteY147" fmla="*/ 177214 h 4939827"/>
              <a:gd name="connsiteX148" fmla="*/ 5102642 w 12192000"/>
              <a:gd name="connsiteY148" fmla="*/ 186816 h 4939827"/>
              <a:gd name="connsiteX149" fmla="*/ 5193590 w 12192000"/>
              <a:gd name="connsiteY149" fmla="*/ 136361 h 4939827"/>
              <a:gd name="connsiteX150" fmla="*/ 5323922 w 12192000"/>
              <a:gd name="connsiteY150" fmla="*/ 146332 h 4939827"/>
              <a:gd name="connsiteX151" fmla="*/ 5421860 w 12192000"/>
              <a:gd name="connsiteY151" fmla="*/ 167298 h 4939827"/>
              <a:gd name="connsiteX152" fmla="*/ 5476948 w 12192000"/>
              <a:gd name="connsiteY152" fmla="*/ 173249 h 4939827"/>
              <a:gd name="connsiteX153" fmla="*/ 5516842 w 12192000"/>
              <a:gd name="connsiteY153" fmla="*/ 184018 h 4939827"/>
              <a:gd name="connsiteX154" fmla="*/ 5619415 w 12192000"/>
              <a:gd name="connsiteY154" fmla="*/ 176781 h 4939827"/>
              <a:gd name="connsiteX155" fmla="*/ 5789867 w 12192000"/>
              <a:gd name="connsiteY155" fmla="*/ 150304 h 4939827"/>
              <a:gd name="connsiteX156" fmla="*/ 5825953 w 12192000"/>
              <a:gd name="connsiteY156" fmla="*/ 147907 h 4939827"/>
              <a:gd name="connsiteX157" fmla="*/ 5856168 w 12192000"/>
              <a:gd name="connsiteY157" fmla="*/ 158719 h 4939827"/>
              <a:gd name="connsiteX158" fmla="*/ 5862476 w 12192000"/>
              <a:gd name="connsiteY158" fmla="*/ 172447 h 4939827"/>
              <a:gd name="connsiteX159" fmla="*/ 5882195 w 12192000"/>
              <a:gd name="connsiteY159" fmla="*/ 173195 h 4939827"/>
              <a:gd name="connsiteX160" fmla="*/ 5887271 w 12192000"/>
              <a:gd name="connsiteY160" fmla="*/ 176084 h 4939827"/>
              <a:gd name="connsiteX161" fmla="*/ 5916552 w 12192000"/>
              <a:gd name="connsiteY161" fmla="*/ 189955 h 4939827"/>
              <a:gd name="connsiteX162" fmla="*/ 5983240 w 12192000"/>
              <a:gd name="connsiteY162" fmla="*/ 152755 h 4939827"/>
              <a:gd name="connsiteX163" fmla="*/ 6061852 w 12192000"/>
              <a:gd name="connsiteY163" fmla="*/ 161953 h 4939827"/>
              <a:gd name="connsiteX164" fmla="*/ 6415830 w 12192000"/>
              <a:gd name="connsiteY164" fmla="*/ 136006 h 4939827"/>
              <a:gd name="connsiteX165" fmla="*/ 6756965 w 12192000"/>
              <a:gd name="connsiteY165" fmla="*/ 57636 h 4939827"/>
              <a:gd name="connsiteX166" fmla="*/ 6965101 w 12192000"/>
              <a:gd name="connsiteY166" fmla="*/ 25718 h 4939827"/>
              <a:gd name="connsiteX167" fmla="*/ 6986370 w 12192000"/>
              <a:gd name="connsiteY167" fmla="*/ 12659 h 4939827"/>
              <a:gd name="connsiteX168" fmla="*/ 6989536 w 12192000"/>
              <a:gd name="connsiteY168" fmla="*/ 14528 h 4939827"/>
              <a:gd name="connsiteX169" fmla="*/ 7015933 w 12192000"/>
              <a:gd name="connsiteY169" fmla="*/ 9653 h 4939827"/>
              <a:gd name="connsiteX170" fmla="*/ 7020592 w 12192000"/>
              <a:gd name="connsiteY170" fmla="*/ 1651 h 4939827"/>
              <a:gd name="connsiteX171" fmla="*/ 7025905 w 12192000"/>
              <a:gd name="connsiteY171" fmla="*/ 0 h 4939827"/>
              <a:gd name="connsiteX0" fmla="*/ 7025905 w 12192000"/>
              <a:gd name="connsiteY0" fmla="*/ 0 h 4939827"/>
              <a:gd name="connsiteX1" fmla="*/ 7032579 w 12192000"/>
              <a:gd name="connsiteY1" fmla="*/ 2808 h 4939827"/>
              <a:gd name="connsiteX2" fmla="*/ 7079505 w 12192000"/>
              <a:gd name="connsiteY2" fmla="*/ 12971 h 4939827"/>
              <a:gd name="connsiteX3" fmla="*/ 7158791 w 12192000"/>
              <a:gd name="connsiteY3" fmla="*/ 12462 h 4939827"/>
              <a:gd name="connsiteX4" fmla="*/ 7233338 w 12192000"/>
              <a:gd name="connsiteY4" fmla="*/ 24846 h 4939827"/>
              <a:gd name="connsiteX5" fmla="*/ 7259791 w 12192000"/>
              <a:gd name="connsiteY5" fmla="*/ 29557 h 4939827"/>
              <a:gd name="connsiteX6" fmla="*/ 7263923 w 12192000"/>
              <a:gd name="connsiteY6" fmla="*/ 35029 h 4939827"/>
              <a:gd name="connsiteX7" fmla="*/ 7281549 w 12192000"/>
              <a:gd name="connsiteY7" fmla="*/ 39654 h 4939827"/>
              <a:gd name="connsiteX8" fmla="*/ 7374735 w 12192000"/>
              <a:gd name="connsiteY8" fmla="*/ 65326 h 4939827"/>
              <a:gd name="connsiteX9" fmla="*/ 7376078 w 12192000"/>
              <a:gd name="connsiteY9" fmla="*/ 63849 h 4939827"/>
              <a:gd name="connsiteX10" fmla="*/ 7402026 w 12192000"/>
              <a:gd name="connsiteY10" fmla="*/ 60308 h 4939827"/>
              <a:gd name="connsiteX11" fmla="*/ 7415091 w 12192000"/>
              <a:gd name="connsiteY11" fmla="*/ 77403 h 4939827"/>
              <a:gd name="connsiteX12" fmla="*/ 7443464 w 12192000"/>
              <a:gd name="connsiteY12" fmla="*/ 68367 h 4939827"/>
              <a:gd name="connsiteX13" fmla="*/ 7588044 w 12192000"/>
              <a:gd name="connsiteY13" fmla="*/ 110756 h 4939827"/>
              <a:gd name="connsiteX14" fmla="*/ 7732750 w 12192000"/>
              <a:gd name="connsiteY14" fmla="*/ 145456 h 4939827"/>
              <a:gd name="connsiteX15" fmla="*/ 7785900 w 12192000"/>
              <a:gd name="connsiteY15" fmla="*/ 154493 h 4939827"/>
              <a:gd name="connsiteX16" fmla="*/ 7877301 w 12192000"/>
              <a:gd name="connsiteY16" fmla="*/ 186153 h 4939827"/>
              <a:gd name="connsiteX17" fmla="*/ 7937675 w 12192000"/>
              <a:gd name="connsiteY17" fmla="*/ 204438 h 4939827"/>
              <a:gd name="connsiteX18" fmla="*/ 7952584 w 12192000"/>
              <a:gd name="connsiteY18" fmla="*/ 170181 h 4939827"/>
              <a:gd name="connsiteX19" fmla="*/ 8009534 w 12192000"/>
              <a:gd name="connsiteY19" fmla="*/ 176441 h 4939827"/>
              <a:gd name="connsiteX20" fmla="*/ 8058681 w 12192000"/>
              <a:gd name="connsiteY20" fmla="*/ 219431 h 4939827"/>
              <a:gd name="connsiteX21" fmla="*/ 8126175 w 12192000"/>
              <a:gd name="connsiteY21" fmla="*/ 240005 h 4939827"/>
              <a:gd name="connsiteX22" fmla="*/ 8166439 w 12192000"/>
              <a:gd name="connsiteY22" fmla="*/ 252699 h 4939827"/>
              <a:gd name="connsiteX23" fmla="*/ 8281371 w 12192000"/>
              <a:gd name="connsiteY23" fmla="*/ 256875 h 4939827"/>
              <a:gd name="connsiteX24" fmla="*/ 8381609 w 12192000"/>
              <a:gd name="connsiteY24" fmla="*/ 240618 h 4939827"/>
              <a:gd name="connsiteX25" fmla="*/ 8406759 w 12192000"/>
              <a:gd name="connsiteY25" fmla="*/ 232517 h 4939827"/>
              <a:gd name="connsiteX26" fmla="*/ 8426506 w 12192000"/>
              <a:gd name="connsiteY26" fmla="*/ 241842 h 4939827"/>
              <a:gd name="connsiteX27" fmla="*/ 8427949 w 12192000"/>
              <a:gd name="connsiteY27" fmla="*/ 240981 h 4939827"/>
              <a:gd name="connsiteX28" fmla="*/ 8441468 w 12192000"/>
              <a:gd name="connsiteY28" fmla="*/ 241157 h 4939827"/>
              <a:gd name="connsiteX29" fmla="*/ 8565757 w 12192000"/>
              <a:gd name="connsiteY29" fmla="*/ 255317 h 4939827"/>
              <a:gd name="connsiteX30" fmla="*/ 8573171 w 12192000"/>
              <a:gd name="connsiteY30" fmla="*/ 258426 h 4939827"/>
              <a:gd name="connsiteX31" fmla="*/ 8573548 w 12192000"/>
              <a:gd name="connsiteY31" fmla="*/ 258241 h 4939827"/>
              <a:gd name="connsiteX32" fmla="*/ 8581827 w 12192000"/>
              <a:gd name="connsiteY32" fmla="*/ 261028 h 4939827"/>
              <a:gd name="connsiteX33" fmla="*/ 8586687 w 12192000"/>
              <a:gd name="connsiteY33" fmla="*/ 264089 h 4939827"/>
              <a:gd name="connsiteX34" fmla="*/ 8601067 w 12192000"/>
              <a:gd name="connsiteY34" fmla="*/ 270114 h 4939827"/>
              <a:gd name="connsiteX35" fmla="*/ 8672650 w 12192000"/>
              <a:gd name="connsiteY35" fmla="*/ 254821 h 4939827"/>
              <a:gd name="connsiteX36" fmla="*/ 8785543 w 12192000"/>
              <a:gd name="connsiteY36" fmla="*/ 263406 h 4939827"/>
              <a:gd name="connsiteX37" fmla="*/ 8830588 w 12192000"/>
              <a:gd name="connsiteY37" fmla="*/ 265483 h 4939827"/>
              <a:gd name="connsiteX38" fmla="*/ 8905142 w 12192000"/>
              <a:gd name="connsiteY38" fmla="*/ 264958 h 4939827"/>
              <a:gd name="connsiteX39" fmla="*/ 8968582 w 12192000"/>
              <a:gd name="connsiteY39" fmla="*/ 262728 h 4939827"/>
              <a:gd name="connsiteX40" fmla="*/ 8972994 w 12192000"/>
              <a:gd name="connsiteY40" fmla="*/ 263284 h 4939827"/>
              <a:gd name="connsiteX41" fmla="*/ 9004605 w 12192000"/>
              <a:gd name="connsiteY41" fmla="*/ 258041 h 4939827"/>
              <a:gd name="connsiteX42" fmla="*/ 9016165 w 12192000"/>
              <a:gd name="connsiteY42" fmla="*/ 261258 h 4939827"/>
              <a:gd name="connsiteX43" fmla="*/ 9043297 w 12192000"/>
              <a:gd name="connsiteY43" fmla="*/ 281547 h 4939827"/>
              <a:gd name="connsiteX44" fmla="*/ 9048315 w 12192000"/>
              <a:gd name="connsiteY44" fmla="*/ 279264 h 4939827"/>
              <a:gd name="connsiteX45" fmla="*/ 9054706 w 12192000"/>
              <a:gd name="connsiteY45" fmla="*/ 278538 h 4939827"/>
              <a:gd name="connsiteX46" fmla="*/ 9070919 w 12192000"/>
              <a:gd name="connsiteY46" fmla="*/ 281810 h 4939827"/>
              <a:gd name="connsiteX47" fmla="*/ 9076813 w 12192000"/>
              <a:gd name="connsiteY47" fmla="*/ 283909 h 4939827"/>
              <a:gd name="connsiteX48" fmla="*/ 9085871 w 12192000"/>
              <a:gd name="connsiteY48" fmla="*/ 285133 h 4939827"/>
              <a:gd name="connsiteX49" fmla="*/ 9086159 w 12192000"/>
              <a:gd name="connsiteY49" fmla="*/ 284887 h 4939827"/>
              <a:gd name="connsiteX50" fmla="*/ 9134606 w 12192000"/>
              <a:gd name="connsiteY50" fmla="*/ 288168 h 4939827"/>
              <a:gd name="connsiteX51" fmla="*/ 9195590 w 12192000"/>
              <a:gd name="connsiteY51" fmla="*/ 279568 h 4939827"/>
              <a:gd name="connsiteX52" fmla="*/ 9219336 w 12192000"/>
              <a:gd name="connsiteY52" fmla="*/ 278133 h 4939827"/>
              <a:gd name="connsiteX53" fmla="*/ 9232362 w 12192000"/>
              <a:gd name="connsiteY53" fmla="*/ 275894 h 4939827"/>
              <a:gd name="connsiteX54" fmla="*/ 9233396 w 12192000"/>
              <a:gd name="connsiteY54" fmla="*/ 274803 h 4939827"/>
              <a:gd name="connsiteX55" fmla="*/ 9256213 w 12192000"/>
              <a:gd name="connsiteY55" fmla="*/ 281576 h 4939827"/>
              <a:gd name="connsiteX56" fmla="*/ 9262377 w 12192000"/>
              <a:gd name="connsiteY56" fmla="*/ 286635 h 4939827"/>
              <a:gd name="connsiteX57" fmla="*/ 9287089 w 12192000"/>
              <a:gd name="connsiteY57" fmla="*/ 303891 h 4939827"/>
              <a:gd name="connsiteX58" fmla="*/ 9371484 w 12192000"/>
              <a:gd name="connsiteY58" fmla="*/ 329634 h 4939827"/>
              <a:gd name="connsiteX59" fmla="*/ 9404829 w 12192000"/>
              <a:gd name="connsiteY59" fmla="*/ 339038 h 4939827"/>
              <a:gd name="connsiteX60" fmla="*/ 9427021 w 12192000"/>
              <a:gd name="connsiteY60" fmla="*/ 358784 h 4939827"/>
              <a:gd name="connsiteX61" fmla="*/ 9670844 w 12192000"/>
              <a:gd name="connsiteY61" fmla="*/ 405128 h 4939827"/>
              <a:gd name="connsiteX62" fmla="*/ 9816083 w 12192000"/>
              <a:gd name="connsiteY62" fmla="*/ 416573 h 4939827"/>
              <a:gd name="connsiteX63" fmla="*/ 9936741 w 12192000"/>
              <a:gd name="connsiteY63" fmla="*/ 437044 h 4939827"/>
              <a:gd name="connsiteX64" fmla="*/ 10050093 w 12192000"/>
              <a:gd name="connsiteY64" fmla="*/ 443783 h 4939827"/>
              <a:gd name="connsiteX65" fmla="*/ 10130090 w 12192000"/>
              <a:gd name="connsiteY65" fmla="*/ 459520 h 4939827"/>
              <a:gd name="connsiteX66" fmla="*/ 10173456 w 12192000"/>
              <a:gd name="connsiteY66" fmla="*/ 457749 h 4939827"/>
              <a:gd name="connsiteX67" fmla="*/ 10218232 w 12192000"/>
              <a:gd name="connsiteY67" fmla="*/ 459820 h 4939827"/>
              <a:gd name="connsiteX68" fmla="*/ 10354176 w 12192000"/>
              <a:gd name="connsiteY68" fmla="*/ 471377 h 4939827"/>
              <a:gd name="connsiteX69" fmla="*/ 10430681 w 12192000"/>
              <a:gd name="connsiteY69" fmla="*/ 481226 h 4939827"/>
              <a:gd name="connsiteX70" fmla="*/ 10478169 w 12192000"/>
              <a:gd name="connsiteY70" fmla="*/ 481774 h 4939827"/>
              <a:gd name="connsiteX71" fmla="*/ 10540907 w 12192000"/>
              <a:gd name="connsiteY71" fmla="*/ 485607 h 4939827"/>
              <a:gd name="connsiteX72" fmla="*/ 10614941 w 12192000"/>
              <a:gd name="connsiteY72" fmla="*/ 487592 h 4939827"/>
              <a:gd name="connsiteX73" fmla="*/ 10674098 w 12192000"/>
              <a:gd name="connsiteY73" fmla="*/ 521656 h 4939827"/>
              <a:gd name="connsiteX74" fmla="*/ 10874834 w 12192000"/>
              <a:gd name="connsiteY74" fmla="*/ 574867 h 4939827"/>
              <a:gd name="connsiteX75" fmla="*/ 10944981 w 12192000"/>
              <a:gd name="connsiteY75" fmla="*/ 615042 h 4939827"/>
              <a:gd name="connsiteX76" fmla="*/ 11006376 w 12192000"/>
              <a:gd name="connsiteY76" fmla="*/ 645957 h 4939827"/>
              <a:gd name="connsiteX77" fmla="*/ 11076308 w 12192000"/>
              <a:gd name="connsiteY77" fmla="*/ 675698 h 4939827"/>
              <a:gd name="connsiteX78" fmla="*/ 11148789 w 12192000"/>
              <a:gd name="connsiteY78" fmla="*/ 685041 h 4939827"/>
              <a:gd name="connsiteX79" fmla="*/ 11249129 w 12192000"/>
              <a:gd name="connsiteY79" fmla="*/ 684218 h 4939827"/>
              <a:gd name="connsiteX80" fmla="*/ 11299915 w 12192000"/>
              <a:gd name="connsiteY80" fmla="*/ 692177 h 4939827"/>
              <a:gd name="connsiteX81" fmla="*/ 11386973 w 12192000"/>
              <a:gd name="connsiteY81" fmla="*/ 708209 h 4939827"/>
              <a:gd name="connsiteX82" fmla="*/ 11500105 w 12192000"/>
              <a:gd name="connsiteY82" fmla="*/ 735014 h 4939827"/>
              <a:gd name="connsiteX83" fmla="*/ 11621735 w 12192000"/>
              <a:gd name="connsiteY83" fmla="*/ 789584 h 4939827"/>
              <a:gd name="connsiteX84" fmla="*/ 11691200 w 12192000"/>
              <a:gd name="connsiteY84" fmla="*/ 867902 h 4939827"/>
              <a:gd name="connsiteX85" fmla="*/ 11819427 w 12192000"/>
              <a:gd name="connsiteY85" fmla="*/ 911634 h 4939827"/>
              <a:gd name="connsiteX86" fmla="*/ 11969720 w 12192000"/>
              <a:gd name="connsiteY86" fmla="*/ 964737 h 4939827"/>
              <a:gd name="connsiteX87" fmla="*/ 12055766 w 12192000"/>
              <a:gd name="connsiteY87" fmla="*/ 991268 h 4939827"/>
              <a:gd name="connsiteX88" fmla="*/ 12171539 w 12192000"/>
              <a:gd name="connsiteY88" fmla="*/ 995427 h 4939827"/>
              <a:gd name="connsiteX89" fmla="*/ 12187831 w 12192000"/>
              <a:gd name="connsiteY89" fmla="*/ 996580 h 4939827"/>
              <a:gd name="connsiteX90" fmla="*/ 12192000 w 12192000"/>
              <a:gd name="connsiteY90" fmla="*/ 996726 h 4939827"/>
              <a:gd name="connsiteX91" fmla="*/ 12192000 w 12192000"/>
              <a:gd name="connsiteY91" fmla="*/ 4939827 h 4939827"/>
              <a:gd name="connsiteX92" fmla="*/ 0 w 12192000"/>
              <a:gd name="connsiteY92" fmla="*/ 4939827 h 4939827"/>
              <a:gd name="connsiteX93" fmla="*/ 0 w 12192000"/>
              <a:gd name="connsiteY93" fmla="*/ 512043 h 4939827"/>
              <a:gd name="connsiteX94" fmla="*/ 7381 w 12192000"/>
              <a:gd name="connsiteY94" fmla="*/ 512580 h 4939827"/>
              <a:gd name="connsiteX95" fmla="*/ 100029 w 12192000"/>
              <a:gd name="connsiteY95" fmla="*/ 504758 h 4939827"/>
              <a:gd name="connsiteX96" fmla="*/ 155244 w 12192000"/>
              <a:gd name="connsiteY96" fmla="*/ 525130 h 4939827"/>
              <a:gd name="connsiteX97" fmla="*/ 254366 w 12192000"/>
              <a:gd name="connsiteY97" fmla="*/ 534449 h 4939827"/>
              <a:gd name="connsiteX98" fmla="*/ 447292 w 12192000"/>
              <a:gd name="connsiteY98" fmla="*/ 542725 h 4939827"/>
              <a:gd name="connsiteX99" fmla="*/ 628105 w 12192000"/>
              <a:gd name="connsiteY99" fmla="*/ 547853 h 4939827"/>
              <a:gd name="connsiteX100" fmla="*/ 783146 w 12192000"/>
              <a:gd name="connsiteY100" fmla="*/ 591799 h 4939827"/>
              <a:gd name="connsiteX101" fmla="*/ 1043676 w 12192000"/>
              <a:gd name="connsiteY101" fmla="*/ 591887 h 4939827"/>
              <a:gd name="connsiteX102" fmla="*/ 1281816 w 12192000"/>
              <a:gd name="connsiteY102" fmla="*/ 520946 h 4939827"/>
              <a:gd name="connsiteX103" fmla="*/ 1486347 w 12192000"/>
              <a:gd name="connsiteY103" fmla="*/ 487310 h 4939827"/>
              <a:gd name="connsiteX104" fmla="*/ 1568079 w 12192000"/>
              <a:gd name="connsiteY104" fmla="*/ 462531 h 4939827"/>
              <a:gd name="connsiteX105" fmla="*/ 1622516 w 12192000"/>
              <a:gd name="connsiteY105" fmla="*/ 466058 h 4939827"/>
              <a:gd name="connsiteX106" fmla="*/ 1655457 w 12192000"/>
              <a:gd name="connsiteY106" fmla="*/ 465359 h 4939827"/>
              <a:gd name="connsiteX107" fmla="*/ 1717454 w 12192000"/>
              <a:gd name="connsiteY107" fmla="*/ 417203 h 4939827"/>
              <a:gd name="connsiteX108" fmla="*/ 1913794 w 12192000"/>
              <a:gd name="connsiteY108" fmla="*/ 365255 h 4939827"/>
              <a:gd name="connsiteX109" fmla="*/ 2129762 w 12192000"/>
              <a:gd name="connsiteY109" fmla="*/ 367832 h 4939827"/>
              <a:gd name="connsiteX110" fmla="*/ 2376970 w 12192000"/>
              <a:gd name="connsiteY110" fmla="*/ 350129 h 4939827"/>
              <a:gd name="connsiteX111" fmla="*/ 2480155 w 12192000"/>
              <a:gd name="connsiteY111" fmla="*/ 359227 h 4939827"/>
              <a:gd name="connsiteX112" fmla="*/ 2586782 w 12192000"/>
              <a:gd name="connsiteY112" fmla="*/ 339352 h 4939827"/>
              <a:gd name="connsiteX113" fmla="*/ 2654496 w 12192000"/>
              <a:gd name="connsiteY113" fmla="*/ 315431 h 4939827"/>
              <a:gd name="connsiteX114" fmla="*/ 2788947 w 12192000"/>
              <a:gd name="connsiteY114" fmla="*/ 250375 h 4939827"/>
              <a:gd name="connsiteX115" fmla="*/ 2885389 w 12192000"/>
              <a:gd name="connsiteY115" fmla="*/ 255259 h 4939827"/>
              <a:gd name="connsiteX116" fmla="*/ 3045916 w 12192000"/>
              <a:gd name="connsiteY116" fmla="*/ 261030 h 4939827"/>
              <a:gd name="connsiteX117" fmla="*/ 3074187 w 12192000"/>
              <a:gd name="connsiteY117" fmla="*/ 243226 h 4939827"/>
              <a:gd name="connsiteX118" fmla="*/ 3103677 w 12192000"/>
              <a:gd name="connsiteY118" fmla="*/ 209527 h 4939827"/>
              <a:gd name="connsiteX119" fmla="*/ 3126759 w 12192000"/>
              <a:gd name="connsiteY119" fmla="*/ 211226 h 4939827"/>
              <a:gd name="connsiteX120" fmla="*/ 3164020 w 12192000"/>
              <a:gd name="connsiteY120" fmla="*/ 212779 h 4939827"/>
              <a:gd name="connsiteX121" fmla="*/ 3285019 w 12192000"/>
              <a:gd name="connsiteY121" fmla="*/ 220535 h 4939827"/>
              <a:gd name="connsiteX122" fmla="*/ 3365154 w 12192000"/>
              <a:gd name="connsiteY122" fmla="*/ 226416 h 4939827"/>
              <a:gd name="connsiteX123" fmla="*/ 3367507 w 12192000"/>
              <a:gd name="connsiteY123" fmla="*/ 225416 h 4939827"/>
              <a:gd name="connsiteX124" fmla="*/ 3387567 w 12192000"/>
              <a:gd name="connsiteY124" fmla="*/ 227103 h 4939827"/>
              <a:gd name="connsiteX125" fmla="*/ 3424753 w 12192000"/>
              <a:gd name="connsiteY125" fmla="*/ 244380 h 4939827"/>
              <a:gd name="connsiteX126" fmla="*/ 3498001 w 12192000"/>
              <a:gd name="connsiteY126" fmla="*/ 231941 h 4939827"/>
              <a:gd name="connsiteX127" fmla="*/ 3561557 w 12192000"/>
              <a:gd name="connsiteY127" fmla="*/ 228095 h 4939827"/>
              <a:gd name="connsiteX128" fmla="*/ 3611920 w 12192000"/>
              <a:gd name="connsiteY128" fmla="*/ 218094 h 4939827"/>
              <a:gd name="connsiteX129" fmla="*/ 3620528 w 12192000"/>
              <a:gd name="connsiteY129" fmla="*/ 218788 h 4939827"/>
              <a:gd name="connsiteX130" fmla="*/ 3620766 w 12192000"/>
              <a:gd name="connsiteY130" fmla="*/ 218511 h 4939827"/>
              <a:gd name="connsiteX131" fmla="*/ 3629977 w 12192000"/>
              <a:gd name="connsiteY131" fmla="*/ 218664 h 4939827"/>
              <a:gd name="connsiteX132" fmla="*/ 3636217 w 12192000"/>
              <a:gd name="connsiteY132" fmla="*/ 220048 h 4939827"/>
              <a:gd name="connsiteX133" fmla="*/ 3709484 w 12192000"/>
              <a:gd name="connsiteY133" fmla="*/ 186927 h 4939827"/>
              <a:gd name="connsiteX134" fmla="*/ 3761342 w 12192000"/>
              <a:gd name="connsiteY134" fmla="*/ 177474 h 4939827"/>
              <a:gd name="connsiteX135" fmla="*/ 3799748 w 12192000"/>
              <a:gd name="connsiteY135" fmla="*/ 167154 h 4939827"/>
              <a:gd name="connsiteX136" fmla="*/ 3812225 w 12192000"/>
              <a:gd name="connsiteY136" fmla="*/ 189020 h 4939827"/>
              <a:gd name="connsiteX137" fmla="*/ 3864537 w 12192000"/>
              <a:gd name="connsiteY137" fmla="*/ 200742 h 4939827"/>
              <a:gd name="connsiteX138" fmla="*/ 4028476 w 12192000"/>
              <a:gd name="connsiteY138" fmla="*/ 223679 h 4939827"/>
              <a:gd name="connsiteX139" fmla="*/ 4191582 w 12192000"/>
              <a:gd name="connsiteY139" fmla="*/ 238952 h 4939827"/>
              <a:gd name="connsiteX140" fmla="*/ 4251024 w 12192000"/>
              <a:gd name="connsiteY140" fmla="*/ 240874 h 4939827"/>
              <a:gd name="connsiteX141" fmla="*/ 4355275 w 12192000"/>
              <a:gd name="connsiteY141" fmla="*/ 260205 h 4939827"/>
              <a:gd name="connsiteX142" fmla="*/ 4423807 w 12192000"/>
              <a:gd name="connsiteY142" fmla="*/ 270366 h 4939827"/>
              <a:gd name="connsiteX143" fmla="*/ 4558432 w 12192000"/>
              <a:gd name="connsiteY143" fmla="*/ 269194 h 4939827"/>
              <a:gd name="connsiteX144" fmla="*/ 4635061 w 12192000"/>
              <a:gd name="connsiteY144" fmla="*/ 280682 h 4939827"/>
              <a:gd name="connsiteX145" fmla="*/ 4807427 w 12192000"/>
              <a:gd name="connsiteY145" fmla="*/ 276835 h 4939827"/>
              <a:gd name="connsiteX146" fmla="*/ 5028933 w 12192000"/>
              <a:gd name="connsiteY146" fmla="*/ 183887 h 4939827"/>
              <a:gd name="connsiteX147" fmla="*/ 5093642 w 12192000"/>
              <a:gd name="connsiteY147" fmla="*/ 177214 h 4939827"/>
              <a:gd name="connsiteX148" fmla="*/ 5102642 w 12192000"/>
              <a:gd name="connsiteY148" fmla="*/ 186816 h 4939827"/>
              <a:gd name="connsiteX149" fmla="*/ 5193590 w 12192000"/>
              <a:gd name="connsiteY149" fmla="*/ 136361 h 4939827"/>
              <a:gd name="connsiteX150" fmla="*/ 5323922 w 12192000"/>
              <a:gd name="connsiteY150" fmla="*/ 146332 h 4939827"/>
              <a:gd name="connsiteX151" fmla="*/ 5421860 w 12192000"/>
              <a:gd name="connsiteY151" fmla="*/ 167298 h 4939827"/>
              <a:gd name="connsiteX152" fmla="*/ 5476948 w 12192000"/>
              <a:gd name="connsiteY152" fmla="*/ 173249 h 4939827"/>
              <a:gd name="connsiteX153" fmla="*/ 5516842 w 12192000"/>
              <a:gd name="connsiteY153" fmla="*/ 184018 h 4939827"/>
              <a:gd name="connsiteX154" fmla="*/ 5619415 w 12192000"/>
              <a:gd name="connsiteY154" fmla="*/ 176781 h 4939827"/>
              <a:gd name="connsiteX155" fmla="*/ 5789867 w 12192000"/>
              <a:gd name="connsiteY155" fmla="*/ 150304 h 4939827"/>
              <a:gd name="connsiteX156" fmla="*/ 5825953 w 12192000"/>
              <a:gd name="connsiteY156" fmla="*/ 147907 h 4939827"/>
              <a:gd name="connsiteX157" fmla="*/ 5856168 w 12192000"/>
              <a:gd name="connsiteY157" fmla="*/ 158719 h 4939827"/>
              <a:gd name="connsiteX158" fmla="*/ 5862476 w 12192000"/>
              <a:gd name="connsiteY158" fmla="*/ 172447 h 4939827"/>
              <a:gd name="connsiteX159" fmla="*/ 5882195 w 12192000"/>
              <a:gd name="connsiteY159" fmla="*/ 173195 h 4939827"/>
              <a:gd name="connsiteX160" fmla="*/ 5887271 w 12192000"/>
              <a:gd name="connsiteY160" fmla="*/ 176084 h 4939827"/>
              <a:gd name="connsiteX161" fmla="*/ 5916552 w 12192000"/>
              <a:gd name="connsiteY161" fmla="*/ 189955 h 4939827"/>
              <a:gd name="connsiteX162" fmla="*/ 5983240 w 12192000"/>
              <a:gd name="connsiteY162" fmla="*/ 152755 h 4939827"/>
              <a:gd name="connsiteX163" fmla="*/ 6152287 w 12192000"/>
              <a:gd name="connsiteY163" fmla="*/ 116736 h 4939827"/>
              <a:gd name="connsiteX164" fmla="*/ 6415830 w 12192000"/>
              <a:gd name="connsiteY164" fmla="*/ 136006 h 4939827"/>
              <a:gd name="connsiteX165" fmla="*/ 6756965 w 12192000"/>
              <a:gd name="connsiteY165" fmla="*/ 57636 h 4939827"/>
              <a:gd name="connsiteX166" fmla="*/ 6965101 w 12192000"/>
              <a:gd name="connsiteY166" fmla="*/ 25718 h 4939827"/>
              <a:gd name="connsiteX167" fmla="*/ 6986370 w 12192000"/>
              <a:gd name="connsiteY167" fmla="*/ 12659 h 4939827"/>
              <a:gd name="connsiteX168" fmla="*/ 6989536 w 12192000"/>
              <a:gd name="connsiteY168" fmla="*/ 14528 h 4939827"/>
              <a:gd name="connsiteX169" fmla="*/ 7015933 w 12192000"/>
              <a:gd name="connsiteY169" fmla="*/ 9653 h 4939827"/>
              <a:gd name="connsiteX170" fmla="*/ 7020592 w 12192000"/>
              <a:gd name="connsiteY170" fmla="*/ 1651 h 4939827"/>
              <a:gd name="connsiteX171" fmla="*/ 7025905 w 12192000"/>
              <a:gd name="connsiteY171" fmla="*/ 0 h 4939827"/>
              <a:gd name="connsiteX0" fmla="*/ 7025905 w 12192000"/>
              <a:gd name="connsiteY0" fmla="*/ 0 h 4939827"/>
              <a:gd name="connsiteX1" fmla="*/ 7032579 w 12192000"/>
              <a:gd name="connsiteY1" fmla="*/ 2808 h 4939827"/>
              <a:gd name="connsiteX2" fmla="*/ 7079505 w 12192000"/>
              <a:gd name="connsiteY2" fmla="*/ 12971 h 4939827"/>
              <a:gd name="connsiteX3" fmla="*/ 7158791 w 12192000"/>
              <a:gd name="connsiteY3" fmla="*/ 12462 h 4939827"/>
              <a:gd name="connsiteX4" fmla="*/ 7233338 w 12192000"/>
              <a:gd name="connsiteY4" fmla="*/ 24846 h 4939827"/>
              <a:gd name="connsiteX5" fmla="*/ 7259791 w 12192000"/>
              <a:gd name="connsiteY5" fmla="*/ 29557 h 4939827"/>
              <a:gd name="connsiteX6" fmla="*/ 7263923 w 12192000"/>
              <a:gd name="connsiteY6" fmla="*/ 35029 h 4939827"/>
              <a:gd name="connsiteX7" fmla="*/ 7281549 w 12192000"/>
              <a:gd name="connsiteY7" fmla="*/ 39654 h 4939827"/>
              <a:gd name="connsiteX8" fmla="*/ 7374735 w 12192000"/>
              <a:gd name="connsiteY8" fmla="*/ 65326 h 4939827"/>
              <a:gd name="connsiteX9" fmla="*/ 7376078 w 12192000"/>
              <a:gd name="connsiteY9" fmla="*/ 63849 h 4939827"/>
              <a:gd name="connsiteX10" fmla="*/ 7402026 w 12192000"/>
              <a:gd name="connsiteY10" fmla="*/ 60308 h 4939827"/>
              <a:gd name="connsiteX11" fmla="*/ 7415091 w 12192000"/>
              <a:gd name="connsiteY11" fmla="*/ 77403 h 4939827"/>
              <a:gd name="connsiteX12" fmla="*/ 7443464 w 12192000"/>
              <a:gd name="connsiteY12" fmla="*/ 68367 h 4939827"/>
              <a:gd name="connsiteX13" fmla="*/ 7588044 w 12192000"/>
              <a:gd name="connsiteY13" fmla="*/ 110756 h 4939827"/>
              <a:gd name="connsiteX14" fmla="*/ 7732750 w 12192000"/>
              <a:gd name="connsiteY14" fmla="*/ 145456 h 4939827"/>
              <a:gd name="connsiteX15" fmla="*/ 7785900 w 12192000"/>
              <a:gd name="connsiteY15" fmla="*/ 154493 h 4939827"/>
              <a:gd name="connsiteX16" fmla="*/ 7877301 w 12192000"/>
              <a:gd name="connsiteY16" fmla="*/ 186153 h 4939827"/>
              <a:gd name="connsiteX17" fmla="*/ 7952584 w 12192000"/>
              <a:gd name="connsiteY17" fmla="*/ 170181 h 4939827"/>
              <a:gd name="connsiteX18" fmla="*/ 8009534 w 12192000"/>
              <a:gd name="connsiteY18" fmla="*/ 176441 h 4939827"/>
              <a:gd name="connsiteX19" fmla="*/ 8058681 w 12192000"/>
              <a:gd name="connsiteY19" fmla="*/ 219431 h 4939827"/>
              <a:gd name="connsiteX20" fmla="*/ 8126175 w 12192000"/>
              <a:gd name="connsiteY20" fmla="*/ 240005 h 4939827"/>
              <a:gd name="connsiteX21" fmla="*/ 8166439 w 12192000"/>
              <a:gd name="connsiteY21" fmla="*/ 252699 h 4939827"/>
              <a:gd name="connsiteX22" fmla="*/ 8281371 w 12192000"/>
              <a:gd name="connsiteY22" fmla="*/ 256875 h 4939827"/>
              <a:gd name="connsiteX23" fmla="*/ 8381609 w 12192000"/>
              <a:gd name="connsiteY23" fmla="*/ 240618 h 4939827"/>
              <a:gd name="connsiteX24" fmla="*/ 8406759 w 12192000"/>
              <a:gd name="connsiteY24" fmla="*/ 232517 h 4939827"/>
              <a:gd name="connsiteX25" fmla="*/ 8426506 w 12192000"/>
              <a:gd name="connsiteY25" fmla="*/ 241842 h 4939827"/>
              <a:gd name="connsiteX26" fmla="*/ 8427949 w 12192000"/>
              <a:gd name="connsiteY26" fmla="*/ 240981 h 4939827"/>
              <a:gd name="connsiteX27" fmla="*/ 8441468 w 12192000"/>
              <a:gd name="connsiteY27" fmla="*/ 241157 h 4939827"/>
              <a:gd name="connsiteX28" fmla="*/ 8565757 w 12192000"/>
              <a:gd name="connsiteY28" fmla="*/ 255317 h 4939827"/>
              <a:gd name="connsiteX29" fmla="*/ 8573171 w 12192000"/>
              <a:gd name="connsiteY29" fmla="*/ 258426 h 4939827"/>
              <a:gd name="connsiteX30" fmla="*/ 8573548 w 12192000"/>
              <a:gd name="connsiteY30" fmla="*/ 258241 h 4939827"/>
              <a:gd name="connsiteX31" fmla="*/ 8581827 w 12192000"/>
              <a:gd name="connsiteY31" fmla="*/ 261028 h 4939827"/>
              <a:gd name="connsiteX32" fmla="*/ 8586687 w 12192000"/>
              <a:gd name="connsiteY32" fmla="*/ 264089 h 4939827"/>
              <a:gd name="connsiteX33" fmla="*/ 8601067 w 12192000"/>
              <a:gd name="connsiteY33" fmla="*/ 270114 h 4939827"/>
              <a:gd name="connsiteX34" fmla="*/ 8672650 w 12192000"/>
              <a:gd name="connsiteY34" fmla="*/ 254821 h 4939827"/>
              <a:gd name="connsiteX35" fmla="*/ 8785543 w 12192000"/>
              <a:gd name="connsiteY35" fmla="*/ 263406 h 4939827"/>
              <a:gd name="connsiteX36" fmla="*/ 8830588 w 12192000"/>
              <a:gd name="connsiteY36" fmla="*/ 265483 h 4939827"/>
              <a:gd name="connsiteX37" fmla="*/ 8905142 w 12192000"/>
              <a:gd name="connsiteY37" fmla="*/ 264958 h 4939827"/>
              <a:gd name="connsiteX38" fmla="*/ 8968582 w 12192000"/>
              <a:gd name="connsiteY38" fmla="*/ 262728 h 4939827"/>
              <a:gd name="connsiteX39" fmla="*/ 8972994 w 12192000"/>
              <a:gd name="connsiteY39" fmla="*/ 263284 h 4939827"/>
              <a:gd name="connsiteX40" fmla="*/ 9004605 w 12192000"/>
              <a:gd name="connsiteY40" fmla="*/ 258041 h 4939827"/>
              <a:gd name="connsiteX41" fmla="*/ 9016165 w 12192000"/>
              <a:gd name="connsiteY41" fmla="*/ 261258 h 4939827"/>
              <a:gd name="connsiteX42" fmla="*/ 9043297 w 12192000"/>
              <a:gd name="connsiteY42" fmla="*/ 281547 h 4939827"/>
              <a:gd name="connsiteX43" fmla="*/ 9048315 w 12192000"/>
              <a:gd name="connsiteY43" fmla="*/ 279264 h 4939827"/>
              <a:gd name="connsiteX44" fmla="*/ 9054706 w 12192000"/>
              <a:gd name="connsiteY44" fmla="*/ 278538 h 4939827"/>
              <a:gd name="connsiteX45" fmla="*/ 9070919 w 12192000"/>
              <a:gd name="connsiteY45" fmla="*/ 281810 h 4939827"/>
              <a:gd name="connsiteX46" fmla="*/ 9076813 w 12192000"/>
              <a:gd name="connsiteY46" fmla="*/ 283909 h 4939827"/>
              <a:gd name="connsiteX47" fmla="*/ 9085871 w 12192000"/>
              <a:gd name="connsiteY47" fmla="*/ 285133 h 4939827"/>
              <a:gd name="connsiteX48" fmla="*/ 9086159 w 12192000"/>
              <a:gd name="connsiteY48" fmla="*/ 284887 h 4939827"/>
              <a:gd name="connsiteX49" fmla="*/ 9134606 w 12192000"/>
              <a:gd name="connsiteY49" fmla="*/ 288168 h 4939827"/>
              <a:gd name="connsiteX50" fmla="*/ 9195590 w 12192000"/>
              <a:gd name="connsiteY50" fmla="*/ 279568 h 4939827"/>
              <a:gd name="connsiteX51" fmla="*/ 9219336 w 12192000"/>
              <a:gd name="connsiteY51" fmla="*/ 278133 h 4939827"/>
              <a:gd name="connsiteX52" fmla="*/ 9232362 w 12192000"/>
              <a:gd name="connsiteY52" fmla="*/ 275894 h 4939827"/>
              <a:gd name="connsiteX53" fmla="*/ 9233396 w 12192000"/>
              <a:gd name="connsiteY53" fmla="*/ 274803 h 4939827"/>
              <a:gd name="connsiteX54" fmla="*/ 9256213 w 12192000"/>
              <a:gd name="connsiteY54" fmla="*/ 281576 h 4939827"/>
              <a:gd name="connsiteX55" fmla="*/ 9262377 w 12192000"/>
              <a:gd name="connsiteY55" fmla="*/ 286635 h 4939827"/>
              <a:gd name="connsiteX56" fmla="*/ 9287089 w 12192000"/>
              <a:gd name="connsiteY56" fmla="*/ 303891 h 4939827"/>
              <a:gd name="connsiteX57" fmla="*/ 9371484 w 12192000"/>
              <a:gd name="connsiteY57" fmla="*/ 329634 h 4939827"/>
              <a:gd name="connsiteX58" fmla="*/ 9404829 w 12192000"/>
              <a:gd name="connsiteY58" fmla="*/ 339038 h 4939827"/>
              <a:gd name="connsiteX59" fmla="*/ 9427021 w 12192000"/>
              <a:gd name="connsiteY59" fmla="*/ 358784 h 4939827"/>
              <a:gd name="connsiteX60" fmla="*/ 9670844 w 12192000"/>
              <a:gd name="connsiteY60" fmla="*/ 405128 h 4939827"/>
              <a:gd name="connsiteX61" fmla="*/ 9816083 w 12192000"/>
              <a:gd name="connsiteY61" fmla="*/ 416573 h 4939827"/>
              <a:gd name="connsiteX62" fmla="*/ 9936741 w 12192000"/>
              <a:gd name="connsiteY62" fmla="*/ 437044 h 4939827"/>
              <a:gd name="connsiteX63" fmla="*/ 10050093 w 12192000"/>
              <a:gd name="connsiteY63" fmla="*/ 443783 h 4939827"/>
              <a:gd name="connsiteX64" fmla="*/ 10130090 w 12192000"/>
              <a:gd name="connsiteY64" fmla="*/ 459520 h 4939827"/>
              <a:gd name="connsiteX65" fmla="*/ 10173456 w 12192000"/>
              <a:gd name="connsiteY65" fmla="*/ 457749 h 4939827"/>
              <a:gd name="connsiteX66" fmla="*/ 10218232 w 12192000"/>
              <a:gd name="connsiteY66" fmla="*/ 459820 h 4939827"/>
              <a:gd name="connsiteX67" fmla="*/ 10354176 w 12192000"/>
              <a:gd name="connsiteY67" fmla="*/ 471377 h 4939827"/>
              <a:gd name="connsiteX68" fmla="*/ 10430681 w 12192000"/>
              <a:gd name="connsiteY68" fmla="*/ 481226 h 4939827"/>
              <a:gd name="connsiteX69" fmla="*/ 10478169 w 12192000"/>
              <a:gd name="connsiteY69" fmla="*/ 481774 h 4939827"/>
              <a:gd name="connsiteX70" fmla="*/ 10540907 w 12192000"/>
              <a:gd name="connsiteY70" fmla="*/ 485607 h 4939827"/>
              <a:gd name="connsiteX71" fmla="*/ 10614941 w 12192000"/>
              <a:gd name="connsiteY71" fmla="*/ 487592 h 4939827"/>
              <a:gd name="connsiteX72" fmla="*/ 10674098 w 12192000"/>
              <a:gd name="connsiteY72" fmla="*/ 521656 h 4939827"/>
              <a:gd name="connsiteX73" fmla="*/ 10874834 w 12192000"/>
              <a:gd name="connsiteY73" fmla="*/ 574867 h 4939827"/>
              <a:gd name="connsiteX74" fmla="*/ 10944981 w 12192000"/>
              <a:gd name="connsiteY74" fmla="*/ 615042 h 4939827"/>
              <a:gd name="connsiteX75" fmla="*/ 11006376 w 12192000"/>
              <a:gd name="connsiteY75" fmla="*/ 645957 h 4939827"/>
              <a:gd name="connsiteX76" fmla="*/ 11076308 w 12192000"/>
              <a:gd name="connsiteY76" fmla="*/ 675698 h 4939827"/>
              <a:gd name="connsiteX77" fmla="*/ 11148789 w 12192000"/>
              <a:gd name="connsiteY77" fmla="*/ 685041 h 4939827"/>
              <a:gd name="connsiteX78" fmla="*/ 11249129 w 12192000"/>
              <a:gd name="connsiteY78" fmla="*/ 684218 h 4939827"/>
              <a:gd name="connsiteX79" fmla="*/ 11299915 w 12192000"/>
              <a:gd name="connsiteY79" fmla="*/ 692177 h 4939827"/>
              <a:gd name="connsiteX80" fmla="*/ 11386973 w 12192000"/>
              <a:gd name="connsiteY80" fmla="*/ 708209 h 4939827"/>
              <a:gd name="connsiteX81" fmla="*/ 11500105 w 12192000"/>
              <a:gd name="connsiteY81" fmla="*/ 735014 h 4939827"/>
              <a:gd name="connsiteX82" fmla="*/ 11621735 w 12192000"/>
              <a:gd name="connsiteY82" fmla="*/ 789584 h 4939827"/>
              <a:gd name="connsiteX83" fmla="*/ 11691200 w 12192000"/>
              <a:gd name="connsiteY83" fmla="*/ 867902 h 4939827"/>
              <a:gd name="connsiteX84" fmla="*/ 11819427 w 12192000"/>
              <a:gd name="connsiteY84" fmla="*/ 911634 h 4939827"/>
              <a:gd name="connsiteX85" fmla="*/ 11969720 w 12192000"/>
              <a:gd name="connsiteY85" fmla="*/ 964737 h 4939827"/>
              <a:gd name="connsiteX86" fmla="*/ 12055766 w 12192000"/>
              <a:gd name="connsiteY86" fmla="*/ 991268 h 4939827"/>
              <a:gd name="connsiteX87" fmla="*/ 12171539 w 12192000"/>
              <a:gd name="connsiteY87" fmla="*/ 995427 h 4939827"/>
              <a:gd name="connsiteX88" fmla="*/ 12187831 w 12192000"/>
              <a:gd name="connsiteY88" fmla="*/ 996580 h 4939827"/>
              <a:gd name="connsiteX89" fmla="*/ 12192000 w 12192000"/>
              <a:gd name="connsiteY89" fmla="*/ 996726 h 4939827"/>
              <a:gd name="connsiteX90" fmla="*/ 12192000 w 12192000"/>
              <a:gd name="connsiteY90" fmla="*/ 4939827 h 4939827"/>
              <a:gd name="connsiteX91" fmla="*/ 0 w 12192000"/>
              <a:gd name="connsiteY91" fmla="*/ 4939827 h 4939827"/>
              <a:gd name="connsiteX92" fmla="*/ 0 w 12192000"/>
              <a:gd name="connsiteY92" fmla="*/ 512043 h 4939827"/>
              <a:gd name="connsiteX93" fmla="*/ 7381 w 12192000"/>
              <a:gd name="connsiteY93" fmla="*/ 512580 h 4939827"/>
              <a:gd name="connsiteX94" fmla="*/ 100029 w 12192000"/>
              <a:gd name="connsiteY94" fmla="*/ 504758 h 4939827"/>
              <a:gd name="connsiteX95" fmla="*/ 155244 w 12192000"/>
              <a:gd name="connsiteY95" fmla="*/ 525130 h 4939827"/>
              <a:gd name="connsiteX96" fmla="*/ 254366 w 12192000"/>
              <a:gd name="connsiteY96" fmla="*/ 534449 h 4939827"/>
              <a:gd name="connsiteX97" fmla="*/ 447292 w 12192000"/>
              <a:gd name="connsiteY97" fmla="*/ 542725 h 4939827"/>
              <a:gd name="connsiteX98" fmla="*/ 628105 w 12192000"/>
              <a:gd name="connsiteY98" fmla="*/ 547853 h 4939827"/>
              <a:gd name="connsiteX99" fmla="*/ 783146 w 12192000"/>
              <a:gd name="connsiteY99" fmla="*/ 591799 h 4939827"/>
              <a:gd name="connsiteX100" fmla="*/ 1043676 w 12192000"/>
              <a:gd name="connsiteY100" fmla="*/ 591887 h 4939827"/>
              <a:gd name="connsiteX101" fmla="*/ 1281816 w 12192000"/>
              <a:gd name="connsiteY101" fmla="*/ 520946 h 4939827"/>
              <a:gd name="connsiteX102" fmla="*/ 1486347 w 12192000"/>
              <a:gd name="connsiteY102" fmla="*/ 487310 h 4939827"/>
              <a:gd name="connsiteX103" fmla="*/ 1568079 w 12192000"/>
              <a:gd name="connsiteY103" fmla="*/ 462531 h 4939827"/>
              <a:gd name="connsiteX104" fmla="*/ 1622516 w 12192000"/>
              <a:gd name="connsiteY104" fmla="*/ 466058 h 4939827"/>
              <a:gd name="connsiteX105" fmla="*/ 1655457 w 12192000"/>
              <a:gd name="connsiteY105" fmla="*/ 465359 h 4939827"/>
              <a:gd name="connsiteX106" fmla="*/ 1717454 w 12192000"/>
              <a:gd name="connsiteY106" fmla="*/ 417203 h 4939827"/>
              <a:gd name="connsiteX107" fmla="*/ 1913794 w 12192000"/>
              <a:gd name="connsiteY107" fmla="*/ 365255 h 4939827"/>
              <a:gd name="connsiteX108" fmla="*/ 2129762 w 12192000"/>
              <a:gd name="connsiteY108" fmla="*/ 367832 h 4939827"/>
              <a:gd name="connsiteX109" fmla="*/ 2376970 w 12192000"/>
              <a:gd name="connsiteY109" fmla="*/ 350129 h 4939827"/>
              <a:gd name="connsiteX110" fmla="*/ 2480155 w 12192000"/>
              <a:gd name="connsiteY110" fmla="*/ 359227 h 4939827"/>
              <a:gd name="connsiteX111" fmla="*/ 2586782 w 12192000"/>
              <a:gd name="connsiteY111" fmla="*/ 339352 h 4939827"/>
              <a:gd name="connsiteX112" fmla="*/ 2654496 w 12192000"/>
              <a:gd name="connsiteY112" fmla="*/ 315431 h 4939827"/>
              <a:gd name="connsiteX113" fmla="*/ 2788947 w 12192000"/>
              <a:gd name="connsiteY113" fmla="*/ 250375 h 4939827"/>
              <a:gd name="connsiteX114" fmla="*/ 2885389 w 12192000"/>
              <a:gd name="connsiteY114" fmla="*/ 255259 h 4939827"/>
              <a:gd name="connsiteX115" fmla="*/ 3045916 w 12192000"/>
              <a:gd name="connsiteY115" fmla="*/ 261030 h 4939827"/>
              <a:gd name="connsiteX116" fmla="*/ 3074187 w 12192000"/>
              <a:gd name="connsiteY116" fmla="*/ 243226 h 4939827"/>
              <a:gd name="connsiteX117" fmla="*/ 3103677 w 12192000"/>
              <a:gd name="connsiteY117" fmla="*/ 209527 h 4939827"/>
              <a:gd name="connsiteX118" fmla="*/ 3126759 w 12192000"/>
              <a:gd name="connsiteY118" fmla="*/ 211226 h 4939827"/>
              <a:gd name="connsiteX119" fmla="*/ 3164020 w 12192000"/>
              <a:gd name="connsiteY119" fmla="*/ 212779 h 4939827"/>
              <a:gd name="connsiteX120" fmla="*/ 3285019 w 12192000"/>
              <a:gd name="connsiteY120" fmla="*/ 220535 h 4939827"/>
              <a:gd name="connsiteX121" fmla="*/ 3365154 w 12192000"/>
              <a:gd name="connsiteY121" fmla="*/ 226416 h 4939827"/>
              <a:gd name="connsiteX122" fmla="*/ 3367507 w 12192000"/>
              <a:gd name="connsiteY122" fmla="*/ 225416 h 4939827"/>
              <a:gd name="connsiteX123" fmla="*/ 3387567 w 12192000"/>
              <a:gd name="connsiteY123" fmla="*/ 227103 h 4939827"/>
              <a:gd name="connsiteX124" fmla="*/ 3424753 w 12192000"/>
              <a:gd name="connsiteY124" fmla="*/ 244380 h 4939827"/>
              <a:gd name="connsiteX125" fmla="*/ 3498001 w 12192000"/>
              <a:gd name="connsiteY125" fmla="*/ 231941 h 4939827"/>
              <a:gd name="connsiteX126" fmla="*/ 3561557 w 12192000"/>
              <a:gd name="connsiteY126" fmla="*/ 228095 h 4939827"/>
              <a:gd name="connsiteX127" fmla="*/ 3611920 w 12192000"/>
              <a:gd name="connsiteY127" fmla="*/ 218094 h 4939827"/>
              <a:gd name="connsiteX128" fmla="*/ 3620528 w 12192000"/>
              <a:gd name="connsiteY128" fmla="*/ 218788 h 4939827"/>
              <a:gd name="connsiteX129" fmla="*/ 3620766 w 12192000"/>
              <a:gd name="connsiteY129" fmla="*/ 218511 h 4939827"/>
              <a:gd name="connsiteX130" fmla="*/ 3629977 w 12192000"/>
              <a:gd name="connsiteY130" fmla="*/ 218664 h 4939827"/>
              <a:gd name="connsiteX131" fmla="*/ 3636217 w 12192000"/>
              <a:gd name="connsiteY131" fmla="*/ 220048 h 4939827"/>
              <a:gd name="connsiteX132" fmla="*/ 3709484 w 12192000"/>
              <a:gd name="connsiteY132" fmla="*/ 186927 h 4939827"/>
              <a:gd name="connsiteX133" fmla="*/ 3761342 w 12192000"/>
              <a:gd name="connsiteY133" fmla="*/ 177474 h 4939827"/>
              <a:gd name="connsiteX134" fmla="*/ 3799748 w 12192000"/>
              <a:gd name="connsiteY134" fmla="*/ 167154 h 4939827"/>
              <a:gd name="connsiteX135" fmla="*/ 3812225 w 12192000"/>
              <a:gd name="connsiteY135" fmla="*/ 189020 h 4939827"/>
              <a:gd name="connsiteX136" fmla="*/ 3864537 w 12192000"/>
              <a:gd name="connsiteY136" fmla="*/ 200742 h 4939827"/>
              <a:gd name="connsiteX137" fmla="*/ 4028476 w 12192000"/>
              <a:gd name="connsiteY137" fmla="*/ 223679 h 4939827"/>
              <a:gd name="connsiteX138" fmla="*/ 4191582 w 12192000"/>
              <a:gd name="connsiteY138" fmla="*/ 238952 h 4939827"/>
              <a:gd name="connsiteX139" fmla="*/ 4251024 w 12192000"/>
              <a:gd name="connsiteY139" fmla="*/ 240874 h 4939827"/>
              <a:gd name="connsiteX140" fmla="*/ 4355275 w 12192000"/>
              <a:gd name="connsiteY140" fmla="*/ 260205 h 4939827"/>
              <a:gd name="connsiteX141" fmla="*/ 4423807 w 12192000"/>
              <a:gd name="connsiteY141" fmla="*/ 270366 h 4939827"/>
              <a:gd name="connsiteX142" fmla="*/ 4558432 w 12192000"/>
              <a:gd name="connsiteY142" fmla="*/ 269194 h 4939827"/>
              <a:gd name="connsiteX143" fmla="*/ 4635061 w 12192000"/>
              <a:gd name="connsiteY143" fmla="*/ 280682 h 4939827"/>
              <a:gd name="connsiteX144" fmla="*/ 4807427 w 12192000"/>
              <a:gd name="connsiteY144" fmla="*/ 276835 h 4939827"/>
              <a:gd name="connsiteX145" fmla="*/ 5028933 w 12192000"/>
              <a:gd name="connsiteY145" fmla="*/ 183887 h 4939827"/>
              <a:gd name="connsiteX146" fmla="*/ 5093642 w 12192000"/>
              <a:gd name="connsiteY146" fmla="*/ 177214 h 4939827"/>
              <a:gd name="connsiteX147" fmla="*/ 5102642 w 12192000"/>
              <a:gd name="connsiteY147" fmla="*/ 186816 h 4939827"/>
              <a:gd name="connsiteX148" fmla="*/ 5193590 w 12192000"/>
              <a:gd name="connsiteY148" fmla="*/ 136361 h 4939827"/>
              <a:gd name="connsiteX149" fmla="*/ 5323922 w 12192000"/>
              <a:gd name="connsiteY149" fmla="*/ 146332 h 4939827"/>
              <a:gd name="connsiteX150" fmla="*/ 5421860 w 12192000"/>
              <a:gd name="connsiteY150" fmla="*/ 167298 h 4939827"/>
              <a:gd name="connsiteX151" fmla="*/ 5476948 w 12192000"/>
              <a:gd name="connsiteY151" fmla="*/ 173249 h 4939827"/>
              <a:gd name="connsiteX152" fmla="*/ 5516842 w 12192000"/>
              <a:gd name="connsiteY152" fmla="*/ 184018 h 4939827"/>
              <a:gd name="connsiteX153" fmla="*/ 5619415 w 12192000"/>
              <a:gd name="connsiteY153" fmla="*/ 176781 h 4939827"/>
              <a:gd name="connsiteX154" fmla="*/ 5789867 w 12192000"/>
              <a:gd name="connsiteY154" fmla="*/ 150304 h 4939827"/>
              <a:gd name="connsiteX155" fmla="*/ 5825953 w 12192000"/>
              <a:gd name="connsiteY155" fmla="*/ 147907 h 4939827"/>
              <a:gd name="connsiteX156" fmla="*/ 5856168 w 12192000"/>
              <a:gd name="connsiteY156" fmla="*/ 158719 h 4939827"/>
              <a:gd name="connsiteX157" fmla="*/ 5862476 w 12192000"/>
              <a:gd name="connsiteY157" fmla="*/ 172447 h 4939827"/>
              <a:gd name="connsiteX158" fmla="*/ 5882195 w 12192000"/>
              <a:gd name="connsiteY158" fmla="*/ 173195 h 4939827"/>
              <a:gd name="connsiteX159" fmla="*/ 5887271 w 12192000"/>
              <a:gd name="connsiteY159" fmla="*/ 176084 h 4939827"/>
              <a:gd name="connsiteX160" fmla="*/ 5916552 w 12192000"/>
              <a:gd name="connsiteY160" fmla="*/ 189955 h 4939827"/>
              <a:gd name="connsiteX161" fmla="*/ 5983240 w 12192000"/>
              <a:gd name="connsiteY161" fmla="*/ 152755 h 4939827"/>
              <a:gd name="connsiteX162" fmla="*/ 6152287 w 12192000"/>
              <a:gd name="connsiteY162" fmla="*/ 116736 h 4939827"/>
              <a:gd name="connsiteX163" fmla="*/ 6415830 w 12192000"/>
              <a:gd name="connsiteY163" fmla="*/ 136006 h 4939827"/>
              <a:gd name="connsiteX164" fmla="*/ 6756965 w 12192000"/>
              <a:gd name="connsiteY164" fmla="*/ 57636 h 4939827"/>
              <a:gd name="connsiteX165" fmla="*/ 6965101 w 12192000"/>
              <a:gd name="connsiteY165" fmla="*/ 25718 h 4939827"/>
              <a:gd name="connsiteX166" fmla="*/ 6986370 w 12192000"/>
              <a:gd name="connsiteY166" fmla="*/ 12659 h 4939827"/>
              <a:gd name="connsiteX167" fmla="*/ 6989536 w 12192000"/>
              <a:gd name="connsiteY167" fmla="*/ 14528 h 4939827"/>
              <a:gd name="connsiteX168" fmla="*/ 7015933 w 12192000"/>
              <a:gd name="connsiteY168" fmla="*/ 9653 h 4939827"/>
              <a:gd name="connsiteX169" fmla="*/ 7020592 w 12192000"/>
              <a:gd name="connsiteY169" fmla="*/ 1651 h 4939827"/>
              <a:gd name="connsiteX170" fmla="*/ 7025905 w 12192000"/>
              <a:gd name="connsiteY170" fmla="*/ 0 h 4939827"/>
              <a:gd name="connsiteX0" fmla="*/ 7025905 w 12192000"/>
              <a:gd name="connsiteY0" fmla="*/ 0 h 4939827"/>
              <a:gd name="connsiteX1" fmla="*/ 7032579 w 12192000"/>
              <a:gd name="connsiteY1" fmla="*/ 2808 h 4939827"/>
              <a:gd name="connsiteX2" fmla="*/ 7079505 w 12192000"/>
              <a:gd name="connsiteY2" fmla="*/ 12971 h 4939827"/>
              <a:gd name="connsiteX3" fmla="*/ 7158791 w 12192000"/>
              <a:gd name="connsiteY3" fmla="*/ 12462 h 4939827"/>
              <a:gd name="connsiteX4" fmla="*/ 7233338 w 12192000"/>
              <a:gd name="connsiteY4" fmla="*/ 24846 h 4939827"/>
              <a:gd name="connsiteX5" fmla="*/ 7259791 w 12192000"/>
              <a:gd name="connsiteY5" fmla="*/ 29557 h 4939827"/>
              <a:gd name="connsiteX6" fmla="*/ 7263923 w 12192000"/>
              <a:gd name="connsiteY6" fmla="*/ 35029 h 4939827"/>
              <a:gd name="connsiteX7" fmla="*/ 7281549 w 12192000"/>
              <a:gd name="connsiteY7" fmla="*/ 39654 h 4939827"/>
              <a:gd name="connsiteX8" fmla="*/ 7374735 w 12192000"/>
              <a:gd name="connsiteY8" fmla="*/ 65326 h 4939827"/>
              <a:gd name="connsiteX9" fmla="*/ 7376078 w 12192000"/>
              <a:gd name="connsiteY9" fmla="*/ 63849 h 4939827"/>
              <a:gd name="connsiteX10" fmla="*/ 7402026 w 12192000"/>
              <a:gd name="connsiteY10" fmla="*/ 60308 h 4939827"/>
              <a:gd name="connsiteX11" fmla="*/ 7415091 w 12192000"/>
              <a:gd name="connsiteY11" fmla="*/ 77403 h 4939827"/>
              <a:gd name="connsiteX12" fmla="*/ 7488682 w 12192000"/>
              <a:gd name="connsiteY12" fmla="*/ 83440 h 4939827"/>
              <a:gd name="connsiteX13" fmla="*/ 7588044 w 12192000"/>
              <a:gd name="connsiteY13" fmla="*/ 110756 h 4939827"/>
              <a:gd name="connsiteX14" fmla="*/ 7732750 w 12192000"/>
              <a:gd name="connsiteY14" fmla="*/ 145456 h 4939827"/>
              <a:gd name="connsiteX15" fmla="*/ 7785900 w 12192000"/>
              <a:gd name="connsiteY15" fmla="*/ 154493 h 4939827"/>
              <a:gd name="connsiteX16" fmla="*/ 7877301 w 12192000"/>
              <a:gd name="connsiteY16" fmla="*/ 186153 h 4939827"/>
              <a:gd name="connsiteX17" fmla="*/ 7952584 w 12192000"/>
              <a:gd name="connsiteY17" fmla="*/ 170181 h 4939827"/>
              <a:gd name="connsiteX18" fmla="*/ 8009534 w 12192000"/>
              <a:gd name="connsiteY18" fmla="*/ 176441 h 4939827"/>
              <a:gd name="connsiteX19" fmla="*/ 8058681 w 12192000"/>
              <a:gd name="connsiteY19" fmla="*/ 219431 h 4939827"/>
              <a:gd name="connsiteX20" fmla="*/ 8126175 w 12192000"/>
              <a:gd name="connsiteY20" fmla="*/ 240005 h 4939827"/>
              <a:gd name="connsiteX21" fmla="*/ 8166439 w 12192000"/>
              <a:gd name="connsiteY21" fmla="*/ 252699 h 4939827"/>
              <a:gd name="connsiteX22" fmla="*/ 8281371 w 12192000"/>
              <a:gd name="connsiteY22" fmla="*/ 256875 h 4939827"/>
              <a:gd name="connsiteX23" fmla="*/ 8381609 w 12192000"/>
              <a:gd name="connsiteY23" fmla="*/ 240618 h 4939827"/>
              <a:gd name="connsiteX24" fmla="*/ 8406759 w 12192000"/>
              <a:gd name="connsiteY24" fmla="*/ 232517 h 4939827"/>
              <a:gd name="connsiteX25" fmla="*/ 8426506 w 12192000"/>
              <a:gd name="connsiteY25" fmla="*/ 241842 h 4939827"/>
              <a:gd name="connsiteX26" fmla="*/ 8427949 w 12192000"/>
              <a:gd name="connsiteY26" fmla="*/ 240981 h 4939827"/>
              <a:gd name="connsiteX27" fmla="*/ 8441468 w 12192000"/>
              <a:gd name="connsiteY27" fmla="*/ 241157 h 4939827"/>
              <a:gd name="connsiteX28" fmla="*/ 8565757 w 12192000"/>
              <a:gd name="connsiteY28" fmla="*/ 255317 h 4939827"/>
              <a:gd name="connsiteX29" fmla="*/ 8573171 w 12192000"/>
              <a:gd name="connsiteY29" fmla="*/ 258426 h 4939827"/>
              <a:gd name="connsiteX30" fmla="*/ 8573548 w 12192000"/>
              <a:gd name="connsiteY30" fmla="*/ 258241 h 4939827"/>
              <a:gd name="connsiteX31" fmla="*/ 8581827 w 12192000"/>
              <a:gd name="connsiteY31" fmla="*/ 261028 h 4939827"/>
              <a:gd name="connsiteX32" fmla="*/ 8586687 w 12192000"/>
              <a:gd name="connsiteY32" fmla="*/ 264089 h 4939827"/>
              <a:gd name="connsiteX33" fmla="*/ 8601067 w 12192000"/>
              <a:gd name="connsiteY33" fmla="*/ 270114 h 4939827"/>
              <a:gd name="connsiteX34" fmla="*/ 8672650 w 12192000"/>
              <a:gd name="connsiteY34" fmla="*/ 254821 h 4939827"/>
              <a:gd name="connsiteX35" fmla="*/ 8785543 w 12192000"/>
              <a:gd name="connsiteY35" fmla="*/ 263406 h 4939827"/>
              <a:gd name="connsiteX36" fmla="*/ 8830588 w 12192000"/>
              <a:gd name="connsiteY36" fmla="*/ 265483 h 4939827"/>
              <a:gd name="connsiteX37" fmla="*/ 8905142 w 12192000"/>
              <a:gd name="connsiteY37" fmla="*/ 264958 h 4939827"/>
              <a:gd name="connsiteX38" fmla="*/ 8968582 w 12192000"/>
              <a:gd name="connsiteY38" fmla="*/ 262728 h 4939827"/>
              <a:gd name="connsiteX39" fmla="*/ 8972994 w 12192000"/>
              <a:gd name="connsiteY39" fmla="*/ 263284 h 4939827"/>
              <a:gd name="connsiteX40" fmla="*/ 9004605 w 12192000"/>
              <a:gd name="connsiteY40" fmla="*/ 258041 h 4939827"/>
              <a:gd name="connsiteX41" fmla="*/ 9016165 w 12192000"/>
              <a:gd name="connsiteY41" fmla="*/ 261258 h 4939827"/>
              <a:gd name="connsiteX42" fmla="*/ 9043297 w 12192000"/>
              <a:gd name="connsiteY42" fmla="*/ 281547 h 4939827"/>
              <a:gd name="connsiteX43" fmla="*/ 9048315 w 12192000"/>
              <a:gd name="connsiteY43" fmla="*/ 279264 h 4939827"/>
              <a:gd name="connsiteX44" fmla="*/ 9054706 w 12192000"/>
              <a:gd name="connsiteY44" fmla="*/ 278538 h 4939827"/>
              <a:gd name="connsiteX45" fmla="*/ 9070919 w 12192000"/>
              <a:gd name="connsiteY45" fmla="*/ 281810 h 4939827"/>
              <a:gd name="connsiteX46" fmla="*/ 9076813 w 12192000"/>
              <a:gd name="connsiteY46" fmla="*/ 283909 h 4939827"/>
              <a:gd name="connsiteX47" fmla="*/ 9085871 w 12192000"/>
              <a:gd name="connsiteY47" fmla="*/ 285133 h 4939827"/>
              <a:gd name="connsiteX48" fmla="*/ 9086159 w 12192000"/>
              <a:gd name="connsiteY48" fmla="*/ 284887 h 4939827"/>
              <a:gd name="connsiteX49" fmla="*/ 9134606 w 12192000"/>
              <a:gd name="connsiteY49" fmla="*/ 288168 h 4939827"/>
              <a:gd name="connsiteX50" fmla="*/ 9195590 w 12192000"/>
              <a:gd name="connsiteY50" fmla="*/ 279568 h 4939827"/>
              <a:gd name="connsiteX51" fmla="*/ 9219336 w 12192000"/>
              <a:gd name="connsiteY51" fmla="*/ 278133 h 4939827"/>
              <a:gd name="connsiteX52" fmla="*/ 9232362 w 12192000"/>
              <a:gd name="connsiteY52" fmla="*/ 275894 h 4939827"/>
              <a:gd name="connsiteX53" fmla="*/ 9233396 w 12192000"/>
              <a:gd name="connsiteY53" fmla="*/ 274803 h 4939827"/>
              <a:gd name="connsiteX54" fmla="*/ 9256213 w 12192000"/>
              <a:gd name="connsiteY54" fmla="*/ 281576 h 4939827"/>
              <a:gd name="connsiteX55" fmla="*/ 9262377 w 12192000"/>
              <a:gd name="connsiteY55" fmla="*/ 286635 h 4939827"/>
              <a:gd name="connsiteX56" fmla="*/ 9287089 w 12192000"/>
              <a:gd name="connsiteY56" fmla="*/ 303891 h 4939827"/>
              <a:gd name="connsiteX57" fmla="*/ 9371484 w 12192000"/>
              <a:gd name="connsiteY57" fmla="*/ 329634 h 4939827"/>
              <a:gd name="connsiteX58" fmla="*/ 9404829 w 12192000"/>
              <a:gd name="connsiteY58" fmla="*/ 339038 h 4939827"/>
              <a:gd name="connsiteX59" fmla="*/ 9427021 w 12192000"/>
              <a:gd name="connsiteY59" fmla="*/ 358784 h 4939827"/>
              <a:gd name="connsiteX60" fmla="*/ 9670844 w 12192000"/>
              <a:gd name="connsiteY60" fmla="*/ 405128 h 4939827"/>
              <a:gd name="connsiteX61" fmla="*/ 9816083 w 12192000"/>
              <a:gd name="connsiteY61" fmla="*/ 416573 h 4939827"/>
              <a:gd name="connsiteX62" fmla="*/ 9936741 w 12192000"/>
              <a:gd name="connsiteY62" fmla="*/ 437044 h 4939827"/>
              <a:gd name="connsiteX63" fmla="*/ 10050093 w 12192000"/>
              <a:gd name="connsiteY63" fmla="*/ 443783 h 4939827"/>
              <a:gd name="connsiteX64" fmla="*/ 10130090 w 12192000"/>
              <a:gd name="connsiteY64" fmla="*/ 459520 h 4939827"/>
              <a:gd name="connsiteX65" fmla="*/ 10173456 w 12192000"/>
              <a:gd name="connsiteY65" fmla="*/ 457749 h 4939827"/>
              <a:gd name="connsiteX66" fmla="*/ 10218232 w 12192000"/>
              <a:gd name="connsiteY66" fmla="*/ 459820 h 4939827"/>
              <a:gd name="connsiteX67" fmla="*/ 10354176 w 12192000"/>
              <a:gd name="connsiteY67" fmla="*/ 471377 h 4939827"/>
              <a:gd name="connsiteX68" fmla="*/ 10430681 w 12192000"/>
              <a:gd name="connsiteY68" fmla="*/ 481226 h 4939827"/>
              <a:gd name="connsiteX69" fmla="*/ 10478169 w 12192000"/>
              <a:gd name="connsiteY69" fmla="*/ 481774 h 4939827"/>
              <a:gd name="connsiteX70" fmla="*/ 10540907 w 12192000"/>
              <a:gd name="connsiteY70" fmla="*/ 485607 h 4939827"/>
              <a:gd name="connsiteX71" fmla="*/ 10614941 w 12192000"/>
              <a:gd name="connsiteY71" fmla="*/ 487592 h 4939827"/>
              <a:gd name="connsiteX72" fmla="*/ 10674098 w 12192000"/>
              <a:gd name="connsiteY72" fmla="*/ 521656 h 4939827"/>
              <a:gd name="connsiteX73" fmla="*/ 10874834 w 12192000"/>
              <a:gd name="connsiteY73" fmla="*/ 574867 h 4939827"/>
              <a:gd name="connsiteX74" fmla="*/ 10944981 w 12192000"/>
              <a:gd name="connsiteY74" fmla="*/ 615042 h 4939827"/>
              <a:gd name="connsiteX75" fmla="*/ 11006376 w 12192000"/>
              <a:gd name="connsiteY75" fmla="*/ 645957 h 4939827"/>
              <a:gd name="connsiteX76" fmla="*/ 11076308 w 12192000"/>
              <a:gd name="connsiteY76" fmla="*/ 675698 h 4939827"/>
              <a:gd name="connsiteX77" fmla="*/ 11148789 w 12192000"/>
              <a:gd name="connsiteY77" fmla="*/ 685041 h 4939827"/>
              <a:gd name="connsiteX78" fmla="*/ 11249129 w 12192000"/>
              <a:gd name="connsiteY78" fmla="*/ 684218 h 4939827"/>
              <a:gd name="connsiteX79" fmla="*/ 11299915 w 12192000"/>
              <a:gd name="connsiteY79" fmla="*/ 692177 h 4939827"/>
              <a:gd name="connsiteX80" fmla="*/ 11386973 w 12192000"/>
              <a:gd name="connsiteY80" fmla="*/ 708209 h 4939827"/>
              <a:gd name="connsiteX81" fmla="*/ 11500105 w 12192000"/>
              <a:gd name="connsiteY81" fmla="*/ 735014 h 4939827"/>
              <a:gd name="connsiteX82" fmla="*/ 11621735 w 12192000"/>
              <a:gd name="connsiteY82" fmla="*/ 789584 h 4939827"/>
              <a:gd name="connsiteX83" fmla="*/ 11691200 w 12192000"/>
              <a:gd name="connsiteY83" fmla="*/ 867902 h 4939827"/>
              <a:gd name="connsiteX84" fmla="*/ 11819427 w 12192000"/>
              <a:gd name="connsiteY84" fmla="*/ 911634 h 4939827"/>
              <a:gd name="connsiteX85" fmla="*/ 11969720 w 12192000"/>
              <a:gd name="connsiteY85" fmla="*/ 964737 h 4939827"/>
              <a:gd name="connsiteX86" fmla="*/ 12055766 w 12192000"/>
              <a:gd name="connsiteY86" fmla="*/ 991268 h 4939827"/>
              <a:gd name="connsiteX87" fmla="*/ 12171539 w 12192000"/>
              <a:gd name="connsiteY87" fmla="*/ 995427 h 4939827"/>
              <a:gd name="connsiteX88" fmla="*/ 12187831 w 12192000"/>
              <a:gd name="connsiteY88" fmla="*/ 996580 h 4939827"/>
              <a:gd name="connsiteX89" fmla="*/ 12192000 w 12192000"/>
              <a:gd name="connsiteY89" fmla="*/ 996726 h 4939827"/>
              <a:gd name="connsiteX90" fmla="*/ 12192000 w 12192000"/>
              <a:gd name="connsiteY90" fmla="*/ 4939827 h 4939827"/>
              <a:gd name="connsiteX91" fmla="*/ 0 w 12192000"/>
              <a:gd name="connsiteY91" fmla="*/ 4939827 h 4939827"/>
              <a:gd name="connsiteX92" fmla="*/ 0 w 12192000"/>
              <a:gd name="connsiteY92" fmla="*/ 512043 h 4939827"/>
              <a:gd name="connsiteX93" fmla="*/ 7381 w 12192000"/>
              <a:gd name="connsiteY93" fmla="*/ 512580 h 4939827"/>
              <a:gd name="connsiteX94" fmla="*/ 100029 w 12192000"/>
              <a:gd name="connsiteY94" fmla="*/ 504758 h 4939827"/>
              <a:gd name="connsiteX95" fmla="*/ 155244 w 12192000"/>
              <a:gd name="connsiteY95" fmla="*/ 525130 h 4939827"/>
              <a:gd name="connsiteX96" fmla="*/ 254366 w 12192000"/>
              <a:gd name="connsiteY96" fmla="*/ 534449 h 4939827"/>
              <a:gd name="connsiteX97" fmla="*/ 447292 w 12192000"/>
              <a:gd name="connsiteY97" fmla="*/ 542725 h 4939827"/>
              <a:gd name="connsiteX98" fmla="*/ 628105 w 12192000"/>
              <a:gd name="connsiteY98" fmla="*/ 547853 h 4939827"/>
              <a:gd name="connsiteX99" fmla="*/ 783146 w 12192000"/>
              <a:gd name="connsiteY99" fmla="*/ 591799 h 4939827"/>
              <a:gd name="connsiteX100" fmla="*/ 1043676 w 12192000"/>
              <a:gd name="connsiteY100" fmla="*/ 591887 h 4939827"/>
              <a:gd name="connsiteX101" fmla="*/ 1281816 w 12192000"/>
              <a:gd name="connsiteY101" fmla="*/ 520946 h 4939827"/>
              <a:gd name="connsiteX102" fmla="*/ 1486347 w 12192000"/>
              <a:gd name="connsiteY102" fmla="*/ 487310 h 4939827"/>
              <a:gd name="connsiteX103" fmla="*/ 1568079 w 12192000"/>
              <a:gd name="connsiteY103" fmla="*/ 462531 h 4939827"/>
              <a:gd name="connsiteX104" fmla="*/ 1622516 w 12192000"/>
              <a:gd name="connsiteY104" fmla="*/ 466058 h 4939827"/>
              <a:gd name="connsiteX105" fmla="*/ 1655457 w 12192000"/>
              <a:gd name="connsiteY105" fmla="*/ 465359 h 4939827"/>
              <a:gd name="connsiteX106" fmla="*/ 1717454 w 12192000"/>
              <a:gd name="connsiteY106" fmla="*/ 417203 h 4939827"/>
              <a:gd name="connsiteX107" fmla="*/ 1913794 w 12192000"/>
              <a:gd name="connsiteY107" fmla="*/ 365255 h 4939827"/>
              <a:gd name="connsiteX108" fmla="*/ 2129762 w 12192000"/>
              <a:gd name="connsiteY108" fmla="*/ 367832 h 4939827"/>
              <a:gd name="connsiteX109" fmla="*/ 2376970 w 12192000"/>
              <a:gd name="connsiteY109" fmla="*/ 350129 h 4939827"/>
              <a:gd name="connsiteX110" fmla="*/ 2480155 w 12192000"/>
              <a:gd name="connsiteY110" fmla="*/ 359227 h 4939827"/>
              <a:gd name="connsiteX111" fmla="*/ 2586782 w 12192000"/>
              <a:gd name="connsiteY111" fmla="*/ 339352 h 4939827"/>
              <a:gd name="connsiteX112" fmla="*/ 2654496 w 12192000"/>
              <a:gd name="connsiteY112" fmla="*/ 315431 h 4939827"/>
              <a:gd name="connsiteX113" fmla="*/ 2788947 w 12192000"/>
              <a:gd name="connsiteY113" fmla="*/ 250375 h 4939827"/>
              <a:gd name="connsiteX114" fmla="*/ 2885389 w 12192000"/>
              <a:gd name="connsiteY114" fmla="*/ 255259 h 4939827"/>
              <a:gd name="connsiteX115" fmla="*/ 3045916 w 12192000"/>
              <a:gd name="connsiteY115" fmla="*/ 261030 h 4939827"/>
              <a:gd name="connsiteX116" fmla="*/ 3074187 w 12192000"/>
              <a:gd name="connsiteY116" fmla="*/ 243226 h 4939827"/>
              <a:gd name="connsiteX117" fmla="*/ 3103677 w 12192000"/>
              <a:gd name="connsiteY117" fmla="*/ 209527 h 4939827"/>
              <a:gd name="connsiteX118" fmla="*/ 3126759 w 12192000"/>
              <a:gd name="connsiteY118" fmla="*/ 211226 h 4939827"/>
              <a:gd name="connsiteX119" fmla="*/ 3164020 w 12192000"/>
              <a:gd name="connsiteY119" fmla="*/ 212779 h 4939827"/>
              <a:gd name="connsiteX120" fmla="*/ 3285019 w 12192000"/>
              <a:gd name="connsiteY120" fmla="*/ 220535 h 4939827"/>
              <a:gd name="connsiteX121" fmla="*/ 3365154 w 12192000"/>
              <a:gd name="connsiteY121" fmla="*/ 226416 h 4939827"/>
              <a:gd name="connsiteX122" fmla="*/ 3367507 w 12192000"/>
              <a:gd name="connsiteY122" fmla="*/ 225416 h 4939827"/>
              <a:gd name="connsiteX123" fmla="*/ 3387567 w 12192000"/>
              <a:gd name="connsiteY123" fmla="*/ 227103 h 4939827"/>
              <a:gd name="connsiteX124" fmla="*/ 3424753 w 12192000"/>
              <a:gd name="connsiteY124" fmla="*/ 244380 h 4939827"/>
              <a:gd name="connsiteX125" fmla="*/ 3498001 w 12192000"/>
              <a:gd name="connsiteY125" fmla="*/ 231941 h 4939827"/>
              <a:gd name="connsiteX126" fmla="*/ 3561557 w 12192000"/>
              <a:gd name="connsiteY126" fmla="*/ 228095 h 4939827"/>
              <a:gd name="connsiteX127" fmla="*/ 3611920 w 12192000"/>
              <a:gd name="connsiteY127" fmla="*/ 218094 h 4939827"/>
              <a:gd name="connsiteX128" fmla="*/ 3620528 w 12192000"/>
              <a:gd name="connsiteY128" fmla="*/ 218788 h 4939827"/>
              <a:gd name="connsiteX129" fmla="*/ 3620766 w 12192000"/>
              <a:gd name="connsiteY129" fmla="*/ 218511 h 4939827"/>
              <a:gd name="connsiteX130" fmla="*/ 3629977 w 12192000"/>
              <a:gd name="connsiteY130" fmla="*/ 218664 h 4939827"/>
              <a:gd name="connsiteX131" fmla="*/ 3636217 w 12192000"/>
              <a:gd name="connsiteY131" fmla="*/ 220048 h 4939827"/>
              <a:gd name="connsiteX132" fmla="*/ 3709484 w 12192000"/>
              <a:gd name="connsiteY132" fmla="*/ 186927 h 4939827"/>
              <a:gd name="connsiteX133" fmla="*/ 3761342 w 12192000"/>
              <a:gd name="connsiteY133" fmla="*/ 177474 h 4939827"/>
              <a:gd name="connsiteX134" fmla="*/ 3799748 w 12192000"/>
              <a:gd name="connsiteY134" fmla="*/ 167154 h 4939827"/>
              <a:gd name="connsiteX135" fmla="*/ 3812225 w 12192000"/>
              <a:gd name="connsiteY135" fmla="*/ 189020 h 4939827"/>
              <a:gd name="connsiteX136" fmla="*/ 3864537 w 12192000"/>
              <a:gd name="connsiteY136" fmla="*/ 200742 h 4939827"/>
              <a:gd name="connsiteX137" fmla="*/ 4028476 w 12192000"/>
              <a:gd name="connsiteY137" fmla="*/ 223679 h 4939827"/>
              <a:gd name="connsiteX138" fmla="*/ 4191582 w 12192000"/>
              <a:gd name="connsiteY138" fmla="*/ 238952 h 4939827"/>
              <a:gd name="connsiteX139" fmla="*/ 4251024 w 12192000"/>
              <a:gd name="connsiteY139" fmla="*/ 240874 h 4939827"/>
              <a:gd name="connsiteX140" fmla="*/ 4355275 w 12192000"/>
              <a:gd name="connsiteY140" fmla="*/ 260205 h 4939827"/>
              <a:gd name="connsiteX141" fmla="*/ 4423807 w 12192000"/>
              <a:gd name="connsiteY141" fmla="*/ 270366 h 4939827"/>
              <a:gd name="connsiteX142" fmla="*/ 4558432 w 12192000"/>
              <a:gd name="connsiteY142" fmla="*/ 269194 h 4939827"/>
              <a:gd name="connsiteX143" fmla="*/ 4635061 w 12192000"/>
              <a:gd name="connsiteY143" fmla="*/ 280682 h 4939827"/>
              <a:gd name="connsiteX144" fmla="*/ 4807427 w 12192000"/>
              <a:gd name="connsiteY144" fmla="*/ 276835 h 4939827"/>
              <a:gd name="connsiteX145" fmla="*/ 5028933 w 12192000"/>
              <a:gd name="connsiteY145" fmla="*/ 183887 h 4939827"/>
              <a:gd name="connsiteX146" fmla="*/ 5093642 w 12192000"/>
              <a:gd name="connsiteY146" fmla="*/ 177214 h 4939827"/>
              <a:gd name="connsiteX147" fmla="*/ 5102642 w 12192000"/>
              <a:gd name="connsiteY147" fmla="*/ 186816 h 4939827"/>
              <a:gd name="connsiteX148" fmla="*/ 5193590 w 12192000"/>
              <a:gd name="connsiteY148" fmla="*/ 136361 h 4939827"/>
              <a:gd name="connsiteX149" fmla="*/ 5323922 w 12192000"/>
              <a:gd name="connsiteY149" fmla="*/ 146332 h 4939827"/>
              <a:gd name="connsiteX150" fmla="*/ 5421860 w 12192000"/>
              <a:gd name="connsiteY150" fmla="*/ 167298 h 4939827"/>
              <a:gd name="connsiteX151" fmla="*/ 5476948 w 12192000"/>
              <a:gd name="connsiteY151" fmla="*/ 173249 h 4939827"/>
              <a:gd name="connsiteX152" fmla="*/ 5516842 w 12192000"/>
              <a:gd name="connsiteY152" fmla="*/ 184018 h 4939827"/>
              <a:gd name="connsiteX153" fmla="*/ 5619415 w 12192000"/>
              <a:gd name="connsiteY153" fmla="*/ 176781 h 4939827"/>
              <a:gd name="connsiteX154" fmla="*/ 5789867 w 12192000"/>
              <a:gd name="connsiteY154" fmla="*/ 150304 h 4939827"/>
              <a:gd name="connsiteX155" fmla="*/ 5825953 w 12192000"/>
              <a:gd name="connsiteY155" fmla="*/ 147907 h 4939827"/>
              <a:gd name="connsiteX156" fmla="*/ 5856168 w 12192000"/>
              <a:gd name="connsiteY156" fmla="*/ 158719 h 4939827"/>
              <a:gd name="connsiteX157" fmla="*/ 5862476 w 12192000"/>
              <a:gd name="connsiteY157" fmla="*/ 172447 h 4939827"/>
              <a:gd name="connsiteX158" fmla="*/ 5882195 w 12192000"/>
              <a:gd name="connsiteY158" fmla="*/ 173195 h 4939827"/>
              <a:gd name="connsiteX159" fmla="*/ 5887271 w 12192000"/>
              <a:gd name="connsiteY159" fmla="*/ 176084 h 4939827"/>
              <a:gd name="connsiteX160" fmla="*/ 5916552 w 12192000"/>
              <a:gd name="connsiteY160" fmla="*/ 189955 h 4939827"/>
              <a:gd name="connsiteX161" fmla="*/ 5983240 w 12192000"/>
              <a:gd name="connsiteY161" fmla="*/ 152755 h 4939827"/>
              <a:gd name="connsiteX162" fmla="*/ 6152287 w 12192000"/>
              <a:gd name="connsiteY162" fmla="*/ 116736 h 4939827"/>
              <a:gd name="connsiteX163" fmla="*/ 6415830 w 12192000"/>
              <a:gd name="connsiteY163" fmla="*/ 136006 h 4939827"/>
              <a:gd name="connsiteX164" fmla="*/ 6756965 w 12192000"/>
              <a:gd name="connsiteY164" fmla="*/ 57636 h 4939827"/>
              <a:gd name="connsiteX165" fmla="*/ 6965101 w 12192000"/>
              <a:gd name="connsiteY165" fmla="*/ 25718 h 4939827"/>
              <a:gd name="connsiteX166" fmla="*/ 6986370 w 12192000"/>
              <a:gd name="connsiteY166" fmla="*/ 12659 h 4939827"/>
              <a:gd name="connsiteX167" fmla="*/ 6989536 w 12192000"/>
              <a:gd name="connsiteY167" fmla="*/ 14528 h 4939827"/>
              <a:gd name="connsiteX168" fmla="*/ 7015933 w 12192000"/>
              <a:gd name="connsiteY168" fmla="*/ 9653 h 4939827"/>
              <a:gd name="connsiteX169" fmla="*/ 7020592 w 12192000"/>
              <a:gd name="connsiteY169" fmla="*/ 1651 h 4939827"/>
              <a:gd name="connsiteX170" fmla="*/ 7025905 w 12192000"/>
              <a:gd name="connsiteY170" fmla="*/ 0 h 4939827"/>
              <a:gd name="connsiteX0" fmla="*/ 7025905 w 12192000"/>
              <a:gd name="connsiteY0" fmla="*/ 0 h 4939827"/>
              <a:gd name="connsiteX1" fmla="*/ 7032579 w 12192000"/>
              <a:gd name="connsiteY1" fmla="*/ 2808 h 4939827"/>
              <a:gd name="connsiteX2" fmla="*/ 7079505 w 12192000"/>
              <a:gd name="connsiteY2" fmla="*/ 12971 h 4939827"/>
              <a:gd name="connsiteX3" fmla="*/ 7158791 w 12192000"/>
              <a:gd name="connsiteY3" fmla="*/ 12462 h 4939827"/>
              <a:gd name="connsiteX4" fmla="*/ 7233338 w 12192000"/>
              <a:gd name="connsiteY4" fmla="*/ 24846 h 4939827"/>
              <a:gd name="connsiteX5" fmla="*/ 7259791 w 12192000"/>
              <a:gd name="connsiteY5" fmla="*/ 29557 h 4939827"/>
              <a:gd name="connsiteX6" fmla="*/ 7263923 w 12192000"/>
              <a:gd name="connsiteY6" fmla="*/ 35029 h 4939827"/>
              <a:gd name="connsiteX7" fmla="*/ 7281549 w 12192000"/>
              <a:gd name="connsiteY7" fmla="*/ 39654 h 4939827"/>
              <a:gd name="connsiteX8" fmla="*/ 7374735 w 12192000"/>
              <a:gd name="connsiteY8" fmla="*/ 65326 h 4939827"/>
              <a:gd name="connsiteX9" fmla="*/ 7376078 w 12192000"/>
              <a:gd name="connsiteY9" fmla="*/ 63849 h 4939827"/>
              <a:gd name="connsiteX10" fmla="*/ 7402026 w 12192000"/>
              <a:gd name="connsiteY10" fmla="*/ 60308 h 4939827"/>
              <a:gd name="connsiteX11" fmla="*/ 7415091 w 12192000"/>
              <a:gd name="connsiteY11" fmla="*/ 77403 h 4939827"/>
              <a:gd name="connsiteX12" fmla="*/ 7488682 w 12192000"/>
              <a:gd name="connsiteY12" fmla="*/ 83440 h 4939827"/>
              <a:gd name="connsiteX13" fmla="*/ 7588044 w 12192000"/>
              <a:gd name="connsiteY13" fmla="*/ 110756 h 4939827"/>
              <a:gd name="connsiteX14" fmla="*/ 7732750 w 12192000"/>
              <a:gd name="connsiteY14" fmla="*/ 145456 h 4939827"/>
              <a:gd name="connsiteX15" fmla="*/ 7785900 w 12192000"/>
              <a:gd name="connsiteY15" fmla="*/ 154493 h 4939827"/>
              <a:gd name="connsiteX16" fmla="*/ 7877301 w 12192000"/>
              <a:gd name="connsiteY16" fmla="*/ 186153 h 4939827"/>
              <a:gd name="connsiteX17" fmla="*/ 7952584 w 12192000"/>
              <a:gd name="connsiteY17" fmla="*/ 170181 h 4939827"/>
              <a:gd name="connsiteX18" fmla="*/ 8009534 w 12192000"/>
              <a:gd name="connsiteY18" fmla="*/ 176441 h 4939827"/>
              <a:gd name="connsiteX19" fmla="*/ 8058681 w 12192000"/>
              <a:gd name="connsiteY19" fmla="*/ 219431 h 4939827"/>
              <a:gd name="connsiteX20" fmla="*/ 8126175 w 12192000"/>
              <a:gd name="connsiteY20" fmla="*/ 240005 h 4939827"/>
              <a:gd name="connsiteX21" fmla="*/ 8166439 w 12192000"/>
              <a:gd name="connsiteY21" fmla="*/ 252699 h 4939827"/>
              <a:gd name="connsiteX22" fmla="*/ 8281371 w 12192000"/>
              <a:gd name="connsiteY22" fmla="*/ 256875 h 4939827"/>
              <a:gd name="connsiteX23" fmla="*/ 8381609 w 12192000"/>
              <a:gd name="connsiteY23" fmla="*/ 240618 h 4939827"/>
              <a:gd name="connsiteX24" fmla="*/ 8406759 w 12192000"/>
              <a:gd name="connsiteY24" fmla="*/ 232517 h 4939827"/>
              <a:gd name="connsiteX25" fmla="*/ 8426506 w 12192000"/>
              <a:gd name="connsiteY25" fmla="*/ 241842 h 4939827"/>
              <a:gd name="connsiteX26" fmla="*/ 8427949 w 12192000"/>
              <a:gd name="connsiteY26" fmla="*/ 240981 h 4939827"/>
              <a:gd name="connsiteX27" fmla="*/ 8441468 w 12192000"/>
              <a:gd name="connsiteY27" fmla="*/ 241157 h 4939827"/>
              <a:gd name="connsiteX28" fmla="*/ 8565757 w 12192000"/>
              <a:gd name="connsiteY28" fmla="*/ 255317 h 4939827"/>
              <a:gd name="connsiteX29" fmla="*/ 8573171 w 12192000"/>
              <a:gd name="connsiteY29" fmla="*/ 258426 h 4939827"/>
              <a:gd name="connsiteX30" fmla="*/ 8573548 w 12192000"/>
              <a:gd name="connsiteY30" fmla="*/ 258241 h 4939827"/>
              <a:gd name="connsiteX31" fmla="*/ 8581827 w 12192000"/>
              <a:gd name="connsiteY31" fmla="*/ 261028 h 4939827"/>
              <a:gd name="connsiteX32" fmla="*/ 8586687 w 12192000"/>
              <a:gd name="connsiteY32" fmla="*/ 264089 h 4939827"/>
              <a:gd name="connsiteX33" fmla="*/ 8601067 w 12192000"/>
              <a:gd name="connsiteY33" fmla="*/ 270114 h 4939827"/>
              <a:gd name="connsiteX34" fmla="*/ 8672650 w 12192000"/>
              <a:gd name="connsiteY34" fmla="*/ 254821 h 4939827"/>
              <a:gd name="connsiteX35" fmla="*/ 8785543 w 12192000"/>
              <a:gd name="connsiteY35" fmla="*/ 263406 h 4939827"/>
              <a:gd name="connsiteX36" fmla="*/ 8830588 w 12192000"/>
              <a:gd name="connsiteY36" fmla="*/ 265483 h 4939827"/>
              <a:gd name="connsiteX37" fmla="*/ 8905142 w 12192000"/>
              <a:gd name="connsiteY37" fmla="*/ 264958 h 4939827"/>
              <a:gd name="connsiteX38" fmla="*/ 8968582 w 12192000"/>
              <a:gd name="connsiteY38" fmla="*/ 262728 h 4939827"/>
              <a:gd name="connsiteX39" fmla="*/ 8972994 w 12192000"/>
              <a:gd name="connsiteY39" fmla="*/ 263284 h 4939827"/>
              <a:gd name="connsiteX40" fmla="*/ 9004605 w 12192000"/>
              <a:gd name="connsiteY40" fmla="*/ 258041 h 4939827"/>
              <a:gd name="connsiteX41" fmla="*/ 9016165 w 12192000"/>
              <a:gd name="connsiteY41" fmla="*/ 261258 h 4939827"/>
              <a:gd name="connsiteX42" fmla="*/ 9043297 w 12192000"/>
              <a:gd name="connsiteY42" fmla="*/ 281547 h 4939827"/>
              <a:gd name="connsiteX43" fmla="*/ 9048315 w 12192000"/>
              <a:gd name="connsiteY43" fmla="*/ 279264 h 4939827"/>
              <a:gd name="connsiteX44" fmla="*/ 9054706 w 12192000"/>
              <a:gd name="connsiteY44" fmla="*/ 278538 h 4939827"/>
              <a:gd name="connsiteX45" fmla="*/ 9070919 w 12192000"/>
              <a:gd name="connsiteY45" fmla="*/ 281810 h 4939827"/>
              <a:gd name="connsiteX46" fmla="*/ 9076813 w 12192000"/>
              <a:gd name="connsiteY46" fmla="*/ 283909 h 4939827"/>
              <a:gd name="connsiteX47" fmla="*/ 9085871 w 12192000"/>
              <a:gd name="connsiteY47" fmla="*/ 285133 h 4939827"/>
              <a:gd name="connsiteX48" fmla="*/ 9086159 w 12192000"/>
              <a:gd name="connsiteY48" fmla="*/ 284887 h 4939827"/>
              <a:gd name="connsiteX49" fmla="*/ 9134606 w 12192000"/>
              <a:gd name="connsiteY49" fmla="*/ 288168 h 4939827"/>
              <a:gd name="connsiteX50" fmla="*/ 9195590 w 12192000"/>
              <a:gd name="connsiteY50" fmla="*/ 279568 h 4939827"/>
              <a:gd name="connsiteX51" fmla="*/ 9219336 w 12192000"/>
              <a:gd name="connsiteY51" fmla="*/ 278133 h 4939827"/>
              <a:gd name="connsiteX52" fmla="*/ 9232362 w 12192000"/>
              <a:gd name="connsiteY52" fmla="*/ 275894 h 4939827"/>
              <a:gd name="connsiteX53" fmla="*/ 9233396 w 12192000"/>
              <a:gd name="connsiteY53" fmla="*/ 274803 h 4939827"/>
              <a:gd name="connsiteX54" fmla="*/ 9256213 w 12192000"/>
              <a:gd name="connsiteY54" fmla="*/ 281576 h 4939827"/>
              <a:gd name="connsiteX55" fmla="*/ 9262377 w 12192000"/>
              <a:gd name="connsiteY55" fmla="*/ 286635 h 4939827"/>
              <a:gd name="connsiteX56" fmla="*/ 9287089 w 12192000"/>
              <a:gd name="connsiteY56" fmla="*/ 303891 h 4939827"/>
              <a:gd name="connsiteX57" fmla="*/ 9371484 w 12192000"/>
              <a:gd name="connsiteY57" fmla="*/ 329634 h 4939827"/>
              <a:gd name="connsiteX58" fmla="*/ 9404829 w 12192000"/>
              <a:gd name="connsiteY58" fmla="*/ 339038 h 4939827"/>
              <a:gd name="connsiteX59" fmla="*/ 9427021 w 12192000"/>
              <a:gd name="connsiteY59" fmla="*/ 358784 h 4939827"/>
              <a:gd name="connsiteX60" fmla="*/ 9670844 w 12192000"/>
              <a:gd name="connsiteY60" fmla="*/ 405128 h 4939827"/>
              <a:gd name="connsiteX61" fmla="*/ 9816083 w 12192000"/>
              <a:gd name="connsiteY61" fmla="*/ 416573 h 4939827"/>
              <a:gd name="connsiteX62" fmla="*/ 9936741 w 12192000"/>
              <a:gd name="connsiteY62" fmla="*/ 437044 h 4939827"/>
              <a:gd name="connsiteX63" fmla="*/ 10050093 w 12192000"/>
              <a:gd name="connsiteY63" fmla="*/ 443783 h 4939827"/>
              <a:gd name="connsiteX64" fmla="*/ 10130090 w 12192000"/>
              <a:gd name="connsiteY64" fmla="*/ 459520 h 4939827"/>
              <a:gd name="connsiteX65" fmla="*/ 10173456 w 12192000"/>
              <a:gd name="connsiteY65" fmla="*/ 457749 h 4939827"/>
              <a:gd name="connsiteX66" fmla="*/ 10218232 w 12192000"/>
              <a:gd name="connsiteY66" fmla="*/ 459820 h 4939827"/>
              <a:gd name="connsiteX67" fmla="*/ 10354176 w 12192000"/>
              <a:gd name="connsiteY67" fmla="*/ 471377 h 4939827"/>
              <a:gd name="connsiteX68" fmla="*/ 10430681 w 12192000"/>
              <a:gd name="connsiteY68" fmla="*/ 481226 h 4939827"/>
              <a:gd name="connsiteX69" fmla="*/ 10478169 w 12192000"/>
              <a:gd name="connsiteY69" fmla="*/ 481774 h 4939827"/>
              <a:gd name="connsiteX70" fmla="*/ 10540907 w 12192000"/>
              <a:gd name="connsiteY70" fmla="*/ 485607 h 4939827"/>
              <a:gd name="connsiteX71" fmla="*/ 10614941 w 12192000"/>
              <a:gd name="connsiteY71" fmla="*/ 487592 h 4939827"/>
              <a:gd name="connsiteX72" fmla="*/ 10674098 w 12192000"/>
              <a:gd name="connsiteY72" fmla="*/ 521656 h 4939827"/>
              <a:gd name="connsiteX73" fmla="*/ 10874834 w 12192000"/>
              <a:gd name="connsiteY73" fmla="*/ 574867 h 4939827"/>
              <a:gd name="connsiteX74" fmla="*/ 10944981 w 12192000"/>
              <a:gd name="connsiteY74" fmla="*/ 615042 h 4939827"/>
              <a:gd name="connsiteX75" fmla="*/ 11006376 w 12192000"/>
              <a:gd name="connsiteY75" fmla="*/ 645957 h 4939827"/>
              <a:gd name="connsiteX76" fmla="*/ 11076308 w 12192000"/>
              <a:gd name="connsiteY76" fmla="*/ 675698 h 4939827"/>
              <a:gd name="connsiteX77" fmla="*/ 11148789 w 12192000"/>
              <a:gd name="connsiteY77" fmla="*/ 685041 h 4939827"/>
              <a:gd name="connsiteX78" fmla="*/ 11249129 w 12192000"/>
              <a:gd name="connsiteY78" fmla="*/ 684218 h 4939827"/>
              <a:gd name="connsiteX79" fmla="*/ 11299915 w 12192000"/>
              <a:gd name="connsiteY79" fmla="*/ 692177 h 4939827"/>
              <a:gd name="connsiteX80" fmla="*/ 11386973 w 12192000"/>
              <a:gd name="connsiteY80" fmla="*/ 708209 h 4939827"/>
              <a:gd name="connsiteX81" fmla="*/ 11500105 w 12192000"/>
              <a:gd name="connsiteY81" fmla="*/ 735014 h 4939827"/>
              <a:gd name="connsiteX82" fmla="*/ 11621735 w 12192000"/>
              <a:gd name="connsiteY82" fmla="*/ 789584 h 4939827"/>
              <a:gd name="connsiteX83" fmla="*/ 11691200 w 12192000"/>
              <a:gd name="connsiteY83" fmla="*/ 867902 h 4939827"/>
              <a:gd name="connsiteX84" fmla="*/ 11819427 w 12192000"/>
              <a:gd name="connsiteY84" fmla="*/ 911634 h 4939827"/>
              <a:gd name="connsiteX85" fmla="*/ 11969720 w 12192000"/>
              <a:gd name="connsiteY85" fmla="*/ 964737 h 4939827"/>
              <a:gd name="connsiteX86" fmla="*/ 12055766 w 12192000"/>
              <a:gd name="connsiteY86" fmla="*/ 991268 h 4939827"/>
              <a:gd name="connsiteX87" fmla="*/ 12171539 w 12192000"/>
              <a:gd name="connsiteY87" fmla="*/ 995427 h 4939827"/>
              <a:gd name="connsiteX88" fmla="*/ 12187831 w 12192000"/>
              <a:gd name="connsiteY88" fmla="*/ 996580 h 4939827"/>
              <a:gd name="connsiteX89" fmla="*/ 12192000 w 12192000"/>
              <a:gd name="connsiteY89" fmla="*/ 996726 h 4939827"/>
              <a:gd name="connsiteX90" fmla="*/ 12192000 w 12192000"/>
              <a:gd name="connsiteY90" fmla="*/ 4939827 h 4939827"/>
              <a:gd name="connsiteX91" fmla="*/ 0 w 12192000"/>
              <a:gd name="connsiteY91" fmla="*/ 4939827 h 4939827"/>
              <a:gd name="connsiteX92" fmla="*/ 0 w 12192000"/>
              <a:gd name="connsiteY92" fmla="*/ 512043 h 4939827"/>
              <a:gd name="connsiteX93" fmla="*/ 7381 w 12192000"/>
              <a:gd name="connsiteY93" fmla="*/ 512580 h 4939827"/>
              <a:gd name="connsiteX94" fmla="*/ 100029 w 12192000"/>
              <a:gd name="connsiteY94" fmla="*/ 504758 h 4939827"/>
              <a:gd name="connsiteX95" fmla="*/ 155244 w 12192000"/>
              <a:gd name="connsiteY95" fmla="*/ 525130 h 4939827"/>
              <a:gd name="connsiteX96" fmla="*/ 254366 w 12192000"/>
              <a:gd name="connsiteY96" fmla="*/ 534449 h 4939827"/>
              <a:gd name="connsiteX97" fmla="*/ 447292 w 12192000"/>
              <a:gd name="connsiteY97" fmla="*/ 542725 h 4939827"/>
              <a:gd name="connsiteX98" fmla="*/ 628105 w 12192000"/>
              <a:gd name="connsiteY98" fmla="*/ 547853 h 4939827"/>
              <a:gd name="connsiteX99" fmla="*/ 783146 w 12192000"/>
              <a:gd name="connsiteY99" fmla="*/ 591799 h 4939827"/>
              <a:gd name="connsiteX100" fmla="*/ 1043676 w 12192000"/>
              <a:gd name="connsiteY100" fmla="*/ 591887 h 4939827"/>
              <a:gd name="connsiteX101" fmla="*/ 1281816 w 12192000"/>
              <a:gd name="connsiteY101" fmla="*/ 520946 h 4939827"/>
              <a:gd name="connsiteX102" fmla="*/ 1486347 w 12192000"/>
              <a:gd name="connsiteY102" fmla="*/ 487310 h 4939827"/>
              <a:gd name="connsiteX103" fmla="*/ 1568079 w 12192000"/>
              <a:gd name="connsiteY103" fmla="*/ 462531 h 4939827"/>
              <a:gd name="connsiteX104" fmla="*/ 1622516 w 12192000"/>
              <a:gd name="connsiteY104" fmla="*/ 466058 h 4939827"/>
              <a:gd name="connsiteX105" fmla="*/ 1655457 w 12192000"/>
              <a:gd name="connsiteY105" fmla="*/ 465359 h 4939827"/>
              <a:gd name="connsiteX106" fmla="*/ 1717454 w 12192000"/>
              <a:gd name="connsiteY106" fmla="*/ 417203 h 4939827"/>
              <a:gd name="connsiteX107" fmla="*/ 1913794 w 12192000"/>
              <a:gd name="connsiteY107" fmla="*/ 365255 h 4939827"/>
              <a:gd name="connsiteX108" fmla="*/ 2129762 w 12192000"/>
              <a:gd name="connsiteY108" fmla="*/ 367832 h 4939827"/>
              <a:gd name="connsiteX109" fmla="*/ 2376970 w 12192000"/>
              <a:gd name="connsiteY109" fmla="*/ 350129 h 4939827"/>
              <a:gd name="connsiteX110" fmla="*/ 2480155 w 12192000"/>
              <a:gd name="connsiteY110" fmla="*/ 359227 h 4939827"/>
              <a:gd name="connsiteX111" fmla="*/ 2586782 w 12192000"/>
              <a:gd name="connsiteY111" fmla="*/ 339352 h 4939827"/>
              <a:gd name="connsiteX112" fmla="*/ 2654496 w 12192000"/>
              <a:gd name="connsiteY112" fmla="*/ 315431 h 4939827"/>
              <a:gd name="connsiteX113" fmla="*/ 2788947 w 12192000"/>
              <a:gd name="connsiteY113" fmla="*/ 250375 h 4939827"/>
              <a:gd name="connsiteX114" fmla="*/ 2885389 w 12192000"/>
              <a:gd name="connsiteY114" fmla="*/ 255259 h 4939827"/>
              <a:gd name="connsiteX115" fmla="*/ 3045916 w 12192000"/>
              <a:gd name="connsiteY115" fmla="*/ 261030 h 4939827"/>
              <a:gd name="connsiteX116" fmla="*/ 3074187 w 12192000"/>
              <a:gd name="connsiteY116" fmla="*/ 243226 h 4939827"/>
              <a:gd name="connsiteX117" fmla="*/ 3103677 w 12192000"/>
              <a:gd name="connsiteY117" fmla="*/ 209527 h 4939827"/>
              <a:gd name="connsiteX118" fmla="*/ 3126759 w 12192000"/>
              <a:gd name="connsiteY118" fmla="*/ 211226 h 4939827"/>
              <a:gd name="connsiteX119" fmla="*/ 3164020 w 12192000"/>
              <a:gd name="connsiteY119" fmla="*/ 212779 h 4939827"/>
              <a:gd name="connsiteX120" fmla="*/ 3285019 w 12192000"/>
              <a:gd name="connsiteY120" fmla="*/ 220535 h 4939827"/>
              <a:gd name="connsiteX121" fmla="*/ 3365154 w 12192000"/>
              <a:gd name="connsiteY121" fmla="*/ 226416 h 4939827"/>
              <a:gd name="connsiteX122" fmla="*/ 3367507 w 12192000"/>
              <a:gd name="connsiteY122" fmla="*/ 225416 h 4939827"/>
              <a:gd name="connsiteX123" fmla="*/ 3387567 w 12192000"/>
              <a:gd name="connsiteY123" fmla="*/ 227103 h 4939827"/>
              <a:gd name="connsiteX124" fmla="*/ 3424753 w 12192000"/>
              <a:gd name="connsiteY124" fmla="*/ 244380 h 4939827"/>
              <a:gd name="connsiteX125" fmla="*/ 3498001 w 12192000"/>
              <a:gd name="connsiteY125" fmla="*/ 231941 h 4939827"/>
              <a:gd name="connsiteX126" fmla="*/ 3561557 w 12192000"/>
              <a:gd name="connsiteY126" fmla="*/ 228095 h 4939827"/>
              <a:gd name="connsiteX127" fmla="*/ 3611920 w 12192000"/>
              <a:gd name="connsiteY127" fmla="*/ 218094 h 4939827"/>
              <a:gd name="connsiteX128" fmla="*/ 3620528 w 12192000"/>
              <a:gd name="connsiteY128" fmla="*/ 218788 h 4939827"/>
              <a:gd name="connsiteX129" fmla="*/ 3620766 w 12192000"/>
              <a:gd name="connsiteY129" fmla="*/ 218511 h 4939827"/>
              <a:gd name="connsiteX130" fmla="*/ 3629977 w 12192000"/>
              <a:gd name="connsiteY130" fmla="*/ 218664 h 4939827"/>
              <a:gd name="connsiteX131" fmla="*/ 3636217 w 12192000"/>
              <a:gd name="connsiteY131" fmla="*/ 220048 h 4939827"/>
              <a:gd name="connsiteX132" fmla="*/ 3709484 w 12192000"/>
              <a:gd name="connsiteY132" fmla="*/ 186927 h 4939827"/>
              <a:gd name="connsiteX133" fmla="*/ 3761342 w 12192000"/>
              <a:gd name="connsiteY133" fmla="*/ 177474 h 4939827"/>
              <a:gd name="connsiteX134" fmla="*/ 3799748 w 12192000"/>
              <a:gd name="connsiteY134" fmla="*/ 167154 h 4939827"/>
              <a:gd name="connsiteX135" fmla="*/ 3812225 w 12192000"/>
              <a:gd name="connsiteY135" fmla="*/ 189020 h 4939827"/>
              <a:gd name="connsiteX136" fmla="*/ 3864537 w 12192000"/>
              <a:gd name="connsiteY136" fmla="*/ 200742 h 4939827"/>
              <a:gd name="connsiteX137" fmla="*/ 4028476 w 12192000"/>
              <a:gd name="connsiteY137" fmla="*/ 223679 h 4939827"/>
              <a:gd name="connsiteX138" fmla="*/ 4191582 w 12192000"/>
              <a:gd name="connsiteY138" fmla="*/ 238952 h 4939827"/>
              <a:gd name="connsiteX139" fmla="*/ 4251024 w 12192000"/>
              <a:gd name="connsiteY139" fmla="*/ 240874 h 4939827"/>
              <a:gd name="connsiteX140" fmla="*/ 4355275 w 12192000"/>
              <a:gd name="connsiteY140" fmla="*/ 260205 h 4939827"/>
              <a:gd name="connsiteX141" fmla="*/ 4423807 w 12192000"/>
              <a:gd name="connsiteY141" fmla="*/ 270366 h 4939827"/>
              <a:gd name="connsiteX142" fmla="*/ 4558432 w 12192000"/>
              <a:gd name="connsiteY142" fmla="*/ 269194 h 4939827"/>
              <a:gd name="connsiteX143" fmla="*/ 4635061 w 12192000"/>
              <a:gd name="connsiteY143" fmla="*/ 280682 h 4939827"/>
              <a:gd name="connsiteX144" fmla="*/ 4807427 w 12192000"/>
              <a:gd name="connsiteY144" fmla="*/ 276835 h 4939827"/>
              <a:gd name="connsiteX145" fmla="*/ 5028933 w 12192000"/>
              <a:gd name="connsiteY145" fmla="*/ 183887 h 4939827"/>
              <a:gd name="connsiteX146" fmla="*/ 5093642 w 12192000"/>
              <a:gd name="connsiteY146" fmla="*/ 177214 h 4939827"/>
              <a:gd name="connsiteX147" fmla="*/ 5102642 w 12192000"/>
              <a:gd name="connsiteY147" fmla="*/ 186816 h 4939827"/>
              <a:gd name="connsiteX148" fmla="*/ 5193590 w 12192000"/>
              <a:gd name="connsiteY148" fmla="*/ 136361 h 4939827"/>
              <a:gd name="connsiteX149" fmla="*/ 5323922 w 12192000"/>
              <a:gd name="connsiteY149" fmla="*/ 146332 h 4939827"/>
              <a:gd name="connsiteX150" fmla="*/ 5421860 w 12192000"/>
              <a:gd name="connsiteY150" fmla="*/ 167298 h 4939827"/>
              <a:gd name="connsiteX151" fmla="*/ 5476948 w 12192000"/>
              <a:gd name="connsiteY151" fmla="*/ 173249 h 4939827"/>
              <a:gd name="connsiteX152" fmla="*/ 5516842 w 12192000"/>
              <a:gd name="connsiteY152" fmla="*/ 184018 h 4939827"/>
              <a:gd name="connsiteX153" fmla="*/ 5619415 w 12192000"/>
              <a:gd name="connsiteY153" fmla="*/ 176781 h 4939827"/>
              <a:gd name="connsiteX154" fmla="*/ 5789867 w 12192000"/>
              <a:gd name="connsiteY154" fmla="*/ 150304 h 4939827"/>
              <a:gd name="connsiteX155" fmla="*/ 5825953 w 12192000"/>
              <a:gd name="connsiteY155" fmla="*/ 147907 h 4939827"/>
              <a:gd name="connsiteX156" fmla="*/ 5856168 w 12192000"/>
              <a:gd name="connsiteY156" fmla="*/ 158719 h 4939827"/>
              <a:gd name="connsiteX157" fmla="*/ 5862476 w 12192000"/>
              <a:gd name="connsiteY157" fmla="*/ 172447 h 4939827"/>
              <a:gd name="connsiteX158" fmla="*/ 5882195 w 12192000"/>
              <a:gd name="connsiteY158" fmla="*/ 173195 h 4939827"/>
              <a:gd name="connsiteX159" fmla="*/ 5887271 w 12192000"/>
              <a:gd name="connsiteY159" fmla="*/ 176084 h 4939827"/>
              <a:gd name="connsiteX160" fmla="*/ 5916552 w 12192000"/>
              <a:gd name="connsiteY160" fmla="*/ 189955 h 4939827"/>
              <a:gd name="connsiteX161" fmla="*/ 5983240 w 12192000"/>
              <a:gd name="connsiteY161" fmla="*/ 152755 h 4939827"/>
              <a:gd name="connsiteX162" fmla="*/ 6152287 w 12192000"/>
              <a:gd name="connsiteY162" fmla="*/ 116736 h 4939827"/>
              <a:gd name="connsiteX163" fmla="*/ 6415830 w 12192000"/>
              <a:gd name="connsiteY163" fmla="*/ 136006 h 4939827"/>
              <a:gd name="connsiteX164" fmla="*/ 6756965 w 12192000"/>
              <a:gd name="connsiteY164" fmla="*/ 57636 h 4939827"/>
              <a:gd name="connsiteX165" fmla="*/ 6819400 w 12192000"/>
              <a:gd name="connsiteY165" fmla="*/ 30742 h 4939827"/>
              <a:gd name="connsiteX166" fmla="*/ 6986370 w 12192000"/>
              <a:gd name="connsiteY166" fmla="*/ 12659 h 4939827"/>
              <a:gd name="connsiteX167" fmla="*/ 6989536 w 12192000"/>
              <a:gd name="connsiteY167" fmla="*/ 14528 h 4939827"/>
              <a:gd name="connsiteX168" fmla="*/ 7015933 w 12192000"/>
              <a:gd name="connsiteY168" fmla="*/ 9653 h 4939827"/>
              <a:gd name="connsiteX169" fmla="*/ 7020592 w 12192000"/>
              <a:gd name="connsiteY169" fmla="*/ 1651 h 4939827"/>
              <a:gd name="connsiteX170" fmla="*/ 7025905 w 12192000"/>
              <a:gd name="connsiteY170" fmla="*/ 0 h 4939827"/>
              <a:gd name="connsiteX0" fmla="*/ 7025905 w 12192000"/>
              <a:gd name="connsiteY0" fmla="*/ 0 h 4939827"/>
              <a:gd name="connsiteX1" fmla="*/ 7032579 w 12192000"/>
              <a:gd name="connsiteY1" fmla="*/ 2808 h 4939827"/>
              <a:gd name="connsiteX2" fmla="*/ 7079505 w 12192000"/>
              <a:gd name="connsiteY2" fmla="*/ 12971 h 4939827"/>
              <a:gd name="connsiteX3" fmla="*/ 7158791 w 12192000"/>
              <a:gd name="connsiteY3" fmla="*/ 12462 h 4939827"/>
              <a:gd name="connsiteX4" fmla="*/ 7233338 w 12192000"/>
              <a:gd name="connsiteY4" fmla="*/ 24846 h 4939827"/>
              <a:gd name="connsiteX5" fmla="*/ 7259791 w 12192000"/>
              <a:gd name="connsiteY5" fmla="*/ 29557 h 4939827"/>
              <a:gd name="connsiteX6" fmla="*/ 7263923 w 12192000"/>
              <a:gd name="connsiteY6" fmla="*/ 35029 h 4939827"/>
              <a:gd name="connsiteX7" fmla="*/ 7281549 w 12192000"/>
              <a:gd name="connsiteY7" fmla="*/ 39654 h 4939827"/>
              <a:gd name="connsiteX8" fmla="*/ 7374735 w 12192000"/>
              <a:gd name="connsiteY8" fmla="*/ 65326 h 4939827"/>
              <a:gd name="connsiteX9" fmla="*/ 7376078 w 12192000"/>
              <a:gd name="connsiteY9" fmla="*/ 63849 h 4939827"/>
              <a:gd name="connsiteX10" fmla="*/ 7402026 w 12192000"/>
              <a:gd name="connsiteY10" fmla="*/ 60308 h 4939827"/>
              <a:gd name="connsiteX11" fmla="*/ 7415091 w 12192000"/>
              <a:gd name="connsiteY11" fmla="*/ 77403 h 4939827"/>
              <a:gd name="connsiteX12" fmla="*/ 7488682 w 12192000"/>
              <a:gd name="connsiteY12" fmla="*/ 83440 h 4939827"/>
              <a:gd name="connsiteX13" fmla="*/ 7588044 w 12192000"/>
              <a:gd name="connsiteY13" fmla="*/ 110756 h 4939827"/>
              <a:gd name="connsiteX14" fmla="*/ 7732750 w 12192000"/>
              <a:gd name="connsiteY14" fmla="*/ 145456 h 4939827"/>
              <a:gd name="connsiteX15" fmla="*/ 7785900 w 12192000"/>
              <a:gd name="connsiteY15" fmla="*/ 154493 h 4939827"/>
              <a:gd name="connsiteX16" fmla="*/ 7877301 w 12192000"/>
              <a:gd name="connsiteY16" fmla="*/ 186153 h 4939827"/>
              <a:gd name="connsiteX17" fmla="*/ 7952584 w 12192000"/>
              <a:gd name="connsiteY17" fmla="*/ 170181 h 4939827"/>
              <a:gd name="connsiteX18" fmla="*/ 8009534 w 12192000"/>
              <a:gd name="connsiteY18" fmla="*/ 176441 h 4939827"/>
              <a:gd name="connsiteX19" fmla="*/ 8058681 w 12192000"/>
              <a:gd name="connsiteY19" fmla="*/ 219431 h 4939827"/>
              <a:gd name="connsiteX20" fmla="*/ 8126175 w 12192000"/>
              <a:gd name="connsiteY20" fmla="*/ 240005 h 4939827"/>
              <a:gd name="connsiteX21" fmla="*/ 8166439 w 12192000"/>
              <a:gd name="connsiteY21" fmla="*/ 252699 h 4939827"/>
              <a:gd name="connsiteX22" fmla="*/ 8281371 w 12192000"/>
              <a:gd name="connsiteY22" fmla="*/ 256875 h 4939827"/>
              <a:gd name="connsiteX23" fmla="*/ 8381609 w 12192000"/>
              <a:gd name="connsiteY23" fmla="*/ 240618 h 4939827"/>
              <a:gd name="connsiteX24" fmla="*/ 8406759 w 12192000"/>
              <a:gd name="connsiteY24" fmla="*/ 232517 h 4939827"/>
              <a:gd name="connsiteX25" fmla="*/ 8426506 w 12192000"/>
              <a:gd name="connsiteY25" fmla="*/ 241842 h 4939827"/>
              <a:gd name="connsiteX26" fmla="*/ 8427949 w 12192000"/>
              <a:gd name="connsiteY26" fmla="*/ 240981 h 4939827"/>
              <a:gd name="connsiteX27" fmla="*/ 8441468 w 12192000"/>
              <a:gd name="connsiteY27" fmla="*/ 241157 h 4939827"/>
              <a:gd name="connsiteX28" fmla="*/ 8565757 w 12192000"/>
              <a:gd name="connsiteY28" fmla="*/ 255317 h 4939827"/>
              <a:gd name="connsiteX29" fmla="*/ 8573171 w 12192000"/>
              <a:gd name="connsiteY29" fmla="*/ 258426 h 4939827"/>
              <a:gd name="connsiteX30" fmla="*/ 8573548 w 12192000"/>
              <a:gd name="connsiteY30" fmla="*/ 258241 h 4939827"/>
              <a:gd name="connsiteX31" fmla="*/ 8581827 w 12192000"/>
              <a:gd name="connsiteY31" fmla="*/ 261028 h 4939827"/>
              <a:gd name="connsiteX32" fmla="*/ 8586687 w 12192000"/>
              <a:gd name="connsiteY32" fmla="*/ 264089 h 4939827"/>
              <a:gd name="connsiteX33" fmla="*/ 8601067 w 12192000"/>
              <a:gd name="connsiteY33" fmla="*/ 270114 h 4939827"/>
              <a:gd name="connsiteX34" fmla="*/ 8672650 w 12192000"/>
              <a:gd name="connsiteY34" fmla="*/ 254821 h 4939827"/>
              <a:gd name="connsiteX35" fmla="*/ 8785543 w 12192000"/>
              <a:gd name="connsiteY35" fmla="*/ 263406 h 4939827"/>
              <a:gd name="connsiteX36" fmla="*/ 8830588 w 12192000"/>
              <a:gd name="connsiteY36" fmla="*/ 265483 h 4939827"/>
              <a:gd name="connsiteX37" fmla="*/ 8905142 w 12192000"/>
              <a:gd name="connsiteY37" fmla="*/ 264958 h 4939827"/>
              <a:gd name="connsiteX38" fmla="*/ 8968582 w 12192000"/>
              <a:gd name="connsiteY38" fmla="*/ 262728 h 4939827"/>
              <a:gd name="connsiteX39" fmla="*/ 8972994 w 12192000"/>
              <a:gd name="connsiteY39" fmla="*/ 263284 h 4939827"/>
              <a:gd name="connsiteX40" fmla="*/ 9004605 w 12192000"/>
              <a:gd name="connsiteY40" fmla="*/ 258041 h 4939827"/>
              <a:gd name="connsiteX41" fmla="*/ 9016165 w 12192000"/>
              <a:gd name="connsiteY41" fmla="*/ 261258 h 4939827"/>
              <a:gd name="connsiteX42" fmla="*/ 9043297 w 12192000"/>
              <a:gd name="connsiteY42" fmla="*/ 281547 h 4939827"/>
              <a:gd name="connsiteX43" fmla="*/ 9048315 w 12192000"/>
              <a:gd name="connsiteY43" fmla="*/ 279264 h 4939827"/>
              <a:gd name="connsiteX44" fmla="*/ 9054706 w 12192000"/>
              <a:gd name="connsiteY44" fmla="*/ 278538 h 4939827"/>
              <a:gd name="connsiteX45" fmla="*/ 9070919 w 12192000"/>
              <a:gd name="connsiteY45" fmla="*/ 281810 h 4939827"/>
              <a:gd name="connsiteX46" fmla="*/ 9076813 w 12192000"/>
              <a:gd name="connsiteY46" fmla="*/ 283909 h 4939827"/>
              <a:gd name="connsiteX47" fmla="*/ 9085871 w 12192000"/>
              <a:gd name="connsiteY47" fmla="*/ 285133 h 4939827"/>
              <a:gd name="connsiteX48" fmla="*/ 9086159 w 12192000"/>
              <a:gd name="connsiteY48" fmla="*/ 284887 h 4939827"/>
              <a:gd name="connsiteX49" fmla="*/ 9134606 w 12192000"/>
              <a:gd name="connsiteY49" fmla="*/ 288168 h 4939827"/>
              <a:gd name="connsiteX50" fmla="*/ 9195590 w 12192000"/>
              <a:gd name="connsiteY50" fmla="*/ 279568 h 4939827"/>
              <a:gd name="connsiteX51" fmla="*/ 9219336 w 12192000"/>
              <a:gd name="connsiteY51" fmla="*/ 278133 h 4939827"/>
              <a:gd name="connsiteX52" fmla="*/ 9232362 w 12192000"/>
              <a:gd name="connsiteY52" fmla="*/ 275894 h 4939827"/>
              <a:gd name="connsiteX53" fmla="*/ 9233396 w 12192000"/>
              <a:gd name="connsiteY53" fmla="*/ 274803 h 4939827"/>
              <a:gd name="connsiteX54" fmla="*/ 9256213 w 12192000"/>
              <a:gd name="connsiteY54" fmla="*/ 281576 h 4939827"/>
              <a:gd name="connsiteX55" fmla="*/ 9262377 w 12192000"/>
              <a:gd name="connsiteY55" fmla="*/ 286635 h 4939827"/>
              <a:gd name="connsiteX56" fmla="*/ 9287089 w 12192000"/>
              <a:gd name="connsiteY56" fmla="*/ 303891 h 4939827"/>
              <a:gd name="connsiteX57" fmla="*/ 9371484 w 12192000"/>
              <a:gd name="connsiteY57" fmla="*/ 329634 h 4939827"/>
              <a:gd name="connsiteX58" fmla="*/ 9404829 w 12192000"/>
              <a:gd name="connsiteY58" fmla="*/ 339038 h 4939827"/>
              <a:gd name="connsiteX59" fmla="*/ 9427021 w 12192000"/>
              <a:gd name="connsiteY59" fmla="*/ 358784 h 4939827"/>
              <a:gd name="connsiteX60" fmla="*/ 9670844 w 12192000"/>
              <a:gd name="connsiteY60" fmla="*/ 405128 h 4939827"/>
              <a:gd name="connsiteX61" fmla="*/ 9816083 w 12192000"/>
              <a:gd name="connsiteY61" fmla="*/ 416573 h 4939827"/>
              <a:gd name="connsiteX62" fmla="*/ 9936741 w 12192000"/>
              <a:gd name="connsiteY62" fmla="*/ 437044 h 4939827"/>
              <a:gd name="connsiteX63" fmla="*/ 10050093 w 12192000"/>
              <a:gd name="connsiteY63" fmla="*/ 443783 h 4939827"/>
              <a:gd name="connsiteX64" fmla="*/ 10130090 w 12192000"/>
              <a:gd name="connsiteY64" fmla="*/ 459520 h 4939827"/>
              <a:gd name="connsiteX65" fmla="*/ 10173456 w 12192000"/>
              <a:gd name="connsiteY65" fmla="*/ 457749 h 4939827"/>
              <a:gd name="connsiteX66" fmla="*/ 10218232 w 12192000"/>
              <a:gd name="connsiteY66" fmla="*/ 459820 h 4939827"/>
              <a:gd name="connsiteX67" fmla="*/ 10354176 w 12192000"/>
              <a:gd name="connsiteY67" fmla="*/ 471377 h 4939827"/>
              <a:gd name="connsiteX68" fmla="*/ 10430681 w 12192000"/>
              <a:gd name="connsiteY68" fmla="*/ 481226 h 4939827"/>
              <a:gd name="connsiteX69" fmla="*/ 10478169 w 12192000"/>
              <a:gd name="connsiteY69" fmla="*/ 481774 h 4939827"/>
              <a:gd name="connsiteX70" fmla="*/ 10540907 w 12192000"/>
              <a:gd name="connsiteY70" fmla="*/ 485607 h 4939827"/>
              <a:gd name="connsiteX71" fmla="*/ 10614941 w 12192000"/>
              <a:gd name="connsiteY71" fmla="*/ 487592 h 4939827"/>
              <a:gd name="connsiteX72" fmla="*/ 10674098 w 12192000"/>
              <a:gd name="connsiteY72" fmla="*/ 521656 h 4939827"/>
              <a:gd name="connsiteX73" fmla="*/ 10874834 w 12192000"/>
              <a:gd name="connsiteY73" fmla="*/ 574867 h 4939827"/>
              <a:gd name="connsiteX74" fmla="*/ 10944981 w 12192000"/>
              <a:gd name="connsiteY74" fmla="*/ 615042 h 4939827"/>
              <a:gd name="connsiteX75" fmla="*/ 11006376 w 12192000"/>
              <a:gd name="connsiteY75" fmla="*/ 645957 h 4939827"/>
              <a:gd name="connsiteX76" fmla="*/ 11076308 w 12192000"/>
              <a:gd name="connsiteY76" fmla="*/ 675698 h 4939827"/>
              <a:gd name="connsiteX77" fmla="*/ 11148789 w 12192000"/>
              <a:gd name="connsiteY77" fmla="*/ 685041 h 4939827"/>
              <a:gd name="connsiteX78" fmla="*/ 11249129 w 12192000"/>
              <a:gd name="connsiteY78" fmla="*/ 684218 h 4939827"/>
              <a:gd name="connsiteX79" fmla="*/ 11299915 w 12192000"/>
              <a:gd name="connsiteY79" fmla="*/ 692177 h 4939827"/>
              <a:gd name="connsiteX80" fmla="*/ 11386973 w 12192000"/>
              <a:gd name="connsiteY80" fmla="*/ 708209 h 4939827"/>
              <a:gd name="connsiteX81" fmla="*/ 11500105 w 12192000"/>
              <a:gd name="connsiteY81" fmla="*/ 735014 h 4939827"/>
              <a:gd name="connsiteX82" fmla="*/ 11621735 w 12192000"/>
              <a:gd name="connsiteY82" fmla="*/ 789584 h 4939827"/>
              <a:gd name="connsiteX83" fmla="*/ 11691200 w 12192000"/>
              <a:gd name="connsiteY83" fmla="*/ 867902 h 4939827"/>
              <a:gd name="connsiteX84" fmla="*/ 11819427 w 12192000"/>
              <a:gd name="connsiteY84" fmla="*/ 911634 h 4939827"/>
              <a:gd name="connsiteX85" fmla="*/ 11969720 w 12192000"/>
              <a:gd name="connsiteY85" fmla="*/ 964737 h 4939827"/>
              <a:gd name="connsiteX86" fmla="*/ 12055766 w 12192000"/>
              <a:gd name="connsiteY86" fmla="*/ 991268 h 4939827"/>
              <a:gd name="connsiteX87" fmla="*/ 12171539 w 12192000"/>
              <a:gd name="connsiteY87" fmla="*/ 995427 h 4939827"/>
              <a:gd name="connsiteX88" fmla="*/ 12187831 w 12192000"/>
              <a:gd name="connsiteY88" fmla="*/ 996580 h 4939827"/>
              <a:gd name="connsiteX89" fmla="*/ 12192000 w 12192000"/>
              <a:gd name="connsiteY89" fmla="*/ 996726 h 4939827"/>
              <a:gd name="connsiteX90" fmla="*/ 12192000 w 12192000"/>
              <a:gd name="connsiteY90" fmla="*/ 4939827 h 4939827"/>
              <a:gd name="connsiteX91" fmla="*/ 0 w 12192000"/>
              <a:gd name="connsiteY91" fmla="*/ 4939827 h 4939827"/>
              <a:gd name="connsiteX92" fmla="*/ 0 w 12192000"/>
              <a:gd name="connsiteY92" fmla="*/ 512043 h 4939827"/>
              <a:gd name="connsiteX93" fmla="*/ 7381 w 12192000"/>
              <a:gd name="connsiteY93" fmla="*/ 512580 h 4939827"/>
              <a:gd name="connsiteX94" fmla="*/ 100029 w 12192000"/>
              <a:gd name="connsiteY94" fmla="*/ 504758 h 4939827"/>
              <a:gd name="connsiteX95" fmla="*/ 155244 w 12192000"/>
              <a:gd name="connsiteY95" fmla="*/ 525130 h 4939827"/>
              <a:gd name="connsiteX96" fmla="*/ 254366 w 12192000"/>
              <a:gd name="connsiteY96" fmla="*/ 534449 h 4939827"/>
              <a:gd name="connsiteX97" fmla="*/ 447292 w 12192000"/>
              <a:gd name="connsiteY97" fmla="*/ 542725 h 4939827"/>
              <a:gd name="connsiteX98" fmla="*/ 628105 w 12192000"/>
              <a:gd name="connsiteY98" fmla="*/ 547853 h 4939827"/>
              <a:gd name="connsiteX99" fmla="*/ 783146 w 12192000"/>
              <a:gd name="connsiteY99" fmla="*/ 591799 h 4939827"/>
              <a:gd name="connsiteX100" fmla="*/ 1043676 w 12192000"/>
              <a:gd name="connsiteY100" fmla="*/ 591887 h 4939827"/>
              <a:gd name="connsiteX101" fmla="*/ 1281816 w 12192000"/>
              <a:gd name="connsiteY101" fmla="*/ 520946 h 4939827"/>
              <a:gd name="connsiteX102" fmla="*/ 1486347 w 12192000"/>
              <a:gd name="connsiteY102" fmla="*/ 487310 h 4939827"/>
              <a:gd name="connsiteX103" fmla="*/ 1568079 w 12192000"/>
              <a:gd name="connsiteY103" fmla="*/ 462531 h 4939827"/>
              <a:gd name="connsiteX104" fmla="*/ 1622516 w 12192000"/>
              <a:gd name="connsiteY104" fmla="*/ 466058 h 4939827"/>
              <a:gd name="connsiteX105" fmla="*/ 1655457 w 12192000"/>
              <a:gd name="connsiteY105" fmla="*/ 465359 h 4939827"/>
              <a:gd name="connsiteX106" fmla="*/ 1717454 w 12192000"/>
              <a:gd name="connsiteY106" fmla="*/ 417203 h 4939827"/>
              <a:gd name="connsiteX107" fmla="*/ 1913794 w 12192000"/>
              <a:gd name="connsiteY107" fmla="*/ 365255 h 4939827"/>
              <a:gd name="connsiteX108" fmla="*/ 2129762 w 12192000"/>
              <a:gd name="connsiteY108" fmla="*/ 367832 h 4939827"/>
              <a:gd name="connsiteX109" fmla="*/ 2376970 w 12192000"/>
              <a:gd name="connsiteY109" fmla="*/ 350129 h 4939827"/>
              <a:gd name="connsiteX110" fmla="*/ 2480155 w 12192000"/>
              <a:gd name="connsiteY110" fmla="*/ 359227 h 4939827"/>
              <a:gd name="connsiteX111" fmla="*/ 2586782 w 12192000"/>
              <a:gd name="connsiteY111" fmla="*/ 339352 h 4939827"/>
              <a:gd name="connsiteX112" fmla="*/ 2654496 w 12192000"/>
              <a:gd name="connsiteY112" fmla="*/ 315431 h 4939827"/>
              <a:gd name="connsiteX113" fmla="*/ 2788947 w 12192000"/>
              <a:gd name="connsiteY113" fmla="*/ 250375 h 4939827"/>
              <a:gd name="connsiteX114" fmla="*/ 2885389 w 12192000"/>
              <a:gd name="connsiteY114" fmla="*/ 255259 h 4939827"/>
              <a:gd name="connsiteX115" fmla="*/ 3045916 w 12192000"/>
              <a:gd name="connsiteY115" fmla="*/ 261030 h 4939827"/>
              <a:gd name="connsiteX116" fmla="*/ 3074187 w 12192000"/>
              <a:gd name="connsiteY116" fmla="*/ 243226 h 4939827"/>
              <a:gd name="connsiteX117" fmla="*/ 3103677 w 12192000"/>
              <a:gd name="connsiteY117" fmla="*/ 209527 h 4939827"/>
              <a:gd name="connsiteX118" fmla="*/ 3126759 w 12192000"/>
              <a:gd name="connsiteY118" fmla="*/ 211226 h 4939827"/>
              <a:gd name="connsiteX119" fmla="*/ 3164020 w 12192000"/>
              <a:gd name="connsiteY119" fmla="*/ 212779 h 4939827"/>
              <a:gd name="connsiteX120" fmla="*/ 3285019 w 12192000"/>
              <a:gd name="connsiteY120" fmla="*/ 220535 h 4939827"/>
              <a:gd name="connsiteX121" fmla="*/ 3365154 w 12192000"/>
              <a:gd name="connsiteY121" fmla="*/ 226416 h 4939827"/>
              <a:gd name="connsiteX122" fmla="*/ 3367507 w 12192000"/>
              <a:gd name="connsiteY122" fmla="*/ 225416 h 4939827"/>
              <a:gd name="connsiteX123" fmla="*/ 3387567 w 12192000"/>
              <a:gd name="connsiteY123" fmla="*/ 227103 h 4939827"/>
              <a:gd name="connsiteX124" fmla="*/ 3424753 w 12192000"/>
              <a:gd name="connsiteY124" fmla="*/ 244380 h 4939827"/>
              <a:gd name="connsiteX125" fmla="*/ 3498001 w 12192000"/>
              <a:gd name="connsiteY125" fmla="*/ 231941 h 4939827"/>
              <a:gd name="connsiteX126" fmla="*/ 3561557 w 12192000"/>
              <a:gd name="connsiteY126" fmla="*/ 228095 h 4939827"/>
              <a:gd name="connsiteX127" fmla="*/ 3611920 w 12192000"/>
              <a:gd name="connsiteY127" fmla="*/ 218094 h 4939827"/>
              <a:gd name="connsiteX128" fmla="*/ 3620528 w 12192000"/>
              <a:gd name="connsiteY128" fmla="*/ 218788 h 4939827"/>
              <a:gd name="connsiteX129" fmla="*/ 3620766 w 12192000"/>
              <a:gd name="connsiteY129" fmla="*/ 218511 h 4939827"/>
              <a:gd name="connsiteX130" fmla="*/ 3629977 w 12192000"/>
              <a:gd name="connsiteY130" fmla="*/ 218664 h 4939827"/>
              <a:gd name="connsiteX131" fmla="*/ 3636217 w 12192000"/>
              <a:gd name="connsiteY131" fmla="*/ 220048 h 4939827"/>
              <a:gd name="connsiteX132" fmla="*/ 3709484 w 12192000"/>
              <a:gd name="connsiteY132" fmla="*/ 186927 h 4939827"/>
              <a:gd name="connsiteX133" fmla="*/ 3761342 w 12192000"/>
              <a:gd name="connsiteY133" fmla="*/ 177474 h 4939827"/>
              <a:gd name="connsiteX134" fmla="*/ 3799748 w 12192000"/>
              <a:gd name="connsiteY134" fmla="*/ 167154 h 4939827"/>
              <a:gd name="connsiteX135" fmla="*/ 3812225 w 12192000"/>
              <a:gd name="connsiteY135" fmla="*/ 189020 h 4939827"/>
              <a:gd name="connsiteX136" fmla="*/ 3864537 w 12192000"/>
              <a:gd name="connsiteY136" fmla="*/ 200742 h 4939827"/>
              <a:gd name="connsiteX137" fmla="*/ 4028476 w 12192000"/>
              <a:gd name="connsiteY137" fmla="*/ 223679 h 4939827"/>
              <a:gd name="connsiteX138" fmla="*/ 4191582 w 12192000"/>
              <a:gd name="connsiteY138" fmla="*/ 238952 h 4939827"/>
              <a:gd name="connsiteX139" fmla="*/ 4251024 w 12192000"/>
              <a:gd name="connsiteY139" fmla="*/ 240874 h 4939827"/>
              <a:gd name="connsiteX140" fmla="*/ 4355275 w 12192000"/>
              <a:gd name="connsiteY140" fmla="*/ 260205 h 4939827"/>
              <a:gd name="connsiteX141" fmla="*/ 4423807 w 12192000"/>
              <a:gd name="connsiteY141" fmla="*/ 270366 h 4939827"/>
              <a:gd name="connsiteX142" fmla="*/ 4558432 w 12192000"/>
              <a:gd name="connsiteY142" fmla="*/ 269194 h 4939827"/>
              <a:gd name="connsiteX143" fmla="*/ 4635061 w 12192000"/>
              <a:gd name="connsiteY143" fmla="*/ 280682 h 4939827"/>
              <a:gd name="connsiteX144" fmla="*/ 4807427 w 12192000"/>
              <a:gd name="connsiteY144" fmla="*/ 276835 h 4939827"/>
              <a:gd name="connsiteX145" fmla="*/ 5028933 w 12192000"/>
              <a:gd name="connsiteY145" fmla="*/ 183887 h 4939827"/>
              <a:gd name="connsiteX146" fmla="*/ 5093642 w 12192000"/>
              <a:gd name="connsiteY146" fmla="*/ 177214 h 4939827"/>
              <a:gd name="connsiteX147" fmla="*/ 5102642 w 12192000"/>
              <a:gd name="connsiteY147" fmla="*/ 186816 h 4939827"/>
              <a:gd name="connsiteX148" fmla="*/ 5193590 w 12192000"/>
              <a:gd name="connsiteY148" fmla="*/ 136361 h 4939827"/>
              <a:gd name="connsiteX149" fmla="*/ 5323922 w 12192000"/>
              <a:gd name="connsiteY149" fmla="*/ 146332 h 4939827"/>
              <a:gd name="connsiteX150" fmla="*/ 5421860 w 12192000"/>
              <a:gd name="connsiteY150" fmla="*/ 167298 h 4939827"/>
              <a:gd name="connsiteX151" fmla="*/ 5476948 w 12192000"/>
              <a:gd name="connsiteY151" fmla="*/ 173249 h 4939827"/>
              <a:gd name="connsiteX152" fmla="*/ 5516842 w 12192000"/>
              <a:gd name="connsiteY152" fmla="*/ 184018 h 4939827"/>
              <a:gd name="connsiteX153" fmla="*/ 5619415 w 12192000"/>
              <a:gd name="connsiteY153" fmla="*/ 176781 h 4939827"/>
              <a:gd name="connsiteX154" fmla="*/ 5789867 w 12192000"/>
              <a:gd name="connsiteY154" fmla="*/ 150304 h 4939827"/>
              <a:gd name="connsiteX155" fmla="*/ 5825953 w 12192000"/>
              <a:gd name="connsiteY155" fmla="*/ 147907 h 4939827"/>
              <a:gd name="connsiteX156" fmla="*/ 5856168 w 12192000"/>
              <a:gd name="connsiteY156" fmla="*/ 158719 h 4939827"/>
              <a:gd name="connsiteX157" fmla="*/ 5862476 w 12192000"/>
              <a:gd name="connsiteY157" fmla="*/ 172447 h 4939827"/>
              <a:gd name="connsiteX158" fmla="*/ 5882195 w 12192000"/>
              <a:gd name="connsiteY158" fmla="*/ 173195 h 4939827"/>
              <a:gd name="connsiteX159" fmla="*/ 5887271 w 12192000"/>
              <a:gd name="connsiteY159" fmla="*/ 176084 h 4939827"/>
              <a:gd name="connsiteX160" fmla="*/ 5921577 w 12192000"/>
              <a:gd name="connsiteY160" fmla="*/ 169858 h 4939827"/>
              <a:gd name="connsiteX161" fmla="*/ 5983240 w 12192000"/>
              <a:gd name="connsiteY161" fmla="*/ 152755 h 4939827"/>
              <a:gd name="connsiteX162" fmla="*/ 6152287 w 12192000"/>
              <a:gd name="connsiteY162" fmla="*/ 116736 h 4939827"/>
              <a:gd name="connsiteX163" fmla="*/ 6415830 w 12192000"/>
              <a:gd name="connsiteY163" fmla="*/ 136006 h 4939827"/>
              <a:gd name="connsiteX164" fmla="*/ 6756965 w 12192000"/>
              <a:gd name="connsiteY164" fmla="*/ 57636 h 4939827"/>
              <a:gd name="connsiteX165" fmla="*/ 6819400 w 12192000"/>
              <a:gd name="connsiteY165" fmla="*/ 30742 h 4939827"/>
              <a:gd name="connsiteX166" fmla="*/ 6986370 w 12192000"/>
              <a:gd name="connsiteY166" fmla="*/ 12659 h 4939827"/>
              <a:gd name="connsiteX167" fmla="*/ 6989536 w 12192000"/>
              <a:gd name="connsiteY167" fmla="*/ 14528 h 4939827"/>
              <a:gd name="connsiteX168" fmla="*/ 7015933 w 12192000"/>
              <a:gd name="connsiteY168" fmla="*/ 9653 h 4939827"/>
              <a:gd name="connsiteX169" fmla="*/ 7020592 w 12192000"/>
              <a:gd name="connsiteY169" fmla="*/ 1651 h 4939827"/>
              <a:gd name="connsiteX170" fmla="*/ 7025905 w 12192000"/>
              <a:gd name="connsiteY170" fmla="*/ 0 h 4939827"/>
              <a:gd name="connsiteX0" fmla="*/ 7025905 w 12192000"/>
              <a:gd name="connsiteY0" fmla="*/ 0 h 4939827"/>
              <a:gd name="connsiteX1" fmla="*/ 7032579 w 12192000"/>
              <a:gd name="connsiteY1" fmla="*/ 2808 h 4939827"/>
              <a:gd name="connsiteX2" fmla="*/ 7079505 w 12192000"/>
              <a:gd name="connsiteY2" fmla="*/ 12971 h 4939827"/>
              <a:gd name="connsiteX3" fmla="*/ 7158791 w 12192000"/>
              <a:gd name="connsiteY3" fmla="*/ 12462 h 4939827"/>
              <a:gd name="connsiteX4" fmla="*/ 7233338 w 12192000"/>
              <a:gd name="connsiteY4" fmla="*/ 24846 h 4939827"/>
              <a:gd name="connsiteX5" fmla="*/ 7259791 w 12192000"/>
              <a:gd name="connsiteY5" fmla="*/ 29557 h 4939827"/>
              <a:gd name="connsiteX6" fmla="*/ 7263923 w 12192000"/>
              <a:gd name="connsiteY6" fmla="*/ 35029 h 4939827"/>
              <a:gd name="connsiteX7" fmla="*/ 7281549 w 12192000"/>
              <a:gd name="connsiteY7" fmla="*/ 39654 h 4939827"/>
              <a:gd name="connsiteX8" fmla="*/ 7374735 w 12192000"/>
              <a:gd name="connsiteY8" fmla="*/ 65326 h 4939827"/>
              <a:gd name="connsiteX9" fmla="*/ 7376078 w 12192000"/>
              <a:gd name="connsiteY9" fmla="*/ 63849 h 4939827"/>
              <a:gd name="connsiteX10" fmla="*/ 7402026 w 12192000"/>
              <a:gd name="connsiteY10" fmla="*/ 60308 h 4939827"/>
              <a:gd name="connsiteX11" fmla="*/ 7415091 w 12192000"/>
              <a:gd name="connsiteY11" fmla="*/ 77403 h 4939827"/>
              <a:gd name="connsiteX12" fmla="*/ 7488682 w 12192000"/>
              <a:gd name="connsiteY12" fmla="*/ 83440 h 4939827"/>
              <a:gd name="connsiteX13" fmla="*/ 7588044 w 12192000"/>
              <a:gd name="connsiteY13" fmla="*/ 110756 h 4939827"/>
              <a:gd name="connsiteX14" fmla="*/ 7732750 w 12192000"/>
              <a:gd name="connsiteY14" fmla="*/ 145456 h 4939827"/>
              <a:gd name="connsiteX15" fmla="*/ 7785900 w 12192000"/>
              <a:gd name="connsiteY15" fmla="*/ 154493 h 4939827"/>
              <a:gd name="connsiteX16" fmla="*/ 7877301 w 12192000"/>
              <a:gd name="connsiteY16" fmla="*/ 186153 h 4939827"/>
              <a:gd name="connsiteX17" fmla="*/ 7952584 w 12192000"/>
              <a:gd name="connsiteY17" fmla="*/ 170181 h 4939827"/>
              <a:gd name="connsiteX18" fmla="*/ 8009534 w 12192000"/>
              <a:gd name="connsiteY18" fmla="*/ 176441 h 4939827"/>
              <a:gd name="connsiteX19" fmla="*/ 8058681 w 12192000"/>
              <a:gd name="connsiteY19" fmla="*/ 219431 h 4939827"/>
              <a:gd name="connsiteX20" fmla="*/ 8126175 w 12192000"/>
              <a:gd name="connsiteY20" fmla="*/ 240005 h 4939827"/>
              <a:gd name="connsiteX21" fmla="*/ 8166439 w 12192000"/>
              <a:gd name="connsiteY21" fmla="*/ 252699 h 4939827"/>
              <a:gd name="connsiteX22" fmla="*/ 8281371 w 12192000"/>
              <a:gd name="connsiteY22" fmla="*/ 256875 h 4939827"/>
              <a:gd name="connsiteX23" fmla="*/ 8381609 w 12192000"/>
              <a:gd name="connsiteY23" fmla="*/ 240618 h 4939827"/>
              <a:gd name="connsiteX24" fmla="*/ 8406759 w 12192000"/>
              <a:gd name="connsiteY24" fmla="*/ 232517 h 4939827"/>
              <a:gd name="connsiteX25" fmla="*/ 8426506 w 12192000"/>
              <a:gd name="connsiteY25" fmla="*/ 241842 h 4939827"/>
              <a:gd name="connsiteX26" fmla="*/ 8427949 w 12192000"/>
              <a:gd name="connsiteY26" fmla="*/ 240981 h 4939827"/>
              <a:gd name="connsiteX27" fmla="*/ 8441468 w 12192000"/>
              <a:gd name="connsiteY27" fmla="*/ 241157 h 4939827"/>
              <a:gd name="connsiteX28" fmla="*/ 8565757 w 12192000"/>
              <a:gd name="connsiteY28" fmla="*/ 255317 h 4939827"/>
              <a:gd name="connsiteX29" fmla="*/ 8573171 w 12192000"/>
              <a:gd name="connsiteY29" fmla="*/ 258426 h 4939827"/>
              <a:gd name="connsiteX30" fmla="*/ 8573548 w 12192000"/>
              <a:gd name="connsiteY30" fmla="*/ 258241 h 4939827"/>
              <a:gd name="connsiteX31" fmla="*/ 8581827 w 12192000"/>
              <a:gd name="connsiteY31" fmla="*/ 261028 h 4939827"/>
              <a:gd name="connsiteX32" fmla="*/ 8586687 w 12192000"/>
              <a:gd name="connsiteY32" fmla="*/ 264089 h 4939827"/>
              <a:gd name="connsiteX33" fmla="*/ 8601067 w 12192000"/>
              <a:gd name="connsiteY33" fmla="*/ 270114 h 4939827"/>
              <a:gd name="connsiteX34" fmla="*/ 8672650 w 12192000"/>
              <a:gd name="connsiteY34" fmla="*/ 254821 h 4939827"/>
              <a:gd name="connsiteX35" fmla="*/ 8785543 w 12192000"/>
              <a:gd name="connsiteY35" fmla="*/ 263406 h 4939827"/>
              <a:gd name="connsiteX36" fmla="*/ 8830588 w 12192000"/>
              <a:gd name="connsiteY36" fmla="*/ 265483 h 4939827"/>
              <a:gd name="connsiteX37" fmla="*/ 8905142 w 12192000"/>
              <a:gd name="connsiteY37" fmla="*/ 264958 h 4939827"/>
              <a:gd name="connsiteX38" fmla="*/ 8968582 w 12192000"/>
              <a:gd name="connsiteY38" fmla="*/ 262728 h 4939827"/>
              <a:gd name="connsiteX39" fmla="*/ 8972994 w 12192000"/>
              <a:gd name="connsiteY39" fmla="*/ 263284 h 4939827"/>
              <a:gd name="connsiteX40" fmla="*/ 9004605 w 12192000"/>
              <a:gd name="connsiteY40" fmla="*/ 258041 h 4939827"/>
              <a:gd name="connsiteX41" fmla="*/ 9016165 w 12192000"/>
              <a:gd name="connsiteY41" fmla="*/ 261258 h 4939827"/>
              <a:gd name="connsiteX42" fmla="*/ 9043297 w 12192000"/>
              <a:gd name="connsiteY42" fmla="*/ 281547 h 4939827"/>
              <a:gd name="connsiteX43" fmla="*/ 9048315 w 12192000"/>
              <a:gd name="connsiteY43" fmla="*/ 279264 h 4939827"/>
              <a:gd name="connsiteX44" fmla="*/ 9054706 w 12192000"/>
              <a:gd name="connsiteY44" fmla="*/ 278538 h 4939827"/>
              <a:gd name="connsiteX45" fmla="*/ 9070919 w 12192000"/>
              <a:gd name="connsiteY45" fmla="*/ 281810 h 4939827"/>
              <a:gd name="connsiteX46" fmla="*/ 9076813 w 12192000"/>
              <a:gd name="connsiteY46" fmla="*/ 283909 h 4939827"/>
              <a:gd name="connsiteX47" fmla="*/ 9085871 w 12192000"/>
              <a:gd name="connsiteY47" fmla="*/ 285133 h 4939827"/>
              <a:gd name="connsiteX48" fmla="*/ 9086159 w 12192000"/>
              <a:gd name="connsiteY48" fmla="*/ 284887 h 4939827"/>
              <a:gd name="connsiteX49" fmla="*/ 9134606 w 12192000"/>
              <a:gd name="connsiteY49" fmla="*/ 288168 h 4939827"/>
              <a:gd name="connsiteX50" fmla="*/ 9195590 w 12192000"/>
              <a:gd name="connsiteY50" fmla="*/ 279568 h 4939827"/>
              <a:gd name="connsiteX51" fmla="*/ 9219336 w 12192000"/>
              <a:gd name="connsiteY51" fmla="*/ 278133 h 4939827"/>
              <a:gd name="connsiteX52" fmla="*/ 9232362 w 12192000"/>
              <a:gd name="connsiteY52" fmla="*/ 275894 h 4939827"/>
              <a:gd name="connsiteX53" fmla="*/ 9233396 w 12192000"/>
              <a:gd name="connsiteY53" fmla="*/ 274803 h 4939827"/>
              <a:gd name="connsiteX54" fmla="*/ 9256213 w 12192000"/>
              <a:gd name="connsiteY54" fmla="*/ 281576 h 4939827"/>
              <a:gd name="connsiteX55" fmla="*/ 9262377 w 12192000"/>
              <a:gd name="connsiteY55" fmla="*/ 286635 h 4939827"/>
              <a:gd name="connsiteX56" fmla="*/ 9287089 w 12192000"/>
              <a:gd name="connsiteY56" fmla="*/ 303891 h 4939827"/>
              <a:gd name="connsiteX57" fmla="*/ 9371484 w 12192000"/>
              <a:gd name="connsiteY57" fmla="*/ 329634 h 4939827"/>
              <a:gd name="connsiteX58" fmla="*/ 9404829 w 12192000"/>
              <a:gd name="connsiteY58" fmla="*/ 339038 h 4939827"/>
              <a:gd name="connsiteX59" fmla="*/ 9427021 w 12192000"/>
              <a:gd name="connsiteY59" fmla="*/ 358784 h 4939827"/>
              <a:gd name="connsiteX60" fmla="*/ 9670844 w 12192000"/>
              <a:gd name="connsiteY60" fmla="*/ 405128 h 4939827"/>
              <a:gd name="connsiteX61" fmla="*/ 9816083 w 12192000"/>
              <a:gd name="connsiteY61" fmla="*/ 416573 h 4939827"/>
              <a:gd name="connsiteX62" fmla="*/ 9936741 w 12192000"/>
              <a:gd name="connsiteY62" fmla="*/ 437044 h 4939827"/>
              <a:gd name="connsiteX63" fmla="*/ 10050093 w 12192000"/>
              <a:gd name="connsiteY63" fmla="*/ 443783 h 4939827"/>
              <a:gd name="connsiteX64" fmla="*/ 10130090 w 12192000"/>
              <a:gd name="connsiteY64" fmla="*/ 459520 h 4939827"/>
              <a:gd name="connsiteX65" fmla="*/ 10173456 w 12192000"/>
              <a:gd name="connsiteY65" fmla="*/ 457749 h 4939827"/>
              <a:gd name="connsiteX66" fmla="*/ 10218232 w 12192000"/>
              <a:gd name="connsiteY66" fmla="*/ 459820 h 4939827"/>
              <a:gd name="connsiteX67" fmla="*/ 10354176 w 12192000"/>
              <a:gd name="connsiteY67" fmla="*/ 471377 h 4939827"/>
              <a:gd name="connsiteX68" fmla="*/ 10430681 w 12192000"/>
              <a:gd name="connsiteY68" fmla="*/ 481226 h 4939827"/>
              <a:gd name="connsiteX69" fmla="*/ 10478169 w 12192000"/>
              <a:gd name="connsiteY69" fmla="*/ 481774 h 4939827"/>
              <a:gd name="connsiteX70" fmla="*/ 10540907 w 12192000"/>
              <a:gd name="connsiteY70" fmla="*/ 485607 h 4939827"/>
              <a:gd name="connsiteX71" fmla="*/ 10614941 w 12192000"/>
              <a:gd name="connsiteY71" fmla="*/ 487592 h 4939827"/>
              <a:gd name="connsiteX72" fmla="*/ 10674098 w 12192000"/>
              <a:gd name="connsiteY72" fmla="*/ 521656 h 4939827"/>
              <a:gd name="connsiteX73" fmla="*/ 10874834 w 12192000"/>
              <a:gd name="connsiteY73" fmla="*/ 574867 h 4939827"/>
              <a:gd name="connsiteX74" fmla="*/ 10944981 w 12192000"/>
              <a:gd name="connsiteY74" fmla="*/ 615042 h 4939827"/>
              <a:gd name="connsiteX75" fmla="*/ 11006376 w 12192000"/>
              <a:gd name="connsiteY75" fmla="*/ 645957 h 4939827"/>
              <a:gd name="connsiteX76" fmla="*/ 11076308 w 12192000"/>
              <a:gd name="connsiteY76" fmla="*/ 675698 h 4939827"/>
              <a:gd name="connsiteX77" fmla="*/ 11148789 w 12192000"/>
              <a:gd name="connsiteY77" fmla="*/ 685041 h 4939827"/>
              <a:gd name="connsiteX78" fmla="*/ 11249129 w 12192000"/>
              <a:gd name="connsiteY78" fmla="*/ 684218 h 4939827"/>
              <a:gd name="connsiteX79" fmla="*/ 11299915 w 12192000"/>
              <a:gd name="connsiteY79" fmla="*/ 692177 h 4939827"/>
              <a:gd name="connsiteX80" fmla="*/ 11386973 w 12192000"/>
              <a:gd name="connsiteY80" fmla="*/ 708209 h 4939827"/>
              <a:gd name="connsiteX81" fmla="*/ 11500105 w 12192000"/>
              <a:gd name="connsiteY81" fmla="*/ 735014 h 4939827"/>
              <a:gd name="connsiteX82" fmla="*/ 11621735 w 12192000"/>
              <a:gd name="connsiteY82" fmla="*/ 789584 h 4939827"/>
              <a:gd name="connsiteX83" fmla="*/ 11691200 w 12192000"/>
              <a:gd name="connsiteY83" fmla="*/ 867902 h 4939827"/>
              <a:gd name="connsiteX84" fmla="*/ 11819427 w 12192000"/>
              <a:gd name="connsiteY84" fmla="*/ 911634 h 4939827"/>
              <a:gd name="connsiteX85" fmla="*/ 11969720 w 12192000"/>
              <a:gd name="connsiteY85" fmla="*/ 964737 h 4939827"/>
              <a:gd name="connsiteX86" fmla="*/ 12055766 w 12192000"/>
              <a:gd name="connsiteY86" fmla="*/ 991268 h 4939827"/>
              <a:gd name="connsiteX87" fmla="*/ 12171539 w 12192000"/>
              <a:gd name="connsiteY87" fmla="*/ 995427 h 4939827"/>
              <a:gd name="connsiteX88" fmla="*/ 12187831 w 12192000"/>
              <a:gd name="connsiteY88" fmla="*/ 996580 h 4939827"/>
              <a:gd name="connsiteX89" fmla="*/ 12192000 w 12192000"/>
              <a:gd name="connsiteY89" fmla="*/ 996726 h 4939827"/>
              <a:gd name="connsiteX90" fmla="*/ 12192000 w 12192000"/>
              <a:gd name="connsiteY90" fmla="*/ 4939827 h 4939827"/>
              <a:gd name="connsiteX91" fmla="*/ 0 w 12192000"/>
              <a:gd name="connsiteY91" fmla="*/ 4939827 h 4939827"/>
              <a:gd name="connsiteX92" fmla="*/ 0 w 12192000"/>
              <a:gd name="connsiteY92" fmla="*/ 512043 h 4939827"/>
              <a:gd name="connsiteX93" fmla="*/ 7381 w 12192000"/>
              <a:gd name="connsiteY93" fmla="*/ 512580 h 4939827"/>
              <a:gd name="connsiteX94" fmla="*/ 100029 w 12192000"/>
              <a:gd name="connsiteY94" fmla="*/ 504758 h 4939827"/>
              <a:gd name="connsiteX95" fmla="*/ 155244 w 12192000"/>
              <a:gd name="connsiteY95" fmla="*/ 525130 h 4939827"/>
              <a:gd name="connsiteX96" fmla="*/ 254366 w 12192000"/>
              <a:gd name="connsiteY96" fmla="*/ 534449 h 4939827"/>
              <a:gd name="connsiteX97" fmla="*/ 447292 w 12192000"/>
              <a:gd name="connsiteY97" fmla="*/ 542725 h 4939827"/>
              <a:gd name="connsiteX98" fmla="*/ 628105 w 12192000"/>
              <a:gd name="connsiteY98" fmla="*/ 547853 h 4939827"/>
              <a:gd name="connsiteX99" fmla="*/ 783146 w 12192000"/>
              <a:gd name="connsiteY99" fmla="*/ 591799 h 4939827"/>
              <a:gd name="connsiteX100" fmla="*/ 1043676 w 12192000"/>
              <a:gd name="connsiteY100" fmla="*/ 591887 h 4939827"/>
              <a:gd name="connsiteX101" fmla="*/ 1281816 w 12192000"/>
              <a:gd name="connsiteY101" fmla="*/ 520946 h 4939827"/>
              <a:gd name="connsiteX102" fmla="*/ 1486347 w 12192000"/>
              <a:gd name="connsiteY102" fmla="*/ 487310 h 4939827"/>
              <a:gd name="connsiteX103" fmla="*/ 1568079 w 12192000"/>
              <a:gd name="connsiteY103" fmla="*/ 462531 h 4939827"/>
              <a:gd name="connsiteX104" fmla="*/ 1622516 w 12192000"/>
              <a:gd name="connsiteY104" fmla="*/ 466058 h 4939827"/>
              <a:gd name="connsiteX105" fmla="*/ 1655457 w 12192000"/>
              <a:gd name="connsiteY105" fmla="*/ 465359 h 4939827"/>
              <a:gd name="connsiteX106" fmla="*/ 1717454 w 12192000"/>
              <a:gd name="connsiteY106" fmla="*/ 417203 h 4939827"/>
              <a:gd name="connsiteX107" fmla="*/ 1913794 w 12192000"/>
              <a:gd name="connsiteY107" fmla="*/ 365255 h 4939827"/>
              <a:gd name="connsiteX108" fmla="*/ 2129762 w 12192000"/>
              <a:gd name="connsiteY108" fmla="*/ 367832 h 4939827"/>
              <a:gd name="connsiteX109" fmla="*/ 2376970 w 12192000"/>
              <a:gd name="connsiteY109" fmla="*/ 350129 h 4939827"/>
              <a:gd name="connsiteX110" fmla="*/ 2480155 w 12192000"/>
              <a:gd name="connsiteY110" fmla="*/ 359227 h 4939827"/>
              <a:gd name="connsiteX111" fmla="*/ 2586782 w 12192000"/>
              <a:gd name="connsiteY111" fmla="*/ 339352 h 4939827"/>
              <a:gd name="connsiteX112" fmla="*/ 2654496 w 12192000"/>
              <a:gd name="connsiteY112" fmla="*/ 315431 h 4939827"/>
              <a:gd name="connsiteX113" fmla="*/ 2788947 w 12192000"/>
              <a:gd name="connsiteY113" fmla="*/ 250375 h 4939827"/>
              <a:gd name="connsiteX114" fmla="*/ 2885389 w 12192000"/>
              <a:gd name="connsiteY114" fmla="*/ 255259 h 4939827"/>
              <a:gd name="connsiteX115" fmla="*/ 3045916 w 12192000"/>
              <a:gd name="connsiteY115" fmla="*/ 261030 h 4939827"/>
              <a:gd name="connsiteX116" fmla="*/ 3074187 w 12192000"/>
              <a:gd name="connsiteY116" fmla="*/ 243226 h 4939827"/>
              <a:gd name="connsiteX117" fmla="*/ 3103677 w 12192000"/>
              <a:gd name="connsiteY117" fmla="*/ 209527 h 4939827"/>
              <a:gd name="connsiteX118" fmla="*/ 3126759 w 12192000"/>
              <a:gd name="connsiteY118" fmla="*/ 211226 h 4939827"/>
              <a:gd name="connsiteX119" fmla="*/ 3164020 w 12192000"/>
              <a:gd name="connsiteY119" fmla="*/ 212779 h 4939827"/>
              <a:gd name="connsiteX120" fmla="*/ 3285019 w 12192000"/>
              <a:gd name="connsiteY120" fmla="*/ 220535 h 4939827"/>
              <a:gd name="connsiteX121" fmla="*/ 3365154 w 12192000"/>
              <a:gd name="connsiteY121" fmla="*/ 226416 h 4939827"/>
              <a:gd name="connsiteX122" fmla="*/ 3367507 w 12192000"/>
              <a:gd name="connsiteY122" fmla="*/ 225416 h 4939827"/>
              <a:gd name="connsiteX123" fmla="*/ 3387567 w 12192000"/>
              <a:gd name="connsiteY123" fmla="*/ 227103 h 4939827"/>
              <a:gd name="connsiteX124" fmla="*/ 3424753 w 12192000"/>
              <a:gd name="connsiteY124" fmla="*/ 244380 h 4939827"/>
              <a:gd name="connsiteX125" fmla="*/ 3498001 w 12192000"/>
              <a:gd name="connsiteY125" fmla="*/ 231941 h 4939827"/>
              <a:gd name="connsiteX126" fmla="*/ 3561557 w 12192000"/>
              <a:gd name="connsiteY126" fmla="*/ 228095 h 4939827"/>
              <a:gd name="connsiteX127" fmla="*/ 3611920 w 12192000"/>
              <a:gd name="connsiteY127" fmla="*/ 218094 h 4939827"/>
              <a:gd name="connsiteX128" fmla="*/ 3620528 w 12192000"/>
              <a:gd name="connsiteY128" fmla="*/ 218788 h 4939827"/>
              <a:gd name="connsiteX129" fmla="*/ 3620766 w 12192000"/>
              <a:gd name="connsiteY129" fmla="*/ 218511 h 4939827"/>
              <a:gd name="connsiteX130" fmla="*/ 3629977 w 12192000"/>
              <a:gd name="connsiteY130" fmla="*/ 218664 h 4939827"/>
              <a:gd name="connsiteX131" fmla="*/ 3636217 w 12192000"/>
              <a:gd name="connsiteY131" fmla="*/ 220048 h 4939827"/>
              <a:gd name="connsiteX132" fmla="*/ 3709484 w 12192000"/>
              <a:gd name="connsiteY132" fmla="*/ 186927 h 4939827"/>
              <a:gd name="connsiteX133" fmla="*/ 3761342 w 12192000"/>
              <a:gd name="connsiteY133" fmla="*/ 177474 h 4939827"/>
              <a:gd name="connsiteX134" fmla="*/ 3799748 w 12192000"/>
              <a:gd name="connsiteY134" fmla="*/ 167154 h 4939827"/>
              <a:gd name="connsiteX135" fmla="*/ 3812225 w 12192000"/>
              <a:gd name="connsiteY135" fmla="*/ 189020 h 4939827"/>
              <a:gd name="connsiteX136" fmla="*/ 3864537 w 12192000"/>
              <a:gd name="connsiteY136" fmla="*/ 200742 h 4939827"/>
              <a:gd name="connsiteX137" fmla="*/ 4028476 w 12192000"/>
              <a:gd name="connsiteY137" fmla="*/ 223679 h 4939827"/>
              <a:gd name="connsiteX138" fmla="*/ 4191582 w 12192000"/>
              <a:gd name="connsiteY138" fmla="*/ 238952 h 4939827"/>
              <a:gd name="connsiteX139" fmla="*/ 4251024 w 12192000"/>
              <a:gd name="connsiteY139" fmla="*/ 240874 h 4939827"/>
              <a:gd name="connsiteX140" fmla="*/ 4355275 w 12192000"/>
              <a:gd name="connsiteY140" fmla="*/ 260205 h 4939827"/>
              <a:gd name="connsiteX141" fmla="*/ 4423807 w 12192000"/>
              <a:gd name="connsiteY141" fmla="*/ 270366 h 4939827"/>
              <a:gd name="connsiteX142" fmla="*/ 4558432 w 12192000"/>
              <a:gd name="connsiteY142" fmla="*/ 269194 h 4939827"/>
              <a:gd name="connsiteX143" fmla="*/ 4635061 w 12192000"/>
              <a:gd name="connsiteY143" fmla="*/ 280682 h 4939827"/>
              <a:gd name="connsiteX144" fmla="*/ 4807427 w 12192000"/>
              <a:gd name="connsiteY144" fmla="*/ 276835 h 4939827"/>
              <a:gd name="connsiteX145" fmla="*/ 5028933 w 12192000"/>
              <a:gd name="connsiteY145" fmla="*/ 183887 h 4939827"/>
              <a:gd name="connsiteX146" fmla="*/ 5093642 w 12192000"/>
              <a:gd name="connsiteY146" fmla="*/ 177214 h 4939827"/>
              <a:gd name="connsiteX147" fmla="*/ 5102642 w 12192000"/>
              <a:gd name="connsiteY147" fmla="*/ 186816 h 4939827"/>
              <a:gd name="connsiteX148" fmla="*/ 5193590 w 12192000"/>
              <a:gd name="connsiteY148" fmla="*/ 156458 h 4939827"/>
              <a:gd name="connsiteX149" fmla="*/ 5323922 w 12192000"/>
              <a:gd name="connsiteY149" fmla="*/ 146332 h 4939827"/>
              <a:gd name="connsiteX150" fmla="*/ 5421860 w 12192000"/>
              <a:gd name="connsiteY150" fmla="*/ 167298 h 4939827"/>
              <a:gd name="connsiteX151" fmla="*/ 5476948 w 12192000"/>
              <a:gd name="connsiteY151" fmla="*/ 173249 h 4939827"/>
              <a:gd name="connsiteX152" fmla="*/ 5516842 w 12192000"/>
              <a:gd name="connsiteY152" fmla="*/ 184018 h 4939827"/>
              <a:gd name="connsiteX153" fmla="*/ 5619415 w 12192000"/>
              <a:gd name="connsiteY153" fmla="*/ 176781 h 4939827"/>
              <a:gd name="connsiteX154" fmla="*/ 5789867 w 12192000"/>
              <a:gd name="connsiteY154" fmla="*/ 150304 h 4939827"/>
              <a:gd name="connsiteX155" fmla="*/ 5825953 w 12192000"/>
              <a:gd name="connsiteY155" fmla="*/ 147907 h 4939827"/>
              <a:gd name="connsiteX156" fmla="*/ 5856168 w 12192000"/>
              <a:gd name="connsiteY156" fmla="*/ 158719 h 4939827"/>
              <a:gd name="connsiteX157" fmla="*/ 5862476 w 12192000"/>
              <a:gd name="connsiteY157" fmla="*/ 172447 h 4939827"/>
              <a:gd name="connsiteX158" fmla="*/ 5882195 w 12192000"/>
              <a:gd name="connsiteY158" fmla="*/ 173195 h 4939827"/>
              <a:gd name="connsiteX159" fmla="*/ 5887271 w 12192000"/>
              <a:gd name="connsiteY159" fmla="*/ 176084 h 4939827"/>
              <a:gd name="connsiteX160" fmla="*/ 5921577 w 12192000"/>
              <a:gd name="connsiteY160" fmla="*/ 169858 h 4939827"/>
              <a:gd name="connsiteX161" fmla="*/ 5983240 w 12192000"/>
              <a:gd name="connsiteY161" fmla="*/ 152755 h 4939827"/>
              <a:gd name="connsiteX162" fmla="*/ 6152287 w 12192000"/>
              <a:gd name="connsiteY162" fmla="*/ 116736 h 4939827"/>
              <a:gd name="connsiteX163" fmla="*/ 6415830 w 12192000"/>
              <a:gd name="connsiteY163" fmla="*/ 136006 h 4939827"/>
              <a:gd name="connsiteX164" fmla="*/ 6756965 w 12192000"/>
              <a:gd name="connsiteY164" fmla="*/ 57636 h 4939827"/>
              <a:gd name="connsiteX165" fmla="*/ 6819400 w 12192000"/>
              <a:gd name="connsiteY165" fmla="*/ 30742 h 4939827"/>
              <a:gd name="connsiteX166" fmla="*/ 6986370 w 12192000"/>
              <a:gd name="connsiteY166" fmla="*/ 12659 h 4939827"/>
              <a:gd name="connsiteX167" fmla="*/ 6989536 w 12192000"/>
              <a:gd name="connsiteY167" fmla="*/ 14528 h 4939827"/>
              <a:gd name="connsiteX168" fmla="*/ 7015933 w 12192000"/>
              <a:gd name="connsiteY168" fmla="*/ 9653 h 4939827"/>
              <a:gd name="connsiteX169" fmla="*/ 7020592 w 12192000"/>
              <a:gd name="connsiteY169" fmla="*/ 1651 h 4939827"/>
              <a:gd name="connsiteX170" fmla="*/ 7025905 w 12192000"/>
              <a:gd name="connsiteY170" fmla="*/ 0 h 4939827"/>
              <a:gd name="connsiteX0" fmla="*/ 7025905 w 12192000"/>
              <a:gd name="connsiteY0" fmla="*/ 0 h 4939827"/>
              <a:gd name="connsiteX1" fmla="*/ 7032579 w 12192000"/>
              <a:gd name="connsiteY1" fmla="*/ 2808 h 4939827"/>
              <a:gd name="connsiteX2" fmla="*/ 7079505 w 12192000"/>
              <a:gd name="connsiteY2" fmla="*/ 12971 h 4939827"/>
              <a:gd name="connsiteX3" fmla="*/ 7158791 w 12192000"/>
              <a:gd name="connsiteY3" fmla="*/ 12462 h 4939827"/>
              <a:gd name="connsiteX4" fmla="*/ 7233338 w 12192000"/>
              <a:gd name="connsiteY4" fmla="*/ 24846 h 4939827"/>
              <a:gd name="connsiteX5" fmla="*/ 7259791 w 12192000"/>
              <a:gd name="connsiteY5" fmla="*/ 29557 h 4939827"/>
              <a:gd name="connsiteX6" fmla="*/ 7263923 w 12192000"/>
              <a:gd name="connsiteY6" fmla="*/ 35029 h 4939827"/>
              <a:gd name="connsiteX7" fmla="*/ 7281549 w 12192000"/>
              <a:gd name="connsiteY7" fmla="*/ 39654 h 4939827"/>
              <a:gd name="connsiteX8" fmla="*/ 7374735 w 12192000"/>
              <a:gd name="connsiteY8" fmla="*/ 65326 h 4939827"/>
              <a:gd name="connsiteX9" fmla="*/ 7376078 w 12192000"/>
              <a:gd name="connsiteY9" fmla="*/ 63849 h 4939827"/>
              <a:gd name="connsiteX10" fmla="*/ 7402026 w 12192000"/>
              <a:gd name="connsiteY10" fmla="*/ 60308 h 4939827"/>
              <a:gd name="connsiteX11" fmla="*/ 7415091 w 12192000"/>
              <a:gd name="connsiteY11" fmla="*/ 77403 h 4939827"/>
              <a:gd name="connsiteX12" fmla="*/ 7488682 w 12192000"/>
              <a:gd name="connsiteY12" fmla="*/ 83440 h 4939827"/>
              <a:gd name="connsiteX13" fmla="*/ 7588044 w 12192000"/>
              <a:gd name="connsiteY13" fmla="*/ 110756 h 4939827"/>
              <a:gd name="connsiteX14" fmla="*/ 7732750 w 12192000"/>
              <a:gd name="connsiteY14" fmla="*/ 145456 h 4939827"/>
              <a:gd name="connsiteX15" fmla="*/ 7785900 w 12192000"/>
              <a:gd name="connsiteY15" fmla="*/ 154493 h 4939827"/>
              <a:gd name="connsiteX16" fmla="*/ 7877301 w 12192000"/>
              <a:gd name="connsiteY16" fmla="*/ 186153 h 4939827"/>
              <a:gd name="connsiteX17" fmla="*/ 7952584 w 12192000"/>
              <a:gd name="connsiteY17" fmla="*/ 170181 h 4939827"/>
              <a:gd name="connsiteX18" fmla="*/ 8009534 w 12192000"/>
              <a:gd name="connsiteY18" fmla="*/ 176441 h 4939827"/>
              <a:gd name="connsiteX19" fmla="*/ 8058681 w 12192000"/>
              <a:gd name="connsiteY19" fmla="*/ 219431 h 4939827"/>
              <a:gd name="connsiteX20" fmla="*/ 8126175 w 12192000"/>
              <a:gd name="connsiteY20" fmla="*/ 240005 h 4939827"/>
              <a:gd name="connsiteX21" fmla="*/ 8166439 w 12192000"/>
              <a:gd name="connsiteY21" fmla="*/ 252699 h 4939827"/>
              <a:gd name="connsiteX22" fmla="*/ 8281371 w 12192000"/>
              <a:gd name="connsiteY22" fmla="*/ 256875 h 4939827"/>
              <a:gd name="connsiteX23" fmla="*/ 8381609 w 12192000"/>
              <a:gd name="connsiteY23" fmla="*/ 240618 h 4939827"/>
              <a:gd name="connsiteX24" fmla="*/ 8406759 w 12192000"/>
              <a:gd name="connsiteY24" fmla="*/ 232517 h 4939827"/>
              <a:gd name="connsiteX25" fmla="*/ 8426506 w 12192000"/>
              <a:gd name="connsiteY25" fmla="*/ 241842 h 4939827"/>
              <a:gd name="connsiteX26" fmla="*/ 8427949 w 12192000"/>
              <a:gd name="connsiteY26" fmla="*/ 240981 h 4939827"/>
              <a:gd name="connsiteX27" fmla="*/ 8441468 w 12192000"/>
              <a:gd name="connsiteY27" fmla="*/ 241157 h 4939827"/>
              <a:gd name="connsiteX28" fmla="*/ 8565757 w 12192000"/>
              <a:gd name="connsiteY28" fmla="*/ 255317 h 4939827"/>
              <a:gd name="connsiteX29" fmla="*/ 8573171 w 12192000"/>
              <a:gd name="connsiteY29" fmla="*/ 258426 h 4939827"/>
              <a:gd name="connsiteX30" fmla="*/ 8573548 w 12192000"/>
              <a:gd name="connsiteY30" fmla="*/ 258241 h 4939827"/>
              <a:gd name="connsiteX31" fmla="*/ 8581827 w 12192000"/>
              <a:gd name="connsiteY31" fmla="*/ 261028 h 4939827"/>
              <a:gd name="connsiteX32" fmla="*/ 8586687 w 12192000"/>
              <a:gd name="connsiteY32" fmla="*/ 264089 h 4939827"/>
              <a:gd name="connsiteX33" fmla="*/ 8601067 w 12192000"/>
              <a:gd name="connsiteY33" fmla="*/ 270114 h 4939827"/>
              <a:gd name="connsiteX34" fmla="*/ 8672650 w 12192000"/>
              <a:gd name="connsiteY34" fmla="*/ 254821 h 4939827"/>
              <a:gd name="connsiteX35" fmla="*/ 8785543 w 12192000"/>
              <a:gd name="connsiteY35" fmla="*/ 263406 h 4939827"/>
              <a:gd name="connsiteX36" fmla="*/ 8830588 w 12192000"/>
              <a:gd name="connsiteY36" fmla="*/ 265483 h 4939827"/>
              <a:gd name="connsiteX37" fmla="*/ 8905142 w 12192000"/>
              <a:gd name="connsiteY37" fmla="*/ 264958 h 4939827"/>
              <a:gd name="connsiteX38" fmla="*/ 8968582 w 12192000"/>
              <a:gd name="connsiteY38" fmla="*/ 262728 h 4939827"/>
              <a:gd name="connsiteX39" fmla="*/ 8972994 w 12192000"/>
              <a:gd name="connsiteY39" fmla="*/ 263284 h 4939827"/>
              <a:gd name="connsiteX40" fmla="*/ 9004605 w 12192000"/>
              <a:gd name="connsiteY40" fmla="*/ 258041 h 4939827"/>
              <a:gd name="connsiteX41" fmla="*/ 9016165 w 12192000"/>
              <a:gd name="connsiteY41" fmla="*/ 261258 h 4939827"/>
              <a:gd name="connsiteX42" fmla="*/ 9043297 w 12192000"/>
              <a:gd name="connsiteY42" fmla="*/ 281547 h 4939827"/>
              <a:gd name="connsiteX43" fmla="*/ 9048315 w 12192000"/>
              <a:gd name="connsiteY43" fmla="*/ 279264 h 4939827"/>
              <a:gd name="connsiteX44" fmla="*/ 9054706 w 12192000"/>
              <a:gd name="connsiteY44" fmla="*/ 278538 h 4939827"/>
              <a:gd name="connsiteX45" fmla="*/ 9070919 w 12192000"/>
              <a:gd name="connsiteY45" fmla="*/ 281810 h 4939827"/>
              <a:gd name="connsiteX46" fmla="*/ 9076813 w 12192000"/>
              <a:gd name="connsiteY46" fmla="*/ 283909 h 4939827"/>
              <a:gd name="connsiteX47" fmla="*/ 9085871 w 12192000"/>
              <a:gd name="connsiteY47" fmla="*/ 285133 h 4939827"/>
              <a:gd name="connsiteX48" fmla="*/ 9086159 w 12192000"/>
              <a:gd name="connsiteY48" fmla="*/ 284887 h 4939827"/>
              <a:gd name="connsiteX49" fmla="*/ 9134606 w 12192000"/>
              <a:gd name="connsiteY49" fmla="*/ 288168 h 4939827"/>
              <a:gd name="connsiteX50" fmla="*/ 9195590 w 12192000"/>
              <a:gd name="connsiteY50" fmla="*/ 279568 h 4939827"/>
              <a:gd name="connsiteX51" fmla="*/ 9219336 w 12192000"/>
              <a:gd name="connsiteY51" fmla="*/ 278133 h 4939827"/>
              <a:gd name="connsiteX52" fmla="*/ 9232362 w 12192000"/>
              <a:gd name="connsiteY52" fmla="*/ 275894 h 4939827"/>
              <a:gd name="connsiteX53" fmla="*/ 9233396 w 12192000"/>
              <a:gd name="connsiteY53" fmla="*/ 274803 h 4939827"/>
              <a:gd name="connsiteX54" fmla="*/ 9256213 w 12192000"/>
              <a:gd name="connsiteY54" fmla="*/ 281576 h 4939827"/>
              <a:gd name="connsiteX55" fmla="*/ 9262377 w 12192000"/>
              <a:gd name="connsiteY55" fmla="*/ 286635 h 4939827"/>
              <a:gd name="connsiteX56" fmla="*/ 9287089 w 12192000"/>
              <a:gd name="connsiteY56" fmla="*/ 303891 h 4939827"/>
              <a:gd name="connsiteX57" fmla="*/ 9371484 w 12192000"/>
              <a:gd name="connsiteY57" fmla="*/ 329634 h 4939827"/>
              <a:gd name="connsiteX58" fmla="*/ 9404829 w 12192000"/>
              <a:gd name="connsiteY58" fmla="*/ 339038 h 4939827"/>
              <a:gd name="connsiteX59" fmla="*/ 9427021 w 12192000"/>
              <a:gd name="connsiteY59" fmla="*/ 358784 h 4939827"/>
              <a:gd name="connsiteX60" fmla="*/ 9670844 w 12192000"/>
              <a:gd name="connsiteY60" fmla="*/ 405128 h 4939827"/>
              <a:gd name="connsiteX61" fmla="*/ 9816083 w 12192000"/>
              <a:gd name="connsiteY61" fmla="*/ 416573 h 4939827"/>
              <a:gd name="connsiteX62" fmla="*/ 9936741 w 12192000"/>
              <a:gd name="connsiteY62" fmla="*/ 437044 h 4939827"/>
              <a:gd name="connsiteX63" fmla="*/ 10050093 w 12192000"/>
              <a:gd name="connsiteY63" fmla="*/ 443783 h 4939827"/>
              <a:gd name="connsiteX64" fmla="*/ 10130090 w 12192000"/>
              <a:gd name="connsiteY64" fmla="*/ 459520 h 4939827"/>
              <a:gd name="connsiteX65" fmla="*/ 10173456 w 12192000"/>
              <a:gd name="connsiteY65" fmla="*/ 457749 h 4939827"/>
              <a:gd name="connsiteX66" fmla="*/ 10218232 w 12192000"/>
              <a:gd name="connsiteY66" fmla="*/ 459820 h 4939827"/>
              <a:gd name="connsiteX67" fmla="*/ 10354176 w 12192000"/>
              <a:gd name="connsiteY67" fmla="*/ 471377 h 4939827"/>
              <a:gd name="connsiteX68" fmla="*/ 10430681 w 12192000"/>
              <a:gd name="connsiteY68" fmla="*/ 481226 h 4939827"/>
              <a:gd name="connsiteX69" fmla="*/ 10478169 w 12192000"/>
              <a:gd name="connsiteY69" fmla="*/ 481774 h 4939827"/>
              <a:gd name="connsiteX70" fmla="*/ 10540907 w 12192000"/>
              <a:gd name="connsiteY70" fmla="*/ 485607 h 4939827"/>
              <a:gd name="connsiteX71" fmla="*/ 10614941 w 12192000"/>
              <a:gd name="connsiteY71" fmla="*/ 487592 h 4939827"/>
              <a:gd name="connsiteX72" fmla="*/ 10674098 w 12192000"/>
              <a:gd name="connsiteY72" fmla="*/ 521656 h 4939827"/>
              <a:gd name="connsiteX73" fmla="*/ 10874834 w 12192000"/>
              <a:gd name="connsiteY73" fmla="*/ 574867 h 4939827"/>
              <a:gd name="connsiteX74" fmla="*/ 10944981 w 12192000"/>
              <a:gd name="connsiteY74" fmla="*/ 615042 h 4939827"/>
              <a:gd name="connsiteX75" fmla="*/ 11006376 w 12192000"/>
              <a:gd name="connsiteY75" fmla="*/ 645957 h 4939827"/>
              <a:gd name="connsiteX76" fmla="*/ 11076308 w 12192000"/>
              <a:gd name="connsiteY76" fmla="*/ 675698 h 4939827"/>
              <a:gd name="connsiteX77" fmla="*/ 11148789 w 12192000"/>
              <a:gd name="connsiteY77" fmla="*/ 685041 h 4939827"/>
              <a:gd name="connsiteX78" fmla="*/ 11249129 w 12192000"/>
              <a:gd name="connsiteY78" fmla="*/ 684218 h 4939827"/>
              <a:gd name="connsiteX79" fmla="*/ 11299915 w 12192000"/>
              <a:gd name="connsiteY79" fmla="*/ 692177 h 4939827"/>
              <a:gd name="connsiteX80" fmla="*/ 11386973 w 12192000"/>
              <a:gd name="connsiteY80" fmla="*/ 708209 h 4939827"/>
              <a:gd name="connsiteX81" fmla="*/ 11500105 w 12192000"/>
              <a:gd name="connsiteY81" fmla="*/ 735014 h 4939827"/>
              <a:gd name="connsiteX82" fmla="*/ 11621735 w 12192000"/>
              <a:gd name="connsiteY82" fmla="*/ 789584 h 4939827"/>
              <a:gd name="connsiteX83" fmla="*/ 11691200 w 12192000"/>
              <a:gd name="connsiteY83" fmla="*/ 867902 h 4939827"/>
              <a:gd name="connsiteX84" fmla="*/ 11819427 w 12192000"/>
              <a:gd name="connsiteY84" fmla="*/ 911634 h 4939827"/>
              <a:gd name="connsiteX85" fmla="*/ 11969720 w 12192000"/>
              <a:gd name="connsiteY85" fmla="*/ 964737 h 4939827"/>
              <a:gd name="connsiteX86" fmla="*/ 12055766 w 12192000"/>
              <a:gd name="connsiteY86" fmla="*/ 991268 h 4939827"/>
              <a:gd name="connsiteX87" fmla="*/ 12171539 w 12192000"/>
              <a:gd name="connsiteY87" fmla="*/ 995427 h 4939827"/>
              <a:gd name="connsiteX88" fmla="*/ 12187831 w 12192000"/>
              <a:gd name="connsiteY88" fmla="*/ 996580 h 4939827"/>
              <a:gd name="connsiteX89" fmla="*/ 12192000 w 12192000"/>
              <a:gd name="connsiteY89" fmla="*/ 996726 h 4939827"/>
              <a:gd name="connsiteX90" fmla="*/ 12192000 w 12192000"/>
              <a:gd name="connsiteY90" fmla="*/ 4939827 h 4939827"/>
              <a:gd name="connsiteX91" fmla="*/ 0 w 12192000"/>
              <a:gd name="connsiteY91" fmla="*/ 4939827 h 4939827"/>
              <a:gd name="connsiteX92" fmla="*/ 0 w 12192000"/>
              <a:gd name="connsiteY92" fmla="*/ 512043 h 4939827"/>
              <a:gd name="connsiteX93" fmla="*/ 7381 w 12192000"/>
              <a:gd name="connsiteY93" fmla="*/ 512580 h 4939827"/>
              <a:gd name="connsiteX94" fmla="*/ 100029 w 12192000"/>
              <a:gd name="connsiteY94" fmla="*/ 504758 h 4939827"/>
              <a:gd name="connsiteX95" fmla="*/ 155244 w 12192000"/>
              <a:gd name="connsiteY95" fmla="*/ 525130 h 4939827"/>
              <a:gd name="connsiteX96" fmla="*/ 254366 w 12192000"/>
              <a:gd name="connsiteY96" fmla="*/ 534449 h 4939827"/>
              <a:gd name="connsiteX97" fmla="*/ 447292 w 12192000"/>
              <a:gd name="connsiteY97" fmla="*/ 542725 h 4939827"/>
              <a:gd name="connsiteX98" fmla="*/ 628105 w 12192000"/>
              <a:gd name="connsiteY98" fmla="*/ 547853 h 4939827"/>
              <a:gd name="connsiteX99" fmla="*/ 783146 w 12192000"/>
              <a:gd name="connsiteY99" fmla="*/ 591799 h 4939827"/>
              <a:gd name="connsiteX100" fmla="*/ 1043676 w 12192000"/>
              <a:gd name="connsiteY100" fmla="*/ 591887 h 4939827"/>
              <a:gd name="connsiteX101" fmla="*/ 1281816 w 12192000"/>
              <a:gd name="connsiteY101" fmla="*/ 520946 h 4939827"/>
              <a:gd name="connsiteX102" fmla="*/ 1486347 w 12192000"/>
              <a:gd name="connsiteY102" fmla="*/ 487310 h 4939827"/>
              <a:gd name="connsiteX103" fmla="*/ 1568079 w 12192000"/>
              <a:gd name="connsiteY103" fmla="*/ 462531 h 4939827"/>
              <a:gd name="connsiteX104" fmla="*/ 1622516 w 12192000"/>
              <a:gd name="connsiteY104" fmla="*/ 466058 h 4939827"/>
              <a:gd name="connsiteX105" fmla="*/ 1655457 w 12192000"/>
              <a:gd name="connsiteY105" fmla="*/ 465359 h 4939827"/>
              <a:gd name="connsiteX106" fmla="*/ 1717454 w 12192000"/>
              <a:gd name="connsiteY106" fmla="*/ 417203 h 4939827"/>
              <a:gd name="connsiteX107" fmla="*/ 1913794 w 12192000"/>
              <a:gd name="connsiteY107" fmla="*/ 365255 h 4939827"/>
              <a:gd name="connsiteX108" fmla="*/ 2129762 w 12192000"/>
              <a:gd name="connsiteY108" fmla="*/ 367832 h 4939827"/>
              <a:gd name="connsiteX109" fmla="*/ 2376970 w 12192000"/>
              <a:gd name="connsiteY109" fmla="*/ 350129 h 4939827"/>
              <a:gd name="connsiteX110" fmla="*/ 2480155 w 12192000"/>
              <a:gd name="connsiteY110" fmla="*/ 359227 h 4939827"/>
              <a:gd name="connsiteX111" fmla="*/ 2586782 w 12192000"/>
              <a:gd name="connsiteY111" fmla="*/ 339352 h 4939827"/>
              <a:gd name="connsiteX112" fmla="*/ 2654496 w 12192000"/>
              <a:gd name="connsiteY112" fmla="*/ 315431 h 4939827"/>
              <a:gd name="connsiteX113" fmla="*/ 2788947 w 12192000"/>
              <a:gd name="connsiteY113" fmla="*/ 250375 h 4939827"/>
              <a:gd name="connsiteX114" fmla="*/ 2885389 w 12192000"/>
              <a:gd name="connsiteY114" fmla="*/ 255259 h 4939827"/>
              <a:gd name="connsiteX115" fmla="*/ 3045916 w 12192000"/>
              <a:gd name="connsiteY115" fmla="*/ 261030 h 4939827"/>
              <a:gd name="connsiteX116" fmla="*/ 3074187 w 12192000"/>
              <a:gd name="connsiteY116" fmla="*/ 243226 h 4939827"/>
              <a:gd name="connsiteX117" fmla="*/ 3103677 w 12192000"/>
              <a:gd name="connsiteY117" fmla="*/ 209527 h 4939827"/>
              <a:gd name="connsiteX118" fmla="*/ 3126759 w 12192000"/>
              <a:gd name="connsiteY118" fmla="*/ 211226 h 4939827"/>
              <a:gd name="connsiteX119" fmla="*/ 3164020 w 12192000"/>
              <a:gd name="connsiteY119" fmla="*/ 212779 h 4939827"/>
              <a:gd name="connsiteX120" fmla="*/ 3285019 w 12192000"/>
              <a:gd name="connsiteY120" fmla="*/ 220535 h 4939827"/>
              <a:gd name="connsiteX121" fmla="*/ 3365154 w 12192000"/>
              <a:gd name="connsiteY121" fmla="*/ 226416 h 4939827"/>
              <a:gd name="connsiteX122" fmla="*/ 3367507 w 12192000"/>
              <a:gd name="connsiteY122" fmla="*/ 225416 h 4939827"/>
              <a:gd name="connsiteX123" fmla="*/ 3387567 w 12192000"/>
              <a:gd name="connsiteY123" fmla="*/ 227103 h 4939827"/>
              <a:gd name="connsiteX124" fmla="*/ 3424753 w 12192000"/>
              <a:gd name="connsiteY124" fmla="*/ 244380 h 4939827"/>
              <a:gd name="connsiteX125" fmla="*/ 3498001 w 12192000"/>
              <a:gd name="connsiteY125" fmla="*/ 231941 h 4939827"/>
              <a:gd name="connsiteX126" fmla="*/ 3561557 w 12192000"/>
              <a:gd name="connsiteY126" fmla="*/ 228095 h 4939827"/>
              <a:gd name="connsiteX127" fmla="*/ 3611920 w 12192000"/>
              <a:gd name="connsiteY127" fmla="*/ 218094 h 4939827"/>
              <a:gd name="connsiteX128" fmla="*/ 3620528 w 12192000"/>
              <a:gd name="connsiteY128" fmla="*/ 218788 h 4939827"/>
              <a:gd name="connsiteX129" fmla="*/ 3620766 w 12192000"/>
              <a:gd name="connsiteY129" fmla="*/ 218511 h 4939827"/>
              <a:gd name="connsiteX130" fmla="*/ 3629977 w 12192000"/>
              <a:gd name="connsiteY130" fmla="*/ 218664 h 4939827"/>
              <a:gd name="connsiteX131" fmla="*/ 3636217 w 12192000"/>
              <a:gd name="connsiteY131" fmla="*/ 220048 h 4939827"/>
              <a:gd name="connsiteX132" fmla="*/ 3709484 w 12192000"/>
              <a:gd name="connsiteY132" fmla="*/ 186927 h 4939827"/>
              <a:gd name="connsiteX133" fmla="*/ 3761342 w 12192000"/>
              <a:gd name="connsiteY133" fmla="*/ 177474 h 4939827"/>
              <a:gd name="connsiteX134" fmla="*/ 3799748 w 12192000"/>
              <a:gd name="connsiteY134" fmla="*/ 167154 h 4939827"/>
              <a:gd name="connsiteX135" fmla="*/ 3812225 w 12192000"/>
              <a:gd name="connsiteY135" fmla="*/ 189020 h 4939827"/>
              <a:gd name="connsiteX136" fmla="*/ 4028476 w 12192000"/>
              <a:gd name="connsiteY136" fmla="*/ 223679 h 4939827"/>
              <a:gd name="connsiteX137" fmla="*/ 4191582 w 12192000"/>
              <a:gd name="connsiteY137" fmla="*/ 238952 h 4939827"/>
              <a:gd name="connsiteX138" fmla="*/ 4251024 w 12192000"/>
              <a:gd name="connsiteY138" fmla="*/ 240874 h 4939827"/>
              <a:gd name="connsiteX139" fmla="*/ 4355275 w 12192000"/>
              <a:gd name="connsiteY139" fmla="*/ 260205 h 4939827"/>
              <a:gd name="connsiteX140" fmla="*/ 4423807 w 12192000"/>
              <a:gd name="connsiteY140" fmla="*/ 270366 h 4939827"/>
              <a:gd name="connsiteX141" fmla="*/ 4558432 w 12192000"/>
              <a:gd name="connsiteY141" fmla="*/ 269194 h 4939827"/>
              <a:gd name="connsiteX142" fmla="*/ 4635061 w 12192000"/>
              <a:gd name="connsiteY142" fmla="*/ 280682 h 4939827"/>
              <a:gd name="connsiteX143" fmla="*/ 4807427 w 12192000"/>
              <a:gd name="connsiteY143" fmla="*/ 276835 h 4939827"/>
              <a:gd name="connsiteX144" fmla="*/ 5028933 w 12192000"/>
              <a:gd name="connsiteY144" fmla="*/ 183887 h 4939827"/>
              <a:gd name="connsiteX145" fmla="*/ 5093642 w 12192000"/>
              <a:gd name="connsiteY145" fmla="*/ 177214 h 4939827"/>
              <a:gd name="connsiteX146" fmla="*/ 5102642 w 12192000"/>
              <a:gd name="connsiteY146" fmla="*/ 186816 h 4939827"/>
              <a:gd name="connsiteX147" fmla="*/ 5193590 w 12192000"/>
              <a:gd name="connsiteY147" fmla="*/ 156458 h 4939827"/>
              <a:gd name="connsiteX148" fmla="*/ 5323922 w 12192000"/>
              <a:gd name="connsiteY148" fmla="*/ 146332 h 4939827"/>
              <a:gd name="connsiteX149" fmla="*/ 5421860 w 12192000"/>
              <a:gd name="connsiteY149" fmla="*/ 167298 h 4939827"/>
              <a:gd name="connsiteX150" fmla="*/ 5476948 w 12192000"/>
              <a:gd name="connsiteY150" fmla="*/ 173249 h 4939827"/>
              <a:gd name="connsiteX151" fmla="*/ 5516842 w 12192000"/>
              <a:gd name="connsiteY151" fmla="*/ 184018 h 4939827"/>
              <a:gd name="connsiteX152" fmla="*/ 5619415 w 12192000"/>
              <a:gd name="connsiteY152" fmla="*/ 176781 h 4939827"/>
              <a:gd name="connsiteX153" fmla="*/ 5789867 w 12192000"/>
              <a:gd name="connsiteY153" fmla="*/ 150304 h 4939827"/>
              <a:gd name="connsiteX154" fmla="*/ 5825953 w 12192000"/>
              <a:gd name="connsiteY154" fmla="*/ 147907 h 4939827"/>
              <a:gd name="connsiteX155" fmla="*/ 5856168 w 12192000"/>
              <a:gd name="connsiteY155" fmla="*/ 158719 h 4939827"/>
              <a:gd name="connsiteX156" fmla="*/ 5862476 w 12192000"/>
              <a:gd name="connsiteY156" fmla="*/ 172447 h 4939827"/>
              <a:gd name="connsiteX157" fmla="*/ 5882195 w 12192000"/>
              <a:gd name="connsiteY157" fmla="*/ 173195 h 4939827"/>
              <a:gd name="connsiteX158" fmla="*/ 5887271 w 12192000"/>
              <a:gd name="connsiteY158" fmla="*/ 176084 h 4939827"/>
              <a:gd name="connsiteX159" fmla="*/ 5921577 w 12192000"/>
              <a:gd name="connsiteY159" fmla="*/ 169858 h 4939827"/>
              <a:gd name="connsiteX160" fmla="*/ 5983240 w 12192000"/>
              <a:gd name="connsiteY160" fmla="*/ 152755 h 4939827"/>
              <a:gd name="connsiteX161" fmla="*/ 6152287 w 12192000"/>
              <a:gd name="connsiteY161" fmla="*/ 116736 h 4939827"/>
              <a:gd name="connsiteX162" fmla="*/ 6415830 w 12192000"/>
              <a:gd name="connsiteY162" fmla="*/ 136006 h 4939827"/>
              <a:gd name="connsiteX163" fmla="*/ 6756965 w 12192000"/>
              <a:gd name="connsiteY163" fmla="*/ 57636 h 4939827"/>
              <a:gd name="connsiteX164" fmla="*/ 6819400 w 12192000"/>
              <a:gd name="connsiteY164" fmla="*/ 30742 h 4939827"/>
              <a:gd name="connsiteX165" fmla="*/ 6986370 w 12192000"/>
              <a:gd name="connsiteY165" fmla="*/ 12659 h 4939827"/>
              <a:gd name="connsiteX166" fmla="*/ 6989536 w 12192000"/>
              <a:gd name="connsiteY166" fmla="*/ 14528 h 4939827"/>
              <a:gd name="connsiteX167" fmla="*/ 7015933 w 12192000"/>
              <a:gd name="connsiteY167" fmla="*/ 9653 h 4939827"/>
              <a:gd name="connsiteX168" fmla="*/ 7020592 w 12192000"/>
              <a:gd name="connsiteY168" fmla="*/ 1651 h 4939827"/>
              <a:gd name="connsiteX169" fmla="*/ 7025905 w 12192000"/>
              <a:gd name="connsiteY169" fmla="*/ 0 h 4939827"/>
              <a:gd name="connsiteX0" fmla="*/ 7025905 w 12192000"/>
              <a:gd name="connsiteY0" fmla="*/ 0 h 4939827"/>
              <a:gd name="connsiteX1" fmla="*/ 7032579 w 12192000"/>
              <a:gd name="connsiteY1" fmla="*/ 2808 h 4939827"/>
              <a:gd name="connsiteX2" fmla="*/ 7079505 w 12192000"/>
              <a:gd name="connsiteY2" fmla="*/ 12971 h 4939827"/>
              <a:gd name="connsiteX3" fmla="*/ 7158791 w 12192000"/>
              <a:gd name="connsiteY3" fmla="*/ 12462 h 4939827"/>
              <a:gd name="connsiteX4" fmla="*/ 7233338 w 12192000"/>
              <a:gd name="connsiteY4" fmla="*/ 24846 h 4939827"/>
              <a:gd name="connsiteX5" fmla="*/ 7259791 w 12192000"/>
              <a:gd name="connsiteY5" fmla="*/ 29557 h 4939827"/>
              <a:gd name="connsiteX6" fmla="*/ 7263923 w 12192000"/>
              <a:gd name="connsiteY6" fmla="*/ 35029 h 4939827"/>
              <a:gd name="connsiteX7" fmla="*/ 7281549 w 12192000"/>
              <a:gd name="connsiteY7" fmla="*/ 39654 h 4939827"/>
              <a:gd name="connsiteX8" fmla="*/ 7374735 w 12192000"/>
              <a:gd name="connsiteY8" fmla="*/ 65326 h 4939827"/>
              <a:gd name="connsiteX9" fmla="*/ 7376078 w 12192000"/>
              <a:gd name="connsiteY9" fmla="*/ 63849 h 4939827"/>
              <a:gd name="connsiteX10" fmla="*/ 7402026 w 12192000"/>
              <a:gd name="connsiteY10" fmla="*/ 60308 h 4939827"/>
              <a:gd name="connsiteX11" fmla="*/ 7415091 w 12192000"/>
              <a:gd name="connsiteY11" fmla="*/ 77403 h 4939827"/>
              <a:gd name="connsiteX12" fmla="*/ 7488682 w 12192000"/>
              <a:gd name="connsiteY12" fmla="*/ 83440 h 4939827"/>
              <a:gd name="connsiteX13" fmla="*/ 7588044 w 12192000"/>
              <a:gd name="connsiteY13" fmla="*/ 110756 h 4939827"/>
              <a:gd name="connsiteX14" fmla="*/ 7732750 w 12192000"/>
              <a:gd name="connsiteY14" fmla="*/ 145456 h 4939827"/>
              <a:gd name="connsiteX15" fmla="*/ 7785900 w 12192000"/>
              <a:gd name="connsiteY15" fmla="*/ 154493 h 4939827"/>
              <a:gd name="connsiteX16" fmla="*/ 7877301 w 12192000"/>
              <a:gd name="connsiteY16" fmla="*/ 186153 h 4939827"/>
              <a:gd name="connsiteX17" fmla="*/ 7952584 w 12192000"/>
              <a:gd name="connsiteY17" fmla="*/ 170181 h 4939827"/>
              <a:gd name="connsiteX18" fmla="*/ 8009534 w 12192000"/>
              <a:gd name="connsiteY18" fmla="*/ 176441 h 4939827"/>
              <a:gd name="connsiteX19" fmla="*/ 8058681 w 12192000"/>
              <a:gd name="connsiteY19" fmla="*/ 219431 h 4939827"/>
              <a:gd name="connsiteX20" fmla="*/ 8126175 w 12192000"/>
              <a:gd name="connsiteY20" fmla="*/ 240005 h 4939827"/>
              <a:gd name="connsiteX21" fmla="*/ 8166439 w 12192000"/>
              <a:gd name="connsiteY21" fmla="*/ 252699 h 4939827"/>
              <a:gd name="connsiteX22" fmla="*/ 8281371 w 12192000"/>
              <a:gd name="connsiteY22" fmla="*/ 256875 h 4939827"/>
              <a:gd name="connsiteX23" fmla="*/ 8381609 w 12192000"/>
              <a:gd name="connsiteY23" fmla="*/ 240618 h 4939827"/>
              <a:gd name="connsiteX24" fmla="*/ 8406759 w 12192000"/>
              <a:gd name="connsiteY24" fmla="*/ 232517 h 4939827"/>
              <a:gd name="connsiteX25" fmla="*/ 8426506 w 12192000"/>
              <a:gd name="connsiteY25" fmla="*/ 241842 h 4939827"/>
              <a:gd name="connsiteX26" fmla="*/ 8427949 w 12192000"/>
              <a:gd name="connsiteY26" fmla="*/ 240981 h 4939827"/>
              <a:gd name="connsiteX27" fmla="*/ 8441468 w 12192000"/>
              <a:gd name="connsiteY27" fmla="*/ 241157 h 4939827"/>
              <a:gd name="connsiteX28" fmla="*/ 8565757 w 12192000"/>
              <a:gd name="connsiteY28" fmla="*/ 255317 h 4939827"/>
              <a:gd name="connsiteX29" fmla="*/ 8573171 w 12192000"/>
              <a:gd name="connsiteY29" fmla="*/ 258426 h 4939827"/>
              <a:gd name="connsiteX30" fmla="*/ 8573548 w 12192000"/>
              <a:gd name="connsiteY30" fmla="*/ 258241 h 4939827"/>
              <a:gd name="connsiteX31" fmla="*/ 8581827 w 12192000"/>
              <a:gd name="connsiteY31" fmla="*/ 261028 h 4939827"/>
              <a:gd name="connsiteX32" fmla="*/ 8586687 w 12192000"/>
              <a:gd name="connsiteY32" fmla="*/ 264089 h 4939827"/>
              <a:gd name="connsiteX33" fmla="*/ 8601067 w 12192000"/>
              <a:gd name="connsiteY33" fmla="*/ 270114 h 4939827"/>
              <a:gd name="connsiteX34" fmla="*/ 8672650 w 12192000"/>
              <a:gd name="connsiteY34" fmla="*/ 254821 h 4939827"/>
              <a:gd name="connsiteX35" fmla="*/ 8785543 w 12192000"/>
              <a:gd name="connsiteY35" fmla="*/ 263406 h 4939827"/>
              <a:gd name="connsiteX36" fmla="*/ 8830588 w 12192000"/>
              <a:gd name="connsiteY36" fmla="*/ 265483 h 4939827"/>
              <a:gd name="connsiteX37" fmla="*/ 8905142 w 12192000"/>
              <a:gd name="connsiteY37" fmla="*/ 264958 h 4939827"/>
              <a:gd name="connsiteX38" fmla="*/ 8968582 w 12192000"/>
              <a:gd name="connsiteY38" fmla="*/ 262728 h 4939827"/>
              <a:gd name="connsiteX39" fmla="*/ 8972994 w 12192000"/>
              <a:gd name="connsiteY39" fmla="*/ 263284 h 4939827"/>
              <a:gd name="connsiteX40" fmla="*/ 9004605 w 12192000"/>
              <a:gd name="connsiteY40" fmla="*/ 258041 h 4939827"/>
              <a:gd name="connsiteX41" fmla="*/ 9016165 w 12192000"/>
              <a:gd name="connsiteY41" fmla="*/ 261258 h 4939827"/>
              <a:gd name="connsiteX42" fmla="*/ 9043297 w 12192000"/>
              <a:gd name="connsiteY42" fmla="*/ 281547 h 4939827"/>
              <a:gd name="connsiteX43" fmla="*/ 9048315 w 12192000"/>
              <a:gd name="connsiteY43" fmla="*/ 279264 h 4939827"/>
              <a:gd name="connsiteX44" fmla="*/ 9054706 w 12192000"/>
              <a:gd name="connsiteY44" fmla="*/ 278538 h 4939827"/>
              <a:gd name="connsiteX45" fmla="*/ 9070919 w 12192000"/>
              <a:gd name="connsiteY45" fmla="*/ 281810 h 4939827"/>
              <a:gd name="connsiteX46" fmla="*/ 9076813 w 12192000"/>
              <a:gd name="connsiteY46" fmla="*/ 283909 h 4939827"/>
              <a:gd name="connsiteX47" fmla="*/ 9085871 w 12192000"/>
              <a:gd name="connsiteY47" fmla="*/ 285133 h 4939827"/>
              <a:gd name="connsiteX48" fmla="*/ 9086159 w 12192000"/>
              <a:gd name="connsiteY48" fmla="*/ 284887 h 4939827"/>
              <a:gd name="connsiteX49" fmla="*/ 9134606 w 12192000"/>
              <a:gd name="connsiteY49" fmla="*/ 288168 h 4939827"/>
              <a:gd name="connsiteX50" fmla="*/ 9195590 w 12192000"/>
              <a:gd name="connsiteY50" fmla="*/ 279568 h 4939827"/>
              <a:gd name="connsiteX51" fmla="*/ 9219336 w 12192000"/>
              <a:gd name="connsiteY51" fmla="*/ 278133 h 4939827"/>
              <a:gd name="connsiteX52" fmla="*/ 9232362 w 12192000"/>
              <a:gd name="connsiteY52" fmla="*/ 275894 h 4939827"/>
              <a:gd name="connsiteX53" fmla="*/ 9233396 w 12192000"/>
              <a:gd name="connsiteY53" fmla="*/ 274803 h 4939827"/>
              <a:gd name="connsiteX54" fmla="*/ 9256213 w 12192000"/>
              <a:gd name="connsiteY54" fmla="*/ 281576 h 4939827"/>
              <a:gd name="connsiteX55" fmla="*/ 9262377 w 12192000"/>
              <a:gd name="connsiteY55" fmla="*/ 286635 h 4939827"/>
              <a:gd name="connsiteX56" fmla="*/ 9287089 w 12192000"/>
              <a:gd name="connsiteY56" fmla="*/ 303891 h 4939827"/>
              <a:gd name="connsiteX57" fmla="*/ 9371484 w 12192000"/>
              <a:gd name="connsiteY57" fmla="*/ 329634 h 4939827"/>
              <a:gd name="connsiteX58" fmla="*/ 9404829 w 12192000"/>
              <a:gd name="connsiteY58" fmla="*/ 339038 h 4939827"/>
              <a:gd name="connsiteX59" fmla="*/ 9427021 w 12192000"/>
              <a:gd name="connsiteY59" fmla="*/ 358784 h 4939827"/>
              <a:gd name="connsiteX60" fmla="*/ 9670844 w 12192000"/>
              <a:gd name="connsiteY60" fmla="*/ 405128 h 4939827"/>
              <a:gd name="connsiteX61" fmla="*/ 9816083 w 12192000"/>
              <a:gd name="connsiteY61" fmla="*/ 416573 h 4939827"/>
              <a:gd name="connsiteX62" fmla="*/ 9936741 w 12192000"/>
              <a:gd name="connsiteY62" fmla="*/ 437044 h 4939827"/>
              <a:gd name="connsiteX63" fmla="*/ 10050093 w 12192000"/>
              <a:gd name="connsiteY63" fmla="*/ 443783 h 4939827"/>
              <a:gd name="connsiteX64" fmla="*/ 10130090 w 12192000"/>
              <a:gd name="connsiteY64" fmla="*/ 459520 h 4939827"/>
              <a:gd name="connsiteX65" fmla="*/ 10173456 w 12192000"/>
              <a:gd name="connsiteY65" fmla="*/ 457749 h 4939827"/>
              <a:gd name="connsiteX66" fmla="*/ 10218232 w 12192000"/>
              <a:gd name="connsiteY66" fmla="*/ 459820 h 4939827"/>
              <a:gd name="connsiteX67" fmla="*/ 10354176 w 12192000"/>
              <a:gd name="connsiteY67" fmla="*/ 471377 h 4939827"/>
              <a:gd name="connsiteX68" fmla="*/ 10430681 w 12192000"/>
              <a:gd name="connsiteY68" fmla="*/ 481226 h 4939827"/>
              <a:gd name="connsiteX69" fmla="*/ 10478169 w 12192000"/>
              <a:gd name="connsiteY69" fmla="*/ 481774 h 4939827"/>
              <a:gd name="connsiteX70" fmla="*/ 10540907 w 12192000"/>
              <a:gd name="connsiteY70" fmla="*/ 485607 h 4939827"/>
              <a:gd name="connsiteX71" fmla="*/ 10614941 w 12192000"/>
              <a:gd name="connsiteY71" fmla="*/ 487592 h 4939827"/>
              <a:gd name="connsiteX72" fmla="*/ 10674098 w 12192000"/>
              <a:gd name="connsiteY72" fmla="*/ 521656 h 4939827"/>
              <a:gd name="connsiteX73" fmla="*/ 10874834 w 12192000"/>
              <a:gd name="connsiteY73" fmla="*/ 574867 h 4939827"/>
              <a:gd name="connsiteX74" fmla="*/ 10944981 w 12192000"/>
              <a:gd name="connsiteY74" fmla="*/ 615042 h 4939827"/>
              <a:gd name="connsiteX75" fmla="*/ 11006376 w 12192000"/>
              <a:gd name="connsiteY75" fmla="*/ 645957 h 4939827"/>
              <a:gd name="connsiteX76" fmla="*/ 11076308 w 12192000"/>
              <a:gd name="connsiteY76" fmla="*/ 675698 h 4939827"/>
              <a:gd name="connsiteX77" fmla="*/ 11148789 w 12192000"/>
              <a:gd name="connsiteY77" fmla="*/ 685041 h 4939827"/>
              <a:gd name="connsiteX78" fmla="*/ 11249129 w 12192000"/>
              <a:gd name="connsiteY78" fmla="*/ 684218 h 4939827"/>
              <a:gd name="connsiteX79" fmla="*/ 11299915 w 12192000"/>
              <a:gd name="connsiteY79" fmla="*/ 692177 h 4939827"/>
              <a:gd name="connsiteX80" fmla="*/ 11386973 w 12192000"/>
              <a:gd name="connsiteY80" fmla="*/ 708209 h 4939827"/>
              <a:gd name="connsiteX81" fmla="*/ 11500105 w 12192000"/>
              <a:gd name="connsiteY81" fmla="*/ 735014 h 4939827"/>
              <a:gd name="connsiteX82" fmla="*/ 11621735 w 12192000"/>
              <a:gd name="connsiteY82" fmla="*/ 789584 h 4939827"/>
              <a:gd name="connsiteX83" fmla="*/ 11691200 w 12192000"/>
              <a:gd name="connsiteY83" fmla="*/ 867902 h 4939827"/>
              <a:gd name="connsiteX84" fmla="*/ 11819427 w 12192000"/>
              <a:gd name="connsiteY84" fmla="*/ 911634 h 4939827"/>
              <a:gd name="connsiteX85" fmla="*/ 11969720 w 12192000"/>
              <a:gd name="connsiteY85" fmla="*/ 964737 h 4939827"/>
              <a:gd name="connsiteX86" fmla="*/ 12055766 w 12192000"/>
              <a:gd name="connsiteY86" fmla="*/ 991268 h 4939827"/>
              <a:gd name="connsiteX87" fmla="*/ 12171539 w 12192000"/>
              <a:gd name="connsiteY87" fmla="*/ 995427 h 4939827"/>
              <a:gd name="connsiteX88" fmla="*/ 12187831 w 12192000"/>
              <a:gd name="connsiteY88" fmla="*/ 996580 h 4939827"/>
              <a:gd name="connsiteX89" fmla="*/ 12192000 w 12192000"/>
              <a:gd name="connsiteY89" fmla="*/ 996726 h 4939827"/>
              <a:gd name="connsiteX90" fmla="*/ 12192000 w 12192000"/>
              <a:gd name="connsiteY90" fmla="*/ 4939827 h 4939827"/>
              <a:gd name="connsiteX91" fmla="*/ 0 w 12192000"/>
              <a:gd name="connsiteY91" fmla="*/ 4939827 h 4939827"/>
              <a:gd name="connsiteX92" fmla="*/ 0 w 12192000"/>
              <a:gd name="connsiteY92" fmla="*/ 512043 h 4939827"/>
              <a:gd name="connsiteX93" fmla="*/ 7381 w 12192000"/>
              <a:gd name="connsiteY93" fmla="*/ 512580 h 4939827"/>
              <a:gd name="connsiteX94" fmla="*/ 100029 w 12192000"/>
              <a:gd name="connsiteY94" fmla="*/ 504758 h 4939827"/>
              <a:gd name="connsiteX95" fmla="*/ 155244 w 12192000"/>
              <a:gd name="connsiteY95" fmla="*/ 525130 h 4939827"/>
              <a:gd name="connsiteX96" fmla="*/ 254366 w 12192000"/>
              <a:gd name="connsiteY96" fmla="*/ 534449 h 4939827"/>
              <a:gd name="connsiteX97" fmla="*/ 447292 w 12192000"/>
              <a:gd name="connsiteY97" fmla="*/ 542725 h 4939827"/>
              <a:gd name="connsiteX98" fmla="*/ 628105 w 12192000"/>
              <a:gd name="connsiteY98" fmla="*/ 547853 h 4939827"/>
              <a:gd name="connsiteX99" fmla="*/ 783146 w 12192000"/>
              <a:gd name="connsiteY99" fmla="*/ 591799 h 4939827"/>
              <a:gd name="connsiteX100" fmla="*/ 1043676 w 12192000"/>
              <a:gd name="connsiteY100" fmla="*/ 591887 h 4939827"/>
              <a:gd name="connsiteX101" fmla="*/ 1281816 w 12192000"/>
              <a:gd name="connsiteY101" fmla="*/ 520946 h 4939827"/>
              <a:gd name="connsiteX102" fmla="*/ 1486347 w 12192000"/>
              <a:gd name="connsiteY102" fmla="*/ 487310 h 4939827"/>
              <a:gd name="connsiteX103" fmla="*/ 1568079 w 12192000"/>
              <a:gd name="connsiteY103" fmla="*/ 462531 h 4939827"/>
              <a:gd name="connsiteX104" fmla="*/ 1622516 w 12192000"/>
              <a:gd name="connsiteY104" fmla="*/ 466058 h 4939827"/>
              <a:gd name="connsiteX105" fmla="*/ 1655457 w 12192000"/>
              <a:gd name="connsiteY105" fmla="*/ 465359 h 4939827"/>
              <a:gd name="connsiteX106" fmla="*/ 1717454 w 12192000"/>
              <a:gd name="connsiteY106" fmla="*/ 417203 h 4939827"/>
              <a:gd name="connsiteX107" fmla="*/ 1913794 w 12192000"/>
              <a:gd name="connsiteY107" fmla="*/ 365255 h 4939827"/>
              <a:gd name="connsiteX108" fmla="*/ 2129762 w 12192000"/>
              <a:gd name="connsiteY108" fmla="*/ 367832 h 4939827"/>
              <a:gd name="connsiteX109" fmla="*/ 2376970 w 12192000"/>
              <a:gd name="connsiteY109" fmla="*/ 350129 h 4939827"/>
              <a:gd name="connsiteX110" fmla="*/ 2480155 w 12192000"/>
              <a:gd name="connsiteY110" fmla="*/ 359227 h 4939827"/>
              <a:gd name="connsiteX111" fmla="*/ 2586782 w 12192000"/>
              <a:gd name="connsiteY111" fmla="*/ 339352 h 4939827"/>
              <a:gd name="connsiteX112" fmla="*/ 2654496 w 12192000"/>
              <a:gd name="connsiteY112" fmla="*/ 315431 h 4939827"/>
              <a:gd name="connsiteX113" fmla="*/ 2788947 w 12192000"/>
              <a:gd name="connsiteY113" fmla="*/ 250375 h 4939827"/>
              <a:gd name="connsiteX114" fmla="*/ 2885389 w 12192000"/>
              <a:gd name="connsiteY114" fmla="*/ 255259 h 4939827"/>
              <a:gd name="connsiteX115" fmla="*/ 3045916 w 12192000"/>
              <a:gd name="connsiteY115" fmla="*/ 261030 h 4939827"/>
              <a:gd name="connsiteX116" fmla="*/ 3074187 w 12192000"/>
              <a:gd name="connsiteY116" fmla="*/ 243226 h 4939827"/>
              <a:gd name="connsiteX117" fmla="*/ 3103677 w 12192000"/>
              <a:gd name="connsiteY117" fmla="*/ 209527 h 4939827"/>
              <a:gd name="connsiteX118" fmla="*/ 3126759 w 12192000"/>
              <a:gd name="connsiteY118" fmla="*/ 211226 h 4939827"/>
              <a:gd name="connsiteX119" fmla="*/ 3164020 w 12192000"/>
              <a:gd name="connsiteY119" fmla="*/ 212779 h 4939827"/>
              <a:gd name="connsiteX120" fmla="*/ 3285019 w 12192000"/>
              <a:gd name="connsiteY120" fmla="*/ 220535 h 4939827"/>
              <a:gd name="connsiteX121" fmla="*/ 3365154 w 12192000"/>
              <a:gd name="connsiteY121" fmla="*/ 226416 h 4939827"/>
              <a:gd name="connsiteX122" fmla="*/ 3367507 w 12192000"/>
              <a:gd name="connsiteY122" fmla="*/ 225416 h 4939827"/>
              <a:gd name="connsiteX123" fmla="*/ 3387567 w 12192000"/>
              <a:gd name="connsiteY123" fmla="*/ 227103 h 4939827"/>
              <a:gd name="connsiteX124" fmla="*/ 3424753 w 12192000"/>
              <a:gd name="connsiteY124" fmla="*/ 244380 h 4939827"/>
              <a:gd name="connsiteX125" fmla="*/ 3498001 w 12192000"/>
              <a:gd name="connsiteY125" fmla="*/ 231941 h 4939827"/>
              <a:gd name="connsiteX126" fmla="*/ 3561557 w 12192000"/>
              <a:gd name="connsiteY126" fmla="*/ 228095 h 4939827"/>
              <a:gd name="connsiteX127" fmla="*/ 3611920 w 12192000"/>
              <a:gd name="connsiteY127" fmla="*/ 218094 h 4939827"/>
              <a:gd name="connsiteX128" fmla="*/ 3620528 w 12192000"/>
              <a:gd name="connsiteY128" fmla="*/ 218788 h 4939827"/>
              <a:gd name="connsiteX129" fmla="*/ 3620766 w 12192000"/>
              <a:gd name="connsiteY129" fmla="*/ 218511 h 4939827"/>
              <a:gd name="connsiteX130" fmla="*/ 3629977 w 12192000"/>
              <a:gd name="connsiteY130" fmla="*/ 218664 h 4939827"/>
              <a:gd name="connsiteX131" fmla="*/ 3636217 w 12192000"/>
              <a:gd name="connsiteY131" fmla="*/ 220048 h 4939827"/>
              <a:gd name="connsiteX132" fmla="*/ 3709484 w 12192000"/>
              <a:gd name="connsiteY132" fmla="*/ 186927 h 4939827"/>
              <a:gd name="connsiteX133" fmla="*/ 3761342 w 12192000"/>
              <a:gd name="connsiteY133" fmla="*/ 177474 h 4939827"/>
              <a:gd name="connsiteX134" fmla="*/ 3799748 w 12192000"/>
              <a:gd name="connsiteY134" fmla="*/ 167154 h 4939827"/>
              <a:gd name="connsiteX135" fmla="*/ 3922756 w 12192000"/>
              <a:gd name="connsiteY135" fmla="*/ 194044 h 4939827"/>
              <a:gd name="connsiteX136" fmla="*/ 4028476 w 12192000"/>
              <a:gd name="connsiteY136" fmla="*/ 223679 h 4939827"/>
              <a:gd name="connsiteX137" fmla="*/ 4191582 w 12192000"/>
              <a:gd name="connsiteY137" fmla="*/ 238952 h 4939827"/>
              <a:gd name="connsiteX138" fmla="*/ 4251024 w 12192000"/>
              <a:gd name="connsiteY138" fmla="*/ 240874 h 4939827"/>
              <a:gd name="connsiteX139" fmla="*/ 4355275 w 12192000"/>
              <a:gd name="connsiteY139" fmla="*/ 260205 h 4939827"/>
              <a:gd name="connsiteX140" fmla="*/ 4423807 w 12192000"/>
              <a:gd name="connsiteY140" fmla="*/ 270366 h 4939827"/>
              <a:gd name="connsiteX141" fmla="*/ 4558432 w 12192000"/>
              <a:gd name="connsiteY141" fmla="*/ 269194 h 4939827"/>
              <a:gd name="connsiteX142" fmla="*/ 4635061 w 12192000"/>
              <a:gd name="connsiteY142" fmla="*/ 280682 h 4939827"/>
              <a:gd name="connsiteX143" fmla="*/ 4807427 w 12192000"/>
              <a:gd name="connsiteY143" fmla="*/ 276835 h 4939827"/>
              <a:gd name="connsiteX144" fmla="*/ 5028933 w 12192000"/>
              <a:gd name="connsiteY144" fmla="*/ 183887 h 4939827"/>
              <a:gd name="connsiteX145" fmla="*/ 5093642 w 12192000"/>
              <a:gd name="connsiteY145" fmla="*/ 177214 h 4939827"/>
              <a:gd name="connsiteX146" fmla="*/ 5102642 w 12192000"/>
              <a:gd name="connsiteY146" fmla="*/ 186816 h 4939827"/>
              <a:gd name="connsiteX147" fmla="*/ 5193590 w 12192000"/>
              <a:gd name="connsiteY147" fmla="*/ 156458 h 4939827"/>
              <a:gd name="connsiteX148" fmla="*/ 5323922 w 12192000"/>
              <a:gd name="connsiteY148" fmla="*/ 146332 h 4939827"/>
              <a:gd name="connsiteX149" fmla="*/ 5421860 w 12192000"/>
              <a:gd name="connsiteY149" fmla="*/ 167298 h 4939827"/>
              <a:gd name="connsiteX150" fmla="*/ 5476948 w 12192000"/>
              <a:gd name="connsiteY150" fmla="*/ 173249 h 4939827"/>
              <a:gd name="connsiteX151" fmla="*/ 5516842 w 12192000"/>
              <a:gd name="connsiteY151" fmla="*/ 184018 h 4939827"/>
              <a:gd name="connsiteX152" fmla="*/ 5619415 w 12192000"/>
              <a:gd name="connsiteY152" fmla="*/ 176781 h 4939827"/>
              <a:gd name="connsiteX153" fmla="*/ 5789867 w 12192000"/>
              <a:gd name="connsiteY153" fmla="*/ 150304 h 4939827"/>
              <a:gd name="connsiteX154" fmla="*/ 5825953 w 12192000"/>
              <a:gd name="connsiteY154" fmla="*/ 147907 h 4939827"/>
              <a:gd name="connsiteX155" fmla="*/ 5856168 w 12192000"/>
              <a:gd name="connsiteY155" fmla="*/ 158719 h 4939827"/>
              <a:gd name="connsiteX156" fmla="*/ 5862476 w 12192000"/>
              <a:gd name="connsiteY156" fmla="*/ 172447 h 4939827"/>
              <a:gd name="connsiteX157" fmla="*/ 5882195 w 12192000"/>
              <a:gd name="connsiteY157" fmla="*/ 173195 h 4939827"/>
              <a:gd name="connsiteX158" fmla="*/ 5887271 w 12192000"/>
              <a:gd name="connsiteY158" fmla="*/ 176084 h 4939827"/>
              <a:gd name="connsiteX159" fmla="*/ 5921577 w 12192000"/>
              <a:gd name="connsiteY159" fmla="*/ 169858 h 4939827"/>
              <a:gd name="connsiteX160" fmla="*/ 5983240 w 12192000"/>
              <a:gd name="connsiteY160" fmla="*/ 152755 h 4939827"/>
              <a:gd name="connsiteX161" fmla="*/ 6152287 w 12192000"/>
              <a:gd name="connsiteY161" fmla="*/ 116736 h 4939827"/>
              <a:gd name="connsiteX162" fmla="*/ 6415830 w 12192000"/>
              <a:gd name="connsiteY162" fmla="*/ 136006 h 4939827"/>
              <a:gd name="connsiteX163" fmla="*/ 6756965 w 12192000"/>
              <a:gd name="connsiteY163" fmla="*/ 57636 h 4939827"/>
              <a:gd name="connsiteX164" fmla="*/ 6819400 w 12192000"/>
              <a:gd name="connsiteY164" fmla="*/ 30742 h 4939827"/>
              <a:gd name="connsiteX165" fmla="*/ 6986370 w 12192000"/>
              <a:gd name="connsiteY165" fmla="*/ 12659 h 4939827"/>
              <a:gd name="connsiteX166" fmla="*/ 6989536 w 12192000"/>
              <a:gd name="connsiteY166" fmla="*/ 14528 h 4939827"/>
              <a:gd name="connsiteX167" fmla="*/ 7015933 w 12192000"/>
              <a:gd name="connsiteY167" fmla="*/ 9653 h 4939827"/>
              <a:gd name="connsiteX168" fmla="*/ 7020592 w 12192000"/>
              <a:gd name="connsiteY168" fmla="*/ 1651 h 4939827"/>
              <a:gd name="connsiteX169" fmla="*/ 7025905 w 12192000"/>
              <a:gd name="connsiteY169" fmla="*/ 0 h 4939827"/>
              <a:gd name="connsiteX0" fmla="*/ 7025905 w 12192000"/>
              <a:gd name="connsiteY0" fmla="*/ 0 h 4939827"/>
              <a:gd name="connsiteX1" fmla="*/ 7032579 w 12192000"/>
              <a:gd name="connsiteY1" fmla="*/ 2808 h 4939827"/>
              <a:gd name="connsiteX2" fmla="*/ 7079505 w 12192000"/>
              <a:gd name="connsiteY2" fmla="*/ 12971 h 4939827"/>
              <a:gd name="connsiteX3" fmla="*/ 7158791 w 12192000"/>
              <a:gd name="connsiteY3" fmla="*/ 12462 h 4939827"/>
              <a:gd name="connsiteX4" fmla="*/ 7233338 w 12192000"/>
              <a:gd name="connsiteY4" fmla="*/ 24846 h 4939827"/>
              <a:gd name="connsiteX5" fmla="*/ 7259791 w 12192000"/>
              <a:gd name="connsiteY5" fmla="*/ 29557 h 4939827"/>
              <a:gd name="connsiteX6" fmla="*/ 7263923 w 12192000"/>
              <a:gd name="connsiteY6" fmla="*/ 35029 h 4939827"/>
              <a:gd name="connsiteX7" fmla="*/ 7281549 w 12192000"/>
              <a:gd name="connsiteY7" fmla="*/ 39654 h 4939827"/>
              <a:gd name="connsiteX8" fmla="*/ 7374735 w 12192000"/>
              <a:gd name="connsiteY8" fmla="*/ 65326 h 4939827"/>
              <a:gd name="connsiteX9" fmla="*/ 7376078 w 12192000"/>
              <a:gd name="connsiteY9" fmla="*/ 63849 h 4939827"/>
              <a:gd name="connsiteX10" fmla="*/ 7402026 w 12192000"/>
              <a:gd name="connsiteY10" fmla="*/ 60308 h 4939827"/>
              <a:gd name="connsiteX11" fmla="*/ 7415091 w 12192000"/>
              <a:gd name="connsiteY11" fmla="*/ 77403 h 4939827"/>
              <a:gd name="connsiteX12" fmla="*/ 7488682 w 12192000"/>
              <a:gd name="connsiteY12" fmla="*/ 83440 h 4939827"/>
              <a:gd name="connsiteX13" fmla="*/ 7588044 w 12192000"/>
              <a:gd name="connsiteY13" fmla="*/ 110756 h 4939827"/>
              <a:gd name="connsiteX14" fmla="*/ 7732750 w 12192000"/>
              <a:gd name="connsiteY14" fmla="*/ 145456 h 4939827"/>
              <a:gd name="connsiteX15" fmla="*/ 7785900 w 12192000"/>
              <a:gd name="connsiteY15" fmla="*/ 154493 h 4939827"/>
              <a:gd name="connsiteX16" fmla="*/ 7877301 w 12192000"/>
              <a:gd name="connsiteY16" fmla="*/ 186153 h 4939827"/>
              <a:gd name="connsiteX17" fmla="*/ 7952584 w 12192000"/>
              <a:gd name="connsiteY17" fmla="*/ 170181 h 4939827"/>
              <a:gd name="connsiteX18" fmla="*/ 8009534 w 12192000"/>
              <a:gd name="connsiteY18" fmla="*/ 176441 h 4939827"/>
              <a:gd name="connsiteX19" fmla="*/ 8058681 w 12192000"/>
              <a:gd name="connsiteY19" fmla="*/ 219431 h 4939827"/>
              <a:gd name="connsiteX20" fmla="*/ 8126175 w 12192000"/>
              <a:gd name="connsiteY20" fmla="*/ 240005 h 4939827"/>
              <a:gd name="connsiteX21" fmla="*/ 8166439 w 12192000"/>
              <a:gd name="connsiteY21" fmla="*/ 252699 h 4939827"/>
              <a:gd name="connsiteX22" fmla="*/ 8281371 w 12192000"/>
              <a:gd name="connsiteY22" fmla="*/ 256875 h 4939827"/>
              <a:gd name="connsiteX23" fmla="*/ 8381609 w 12192000"/>
              <a:gd name="connsiteY23" fmla="*/ 240618 h 4939827"/>
              <a:gd name="connsiteX24" fmla="*/ 8406759 w 12192000"/>
              <a:gd name="connsiteY24" fmla="*/ 232517 h 4939827"/>
              <a:gd name="connsiteX25" fmla="*/ 8426506 w 12192000"/>
              <a:gd name="connsiteY25" fmla="*/ 241842 h 4939827"/>
              <a:gd name="connsiteX26" fmla="*/ 8427949 w 12192000"/>
              <a:gd name="connsiteY26" fmla="*/ 240981 h 4939827"/>
              <a:gd name="connsiteX27" fmla="*/ 8441468 w 12192000"/>
              <a:gd name="connsiteY27" fmla="*/ 241157 h 4939827"/>
              <a:gd name="connsiteX28" fmla="*/ 8565757 w 12192000"/>
              <a:gd name="connsiteY28" fmla="*/ 255317 h 4939827"/>
              <a:gd name="connsiteX29" fmla="*/ 8573171 w 12192000"/>
              <a:gd name="connsiteY29" fmla="*/ 258426 h 4939827"/>
              <a:gd name="connsiteX30" fmla="*/ 8573548 w 12192000"/>
              <a:gd name="connsiteY30" fmla="*/ 258241 h 4939827"/>
              <a:gd name="connsiteX31" fmla="*/ 8581827 w 12192000"/>
              <a:gd name="connsiteY31" fmla="*/ 261028 h 4939827"/>
              <a:gd name="connsiteX32" fmla="*/ 8586687 w 12192000"/>
              <a:gd name="connsiteY32" fmla="*/ 264089 h 4939827"/>
              <a:gd name="connsiteX33" fmla="*/ 8601067 w 12192000"/>
              <a:gd name="connsiteY33" fmla="*/ 270114 h 4939827"/>
              <a:gd name="connsiteX34" fmla="*/ 8672650 w 12192000"/>
              <a:gd name="connsiteY34" fmla="*/ 254821 h 4939827"/>
              <a:gd name="connsiteX35" fmla="*/ 8785543 w 12192000"/>
              <a:gd name="connsiteY35" fmla="*/ 263406 h 4939827"/>
              <a:gd name="connsiteX36" fmla="*/ 8830588 w 12192000"/>
              <a:gd name="connsiteY36" fmla="*/ 265483 h 4939827"/>
              <a:gd name="connsiteX37" fmla="*/ 8905142 w 12192000"/>
              <a:gd name="connsiteY37" fmla="*/ 264958 h 4939827"/>
              <a:gd name="connsiteX38" fmla="*/ 8968582 w 12192000"/>
              <a:gd name="connsiteY38" fmla="*/ 262728 h 4939827"/>
              <a:gd name="connsiteX39" fmla="*/ 8972994 w 12192000"/>
              <a:gd name="connsiteY39" fmla="*/ 263284 h 4939827"/>
              <a:gd name="connsiteX40" fmla="*/ 9004605 w 12192000"/>
              <a:gd name="connsiteY40" fmla="*/ 258041 h 4939827"/>
              <a:gd name="connsiteX41" fmla="*/ 9016165 w 12192000"/>
              <a:gd name="connsiteY41" fmla="*/ 261258 h 4939827"/>
              <a:gd name="connsiteX42" fmla="*/ 9043297 w 12192000"/>
              <a:gd name="connsiteY42" fmla="*/ 281547 h 4939827"/>
              <a:gd name="connsiteX43" fmla="*/ 9048315 w 12192000"/>
              <a:gd name="connsiteY43" fmla="*/ 279264 h 4939827"/>
              <a:gd name="connsiteX44" fmla="*/ 9054706 w 12192000"/>
              <a:gd name="connsiteY44" fmla="*/ 278538 h 4939827"/>
              <a:gd name="connsiteX45" fmla="*/ 9070919 w 12192000"/>
              <a:gd name="connsiteY45" fmla="*/ 281810 h 4939827"/>
              <a:gd name="connsiteX46" fmla="*/ 9076813 w 12192000"/>
              <a:gd name="connsiteY46" fmla="*/ 283909 h 4939827"/>
              <a:gd name="connsiteX47" fmla="*/ 9085871 w 12192000"/>
              <a:gd name="connsiteY47" fmla="*/ 285133 h 4939827"/>
              <a:gd name="connsiteX48" fmla="*/ 9086159 w 12192000"/>
              <a:gd name="connsiteY48" fmla="*/ 284887 h 4939827"/>
              <a:gd name="connsiteX49" fmla="*/ 9134606 w 12192000"/>
              <a:gd name="connsiteY49" fmla="*/ 288168 h 4939827"/>
              <a:gd name="connsiteX50" fmla="*/ 9195590 w 12192000"/>
              <a:gd name="connsiteY50" fmla="*/ 279568 h 4939827"/>
              <a:gd name="connsiteX51" fmla="*/ 9219336 w 12192000"/>
              <a:gd name="connsiteY51" fmla="*/ 278133 h 4939827"/>
              <a:gd name="connsiteX52" fmla="*/ 9232362 w 12192000"/>
              <a:gd name="connsiteY52" fmla="*/ 275894 h 4939827"/>
              <a:gd name="connsiteX53" fmla="*/ 9233396 w 12192000"/>
              <a:gd name="connsiteY53" fmla="*/ 274803 h 4939827"/>
              <a:gd name="connsiteX54" fmla="*/ 9256213 w 12192000"/>
              <a:gd name="connsiteY54" fmla="*/ 281576 h 4939827"/>
              <a:gd name="connsiteX55" fmla="*/ 9262377 w 12192000"/>
              <a:gd name="connsiteY55" fmla="*/ 286635 h 4939827"/>
              <a:gd name="connsiteX56" fmla="*/ 9287089 w 12192000"/>
              <a:gd name="connsiteY56" fmla="*/ 303891 h 4939827"/>
              <a:gd name="connsiteX57" fmla="*/ 9371484 w 12192000"/>
              <a:gd name="connsiteY57" fmla="*/ 329634 h 4939827"/>
              <a:gd name="connsiteX58" fmla="*/ 9404829 w 12192000"/>
              <a:gd name="connsiteY58" fmla="*/ 339038 h 4939827"/>
              <a:gd name="connsiteX59" fmla="*/ 9427021 w 12192000"/>
              <a:gd name="connsiteY59" fmla="*/ 358784 h 4939827"/>
              <a:gd name="connsiteX60" fmla="*/ 9670844 w 12192000"/>
              <a:gd name="connsiteY60" fmla="*/ 405128 h 4939827"/>
              <a:gd name="connsiteX61" fmla="*/ 9816083 w 12192000"/>
              <a:gd name="connsiteY61" fmla="*/ 416573 h 4939827"/>
              <a:gd name="connsiteX62" fmla="*/ 9936741 w 12192000"/>
              <a:gd name="connsiteY62" fmla="*/ 437044 h 4939827"/>
              <a:gd name="connsiteX63" fmla="*/ 10050093 w 12192000"/>
              <a:gd name="connsiteY63" fmla="*/ 443783 h 4939827"/>
              <a:gd name="connsiteX64" fmla="*/ 10130090 w 12192000"/>
              <a:gd name="connsiteY64" fmla="*/ 459520 h 4939827"/>
              <a:gd name="connsiteX65" fmla="*/ 10173456 w 12192000"/>
              <a:gd name="connsiteY65" fmla="*/ 457749 h 4939827"/>
              <a:gd name="connsiteX66" fmla="*/ 10218232 w 12192000"/>
              <a:gd name="connsiteY66" fmla="*/ 459820 h 4939827"/>
              <a:gd name="connsiteX67" fmla="*/ 10354176 w 12192000"/>
              <a:gd name="connsiteY67" fmla="*/ 471377 h 4939827"/>
              <a:gd name="connsiteX68" fmla="*/ 10430681 w 12192000"/>
              <a:gd name="connsiteY68" fmla="*/ 481226 h 4939827"/>
              <a:gd name="connsiteX69" fmla="*/ 10478169 w 12192000"/>
              <a:gd name="connsiteY69" fmla="*/ 481774 h 4939827"/>
              <a:gd name="connsiteX70" fmla="*/ 10540907 w 12192000"/>
              <a:gd name="connsiteY70" fmla="*/ 485607 h 4939827"/>
              <a:gd name="connsiteX71" fmla="*/ 10614941 w 12192000"/>
              <a:gd name="connsiteY71" fmla="*/ 487592 h 4939827"/>
              <a:gd name="connsiteX72" fmla="*/ 10674098 w 12192000"/>
              <a:gd name="connsiteY72" fmla="*/ 521656 h 4939827"/>
              <a:gd name="connsiteX73" fmla="*/ 10874834 w 12192000"/>
              <a:gd name="connsiteY73" fmla="*/ 574867 h 4939827"/>
              <a:gd name="connsiteX74" fmla="*/ 10944981 w 12192000"/>
              <a:gd name="connsiteY74" fmla="*/ 615042 h 4939827"/>
              <a:gd name="connsiteX75" fmla="*/ 11006376 w 12192000"/>
              <a:gd name="connsiteY75" fmla="*/ 645957 h 4939827"/>
              <a:gd name="connsiteX76" fmla="*/ 11076308 w 12192000"/>
              <a:gd name="connsiteY76" fmla="*/ 675698 h 4939827"/>
              <a:gd name="connsiteX77" fmla="*/ 11148789 w 12192000"/>
              <a:gd name="connsiteY77" fmla="*/ 685041 h 4939827"/>
              <a:gd name="connsiteX78" fmla="*/ 11249129 w 12192000"/>
              <a:gd name="connsiteY78" fmla="*/ 684218 h 4939827"/>
              <a:gd name="connsiteX79" fmla="*/ 11299915 w 12192000"/>
              <a:gd name="connsiteY79" fmla="*/ 692177 h 4939827"/>
              <a:gd name="connsiteX80" fmla="*/ 11386973 w 12192000"/>
              <a:gd name="connsiteY80" fmla="*/ 708209 h 4939827"/>
              <a:gd name="connsiteX81" fmla="*/ 11500105 w 12192000"/>
              <a:gd name="connsiteY81" fmla="*/ 735014 h 4939827"/>
              <a:gd name="connsiteX82" fmla="*/ 11621735 w 12192000"/>
              <a:gd name="connsiteY82" fmla="*/ 789584 h 4939827"/>
              <a:gd name="connsiteX83" fmla="*/ 11691200 w 12192000"/>
              <a:gd name="connsiteY83" fmla="*/ 867902 h 4939827"/>
              <a:gd name="connsiteX84" fmla="*/ 11819427 w 12192000"/>
              <a:gd name="connsiteY84" fmla="*/ 911634 h 4939827"/>
              <a:gd name="connsiteX85" fmla="*/ 11969720 w 12192000"/>
              <a:gd name="connsiteY85" fmla="*/ 964737 h 4939827"/>
              <a:gd name="connsiteX86" fmla="*/ 12055766 w 12192000"/>
              <a:gd name="connsiteY86" fmla="*/ 991268 h 4939827"/>
              <a:gd name="connsiteX87" fmla="*/ 12171539 w 12192000"/>
              <a:gd name="connsiteY87" fmla="*/ 995427 h 4939827"/>
              <a:gd name="connsiteX88" fmla="*/ 12187831 w 12192000"/>
              <a:gd name="connsiteY88" fmla="*/ 996580 h 4939827"/>
              <a:gd name="connsiteX89" fmla="*/ 12192000 w 12192000"/>
              <a:gd name="connsiteY89" fmla="*/ 996726 h 4939827"/>
              <a:gd name="connsiteX90" fmla="*/ 12192000 w 12192000"/>
              <a:gd name="connsiteY90" fmla="*/ 4939827 h 4939827"/>
              <a:gd name="connsiteX91" fmla="*/ 0 w 12192000"/>
              <a:gd name="connsiteY91" fmla="*/ 4939827 h 4939827"/>
              <a:gd name="connsiteX92" fmla="*/ 0 w 12192000"/>
              <a:gd name="connsiteY92" fmla="*/ 512043 h 4939827"/>
              <a:gd name="connsiteX93" fmla="*/ 7381 w 12192000"/>
              <a:gd name="connsiteY93" fmla="*/ 512580 h 4939827"/>
              <a:gd name="connsiteX94" fmla="*/ 100029 w 12192000"/>
              <a:gd name="connsiteY94" fmla="*/ 504758 h 4939827"/>
              <a:gd name="connsiteX95" fmla="*/ 155244 w 12192000"/>
              <a:gd name="connsiteY95" fmla="*/ 525130 h 4939827"/>
              <a:gd name="connsiteX96" fmla="*/ 254366 w 12192000"/>
              <a:gd name="connsiteY96" fmla="*/ 534449 h 4939827"/>
              <a:gd name="connsiteX97" fmla="*/ 447292 w 12192000"/>
              <a:gd name="connsiteY97" fmla="*/ 542725 h 4939827"/>
              <a:gd name="connsiteX98" fmla="*/ 628105 w 12192000"/>
              <a:gd name="connsiteY98" fmla="*/ 547853 h 4939827"/>
              <a:gd name="connsiteX99" fmla="*/ 783146 w 12192000"/>
              <a:gd name="connsiteY99" fmla="*/ 591799 h 4939827"/>
              <a:gd name="connsiteX100" fmla="*/ 1043676 w 12192000"/>
              <a:gd name="connsiteY100" fmla="*/ 591887 h 4939827"/>
              <a:gd name="connsiteX101" fmla="*/ 1281816 w 12192000"/>
              <a:gd name="connsiteY101" fmla="*/ 520946 h 4939827"/>
              <a:gd name="connsiteX102" fmla="*/ 1486347 w 12192000"/>
              <a:gd name="connsiteY102" fmla="*/ 487310 h 4939827"/>
              <a:gd name="connsiteX103" fmla="*/ 1568079 w 12192000"/>
              <a:gd name="connsiteY103" fmla="*/ 462531 h 4939827"/>
              <a:gd name="connsiteX104" fmla="*/ 1622516 w 12192000"/>
              <a:gd name="connsiteY104" fmla="*/ 466058 h 4939827"/>
              <a:gd name="connsiteX105" fmla="*/ 1655457 w 12192000"/>
              <a:gd name="connsiteY105" fmla="*/ 465359 h 4939827"/>
              <a:gd name="connsiteX106" fmla="*/ 1717454 w 12192000"/>
              <a:gd name="connsiteY106" fmla="*/ 417203 h 4939827"/>
              <a:gd name="connsiteX107" fmla="*/ 1913794 w 12192000"/>
              <a:gd name="connsiteY107" fmla="*/ 365255 h 4939827"/>
              <a:gd name="connsiteX108" fmla="*/ 2129762 w 12192000"/>
              <a:gd name="connsiteY108" fmla="*/ 367832 h 4939827"/>
              <a:gd name="connsiteX109" fmla="*/ 2376970 w 12192000"/>
              <a:gd name="connsiteY109" fmla="*/ 350129 h 4939827"/>
              <a:gd name="connsiteX110" fmla="*/ 2480155 w 12192000"/>
              <a:gd name="connsiteY110" fmla="*/ 359227 h 4939827"/>
              <a:gd name="connsiteX111" fmla="*/ 2586782 w 12192000"/>
              <a:gd name="connsiteY111" fmla="*/ 339352 h 4939827"/>
              <a:gd name="connsiteX112" fmla="*/ 2654496 w 12192000"/>
              <a:gd name="connsiteY112" fmla="*/ 315431 h 4939827"/>
              <a:gd name="connsiteX113" fmla="*/ 2788947 w 12192000"/>
              <a:gd name="connsiteY113" fmla="*/ 250375 h 4939827"/>
              <a:gd name="connsiteX114" fmla="*/ 2885389 w 12192000"/>
              <a:gd name="connsiteY114" fmla="*/ 255259 h 4939827"/>
              <a:gd name="connsiteX115" fmla="*/ 3045916 w 12192000"/>
              <a:gd name="connsiteY115" fmla="*/ 261030 h 4939827"/>
              <a:gd name="connsiteX116" fmla="*/ 3074187 w 12192000"/>
              <a:gd name="connsiteY116" fmla="*/ 243226 h 4939827"/>
              <a:gd name="connsiteX117" fmla="*/ 3103677 w 12192000"/>
              <a:gd name="connsiteY117" fmla="*/ 209527 h 4939827"/>
              <a:gd name="connsiteX118" fmla="*/ 3126759 w 12192000"/>
              <a:gd name="connsiteY118" fmla="*/ 211226 h 4939827"/>
              <a:gd name="connsiteX119" fmla="*/ 3164020 w 12192000"/>
              <a:gd name="connsiteY119" fmla="*/ 212779 h 4939827"/>
              <a:gd name="connsiteX120" fmla="*/ 3285019 w 12192000"/>
              <a:gd name="connsiteY120" fmla="*/ 220535 h 4939827"/>
              <a:gd name="connsiteX121" fmla="*/ 3365154 w 12192000"/>
              <a:gd name="connsiteY121" fmla="*/ 226416 h 4939827"/>
              <a:gd name="connsiteX122" fmla="*/ 3367507 w 12192000"/>
              <a:gd name="connsiteY122" fmla="*/ 225416 h 4939827"/>
              <a:gd name="connsiteX123" fmla="*/ 3387567 w 12192000"/>
              <a:gd name="connsiteY123" fmla="*/ 227103 h 4939827"/>
              <a:gd name="connsiteX124" fmla="*/ 3498001 w 12192000"/>
              <a:gd name="connsiteY124" fmla="*/ 231941 h 4939827"/>
              <a:gd name="connsiteX125" fmla="*/ 3561557 w 12192000"/>
              <a:gd name="connsiteY125" fmla="*/ 228095 h 4939827"/>
              <a:gd name="connsiteX126" fmla="*/ 3611920 w 12192000"/>
              <a:gd name="connsiteY126" fmla="*/ 218094 h 4939827"/>
              <a:gd name="connsiteX127" fmla="*/ 3620528 w 12192000"/>
              <a:gd name="connsiteY127" fmla="*/ 218788 h 4939827"/>
              <a:gd name="connsiteX128" fmla="*/ 3620766 w 12192000"/>
              <a:gd name="connsiteY128" fmla="*/ 218511 h 4939827"/>
              <a:gd name="connsiteX129" fmla="*/ 3629977 w 12192000"/>
              <a:gd name="connsiteY129" fmla="*/ 218664 h 4939827"/>
              <a:gd name="connsiteX130" fmla="*/ 3636217 w 12192000"/>
              <a:gd name="connsiteY130" fmla="*/ 220048 h 4939827"/>
              <a:gd name="connsiteX131" fmla="*/ 3709484 w 12192000"/>
              <a:gd name="connsiteY131" fmla="*/ 186927 h 4939827"/>
              <a:gd name="connsiteX132" fmla="*/ 3761342 w 12192000"/>
              <a:gd name="connsiteY132" fmla="*/ 177474 h 4939827"/>
              <a:gd name="connsiteX133" fmla="*/ 3799748 w 12192000"/>
              <a:gd name="connsiteY133" fmla="*/ 167154 h 4939827"/>
              <a:gd name="connsiteX134" fmla="*/ 3922756 w 12192000"/>
              <a:gd name="connsiteY134" fmla="*/ 194044 h 4939827"/>
              <a:gd name="connsiteX135" fmla="*/ 4028476 w 12192000"/>
              <a:gd name="connsiteY135" fmla="*/ 223679 h 4939827"/>
              <a:gd name="connsiteX136" fmla="*/ 4191582 w 12192000"/>
              <a:gd name="connsiteY136" fmla="*/ 238952 h 4939827"/>
              <a:gd name="connsiteX137" fmla="*/ 4251024 w 12192000"/>
              <a:gd name="connsiteY137" fmla="*/ 240874 h 4939827"/>
              <a:gd name="connsiteX138" fmla="*/ 4355275 w 12192000"/>
              <a:gd name="connsiteY138" fmla="*/ 260205 h 4939827"/>
              <a:gd name="connsiteX139" fmla="*/ 4423807 w 12192000"/>
              <a:gd name="connsiteY139" fmla="*/ 270366 h 4939827"/>
              <a:gd name="connsiteX140" fmla="*/ 4558432 w 12192000"/>
              <a:gd name="connsiteY140" fmla="*/ 269194 h 4939827"/>
              <a:gd name="connsiteX141" fmla="*/ 4635061 w 12192000"/>
              <a:gd name="connsiteY141" fmla="*/ 280682 h 4939827"/>
              <a:gd name="connsiteX142" fmla="*/ 4807427 w 12192000"/>
              <a:gd name="connsiteY142" fmla="*/ 276835 h 4939827"/>
              <a:gd name="connsiteX143" fmla="*/ 5028933 w 12192000"/>
              <a:gd name="connsiteY143" fmla="*/ 183887 h 4939827"/>
              <a:gd name="connsiteX144" fmla="*/ 5093642 w 12192000"/>
              <a:gd name="connsiteY144" fmla="*/ 177214 h 4939827"/>
              <a:gd name="connsiteX145" fmla="*/ 5102642 w 12192000"/>
              <a:gd name="connsiteY145" fmla="*/ 186816 h 4939827"/>
              <a:gd name="connsiteX146" fmla="*/ 5193590 w 12192000"/>
              <a:gd name="connsiteY146" fmla="*/ 156458 h 4939827"/>
              <a:gd name="connsiteX147" fmla="*/ 5323922 w 12192000"/>
              <a:gd name="connsiteY147" fmla="*/ 146332 h 4939827"/>
              <a:gd name="connsiteX148" fmla="*/ 5421860 w 12192000"/>
              <a:gd name="connsiteY148" fmla="*/ 167298 h 4939827"/>
              <a:gd name="connsiteX149" fmla="*/ 5476948 w 12192000"/>
              <a:gd name="connsiteY149" fmla="*/ 173249 h 4939827"/>
              <a:gd name="connsiteX150" fmla="*/ 5516842 w 12192000"/>
              <a:gd name="connsiteY150" fmla="*/ 184018 h 4939827"/>
              <a:gd name="connsiteX151" fmla="*/ 5619415 w 12192000"/>
              <a:gd name="connsiteY151" fmla="*/ 176781 h 4939827"/>
              <a:gd name="connsiteX152" fmla="*/ 5789867 w 12192000"/>
              <a:gd name="connsiteY152" fmla="*/ 150304 h 4939827"/>
              <a:gd name="connsiteX153" fmla="*/ 5825953 w 12192000"/>
              <a:gd name="connsiteY153" fmla="*/ 147907 h 4939827"/>
              <a:gd name="connsiteX154" fmla="*/ 5856168 w 12192000"/>
              <a:gd name="connsiteY154" fmla="*/ 158719 h 4939827"/>
              <a:gd name="connsiteX155" fmla="*/ 5862476 w 12192000"/>
              <a:gd name="connsiteY155" fmla="*/ 172447 h 4939827"/>
              <a:gd name="connsiteX156" fmla="*/ 5882195 w 12192000"/>
              <a:gd name="connsiteY156" fmla="*/ 173195 h 4939827"/>
              <a:gd name="connsiteX157" fmla="*/ 5887271 w 12192000"/>
              <a:gd name="connsiteY157" fmla="*/ 176084 h 4939827"/>
              <a:gd name="connsiteX158" fmla="*/ 5921577 w 12192000"/>
              <a:gd name="connsiteY158" fmla="*/ 169858 h 4939827"/>
              <a:gd name="connsiteX159" fmla="*/ 5983240 w 12192000"/>
              <a:gd name="connsiteY159" fmla="*/ 152755 h 4939827"/>
              <a:gd name="connsiteX160" fmla="*/ 6152287 w 12192000"/>
              <a:gd name="connsiteY160" fmla="*/ 116736 h 4939827"/>
              <a:gd name="connsiteX161" fmla="*/ 6415830 w 12192000"/>
              <a:gd name="connsiteY161" fmla="*/ 136006 h 4939827"/>
              <a:gd name="connsiteX162" fmla="*/ 6756965 w 12192000"/>
              <a:gd name="connsiteY162" fmla="*/ 57636 h 4939827"/>
              <a:gd name="connsiteX163" fmla="*/ 6819400 w 12192000"/>
              <a:gd name="connsiteY163" fmla="*/ 30742 h 4939827"/>
              <a:gd name="connsiteX164" fmla="*/ 6986370 w 12192000"/>
              <a:gd name="connsiteY164" fmla="*/ 12659 h 4939827"/>
              <a:gd name="connsiteX165" fmla="*/ 6989536 w 12192000"/>
              <a:gd name="connsiteY165" fmla="*/ 14528 h 4939827"/>
              <a:gd name="connsiteX166" fmla="*/ 7015933 w 12192000"/>
              <a:gd name="connsiteY166" fmla="*/ 9653 h 4939827"/>
              <a:gd name="connsiteX167" fmla="*/ 7020592 w 12192000"/>
              <a:gd name="connsiteY167" fmla="*/ 1651 h 4939827"/>
              <a:gd name="connsiteX168" fmla="*/ 7025905 w 12192000"/>
              <a:gd name="connsiteY168" fmla="*/ 0 h 4939827"/>
              <a:gd name="connsiteX0" fmla="*/ 7025905 w 12192000"/>
              <a:gd name="connsiteY0" fmla="*/ 0 h 4939827"/>
              <a:gd name="connsiteX1" fmla="*/ 7032579 w 12192000"/>
              <a:gd name="connsiteY1" fmla="*/ 2808 h 4939827"/>
              <a:gd name="connsiteX2" fmla="*/ 7079505 w 12192000"/>
              <a:gd name="connsiteY2" fmla="*/ 12971 h 4939827"/>
              <a:gd name="connsiteX3" fmla="*/ 7158791 w 12192000"/>
              <a:gd name="connsiteY3" fmla="*/ 12462 h 4939827"/>
              <a:gd name="connsiteX4" fmla="*/ 7233338 w 12192000"/>
              <a:gd name="connsiteY4" fmla="*/ 24846 h 4939827"/>
              <a:gd name="connsiteX5" fmla="*/ 7259791 w 12192000"/>
              <a:gd name="connsiteY5" fmla="*/ 29557 h 4939827"/>
              <a:gd name="connsiteX6" fmla="*/ 7263923 w 12192000"/>
              <a:gd name="connsiteY6" fmla="*/ 35029 h 4939827"/>
              <a:gd name="connsiteX7" fmla="*/ 7281549 w 12192000"/>
              <a:gd name="connsiteY7" fmla="*/ 39654 h 4939827"/>
              <a:gd name="connsiteX8" fmla="*/ 7374735 w 12192000"/>
              <a:gd name="connsiteY8" fmla="*/ 65326 h 4939827"/>
              <a:gd name="connsiteX9" fmla="*/ 7376078 w 12192000"/>
              <a:gd name="connsiteY9" fmla="*/ 63849 h 4939827"/>
              <a:gd name="connsiteX10" fmla="*/ 7402026 w 12192000"/>
              <a:gd name="connsiteY10" fmla="*/ 60308 h 4939827"/>
              <a:gd name="connsiteX11" fmla="*/ 7415091 w 12192000"/>
              <a:gd name="connsiteY11" fmla="*/ 77403 h 4939827"/>
              <a:gd name="connsiteX12" fmla="*/ 7488682 w 12192000"/>
              <a:gd name="connsiteY12" fmla="*/ 83440 h 4939827"/>
              <a:gd name="connsiteX13" fmla="*/ 7588044 w 12192000"/>
              <a:gd name="connsiteY13" fmla="*/ 110756 h 4939827"/>
              <a:gd name="connsiteX14" fmla="*/ 7732750 w 12192000"/>
              <a:gd name="connsiteY14" fmla="*/ 145456 h 4939827"/>
              <a:gd name="connsiteX15" fmla="*/ 7785900 w 12192000"/>
              <a:gd name="connsiteY15" fmla="*/ 154493 h 4939827"/>
              <a:gd name="connsiteX16" fmla="*/ 7877301 w 12192000"/>
              <a:gd name="connsiteY16" fmla="*/ 186153 h 4939827"/>
              <a:gd name="connsiteX17" fmla="*/ 7952584 w 12192000"/>
              <a:gd name="connsiteY17" fmla="*/ 170181 h 4939827"/>
              <a:gd name="connsiteX18" fmla="*/ 8009534 w 12192000"/>
              <a:gd name="connsiteY18" fmla="*/ 176441 h 4939827"/>
              <a:gd name="connsiteX19" fmla="*/ 8058681 w 12192000"/>
              <a:gd name="connsiteY19" fmla="*/ 219431 h 4939827"/>
              <a:gd name="connsiteX20" fmla="*/ 8126175 w 12192000"/>
              <a:gd name="connsiteY20" fmla="*/ 240005 h 4939827"/>
              <a:gd name="connsiteX21" fmla="*/ 8166439 w 12192000"/>
              <a:gd name="connsiteY21" fmla="*/ 252699 h 4939827"/>
              <a:gd name="connsiteX22" fmla="*/ 8281371 w 12192000"/>
              <a:gd name="connsiteY22" fmla="*/ 256875 h 4939827"/>
              <a:gd name="connsiteX23" fmla="*/ 8381609 w 12192000"/>
              <a:gd name="connsiteY23" fmla="*/ 240618 h 4939827"/>
              <a:gd name="connsiteX24" fmla="*/ 8406759 w 12192000"/>
              <a:gd name="connsiteY24" fmla="*/ 232517 h 4939827"/>
              <a:gd name="connsiteX25" fmla="*/ 8426506 w 12192000"/>
              <a:gd name="connsiteY25" fmla="*/ 241842 h 4939827"/>
              <a:gd name="connsiteX26" fmla="*/ 8427949 w 12192000"/>
              <a:gd name="connsiteY26" fmla="*/ 240981 h 4939827"/>
              <a:gd name="connsiteX27" fmla="*/ 8441468 w 12192000"/>
              <a:gd name="connsiteY27" fmla="*/ 241157 h 4939827"/>
              <a:gd name="connsiteX28" fmla="*/ 8565757 w 12192000"/>
              <a:gd name="connsiteY28" fmla="*/ 255317 h 4939827"/>
              <a:gd name="connsiteX29" fmla="*/ 8573171 w 12192000"/>
              <a:gd name="connsiteY29" fmla="*/ 258426 h 4939827"/>
              <a:gd name="connsiteX30" fmla="*/ 8573548 w 12192000"/>
              <a:gd name="connsiteY30" fmla="*/ 258241 h 4939827"/>
              <a:gd name="connsiteX31" fmla="*/ 8581827 w 12192000"/>
              <a:gd name="connsiteY31" fmla="*/ 261028 h 4939827"/>
              <a:gd name="connsiteX32" fmla="*/ 8586687 w 12192000"/>
              <a:gd name="connsiteY32" fmla="*/ 264089 h 4939827"/>
              <a:gd name="connsiteX33" fmla="*/ 8601067 w 12192000"/>
              <a:gd name="connsiteY33" fmla="*/ 270114 h 4939827"/>
              <a:gd name="connsiteX34" fmla="*/ 8672650 w 12192000"/>
              <a:gd name="connsiteY34" fmla="*/ 254821 h 4939827"/>
              <a:gd name="connsiteX35" fmla="*/ 8785543 w 12192000"/>
              <a:gd name="connsiteY35" fmla="*/ 263406 h 4939827"/>
              <a:gd name="connsiteX36" fmla="*/ 8830588 w 12192000"/>
              <a:gd name="connsiteY36" fmla="*/ 265483 h 4939827"/>
              <a:gd name="connsiteX37" fmla="*/ 8905142 w 12192000"/>
              <a:gd name="connsiteY37" fmla="*/ 264958 h 4939827"/>
              <a:gd name="connsiteX38" fmla="*/ 8968582 w 12192000"/>
              <a:gd name="connsiteY38" fmla="*/ 262728 h 4939827"/>
              <a:gd name="connsiteX39" fmla="*/ 8972994 w 12192000"/>
              <a:gd name="connsiteY39" fmla="*/ 263284 h 4939827"/>
              <a:gd name="connsiteX40" fmla="*/ 9004605 w 12192000"/>
              <a:gd name="connsiteY40" fmla="*/ 258041 h 4939827"/>
              <a:gd name="connsiteX41" fmla="*/ 9016165 w 12192000"/>
              <a:gd name="connsiteY41" fmla="*/ 261258 h 4939827"/>
              <a:gd name="connsiteX42" fmla="*/ 9043297 w 12192000"/>
              <a:gd name="connsiteY42" fmla="*/ 281547 h 4939827"/>
              <a:gd name="connsiteX43" fmla="*/ 9048315 w 12192000"/>
              <a:gd name="connsiteY43" fmla="*/ 279264 h 4939827"/>
              <a:gd name="connsiteX44" fmla="*/ 9054706 w 12192000"/>
              <a:gd name="connsiteY44" fmla="*/ 278538 h 4939827"/>
              <a:gd name="connsiteX45" fmla="*/ 9070919 w 12192000"/>
              <a:gd name="connsiteY45" fmla="*/ 281810 h 4939827"/>
              <a:gd name="connsiteX46" fmla="*/ 9076813 w 12192000"/>
              <a:gd name="connsiteY46" fmla="*/ 283909 h 4939827"/>
              <a:gd name="connsiteX47" fmla="*/ 9085871 w 12192000"/>
              <a:gd name="connsiteY47" fmla="*/ 285133 h 4939827"/>
              <a:gd name="connsiteX48" fmla="*/ 9086159 w 12192000"/>
              <a:gd name="connsiteY48" fmla="*/ 284887 h 4939827"/>
              <a:gd name="connsiteX49" fmla="*/ 9134606 w 12192000"/>
              <a:gd name="connsiteY49" fmla="*/ 288168 h 4939827"/>
              <a:gd name="connsiteX50" fmla="*/ 9195590 w 12192000"/>
              <a:gd name="connsiteY50" fmla="*/ 279568 h 4939827"/>
              <a:gd name="connsiteX51" fmla="*/ 9219336 w 12192000"/>
              <a:gd name="connsiteY51" fmla="*/ 278133 h 4939827"/>
              <a:gd name="connsiteX52" fmla="*/ 9232362 w 12192000"/>
              <a:gd name="connsiteY52" fmla="*/ 275894 h 4939827"/>
              <a:gd name="connsiteX53" fmla="*/ 9233396 w 12192000"/>
              <a:gd name="connsiteY53" fmla="*/ 274803 h 4939827"/>
              <a:gd name="connsiteX54" fmla="*/ 9256213 w 12192000"/>
              <a:gd name="connsiteY54" fmla="*/ 281576 h 4939827"/>
              <a:gd name="connsiteX55" fmla="*/ 9262377 w 12192000"/>
              <a:gd name="connsiteY55" fmla="*/ 286635 h 4939827"/>
              <a:gd name="connsiteX56" fmla="*/ 9287089 w 12192000"/>
              <a:gd name="connsiteY56" fmla="*/ 303891 h 4939827"/>
              <a:gd name="connsiteX57" fmla="*/ 9371484 w 12192000"/>
              <a:gd name="connsiteY57" fmla="*/ 329634 h 4939827"/>
              <a:gd name="connsiteX58" fmla="*/ 9404829 w 12192000"/>
              <a:gd name="connsiteY58" fmla="*/ 339038 h 4939827"/>
              <a:gd name="connsiteX59" fmla="*/ 9427021 w 12192000"/>
              <a:gd name="connsiteY59" fmla="*/ 358784 h 4939827"/>
              <a:gd name="connsiteX60" fmla="*/ 9670844 w 12192000"/>
              <a:gd name="connsiteY60" fmla="*/ 405128 h 4939827"/>
              <a:gd name="connsiteX61" fmla="*/ 9816083 w 12192000"/>
              <a:gd name="connsiteY61" fmla="*/ 416573 h 4939827"/>
              <a:gd name="connsiteX62" fmla="*/ 9936741 w 12192000"/>
              <a:gd name="connsiteY62" fmla="*/ 437044 h 4939827"/>
              <a:gd name="connsiteX63" fmla="*/ 10050093 w 12192000"/>
              <a:gd name="connsiteY63" fmla="*/ 443783 h 4939827"/>
              <a:gd name="connsiteX64" fmla="*/ 10130090 w 12192000"/>
              <a:gd name="connsiteY64" fmla="*/ 459520 h 4939827"/>
              <a:gd name="connsiteX65" fmla="*/ 10173456 w 12192000"/>
              <a:gd name="connsiteY65" fmla="*/ 457749 h 4939827"/>
              <a:gd name="connsiteX66" fmla="*/ 10218232 w 12192000"/>
              <a:gd name="connsiteY66" fmla="*/ 459820 h 4939827"/>
              <a:gd name="connsiteX67" fmla="*/ 10354176 w 12192000"/>
              <a:gd name="connsiteY67" fmla="*/ 471377 h 4939827"/>
              <a:gd name="connsiteX68" fmla="*/ 10430681 w 12192000"/>
              <a:gd name="connsiteY68" fmla="*/ 481226 h 4939827"/>
              <a:gd name="connsiteX69" fmla="*/ 10478169 w 12192000"/>
              <a:gd name="connsiteY69" fmla="*/ 481774 h 4939827"/>
              <a:gd name="connsiteX70" fmla="*/ 10540907 w 12192000"/>
              <a:gd name="connsiteY70" fmla="*/ 485607 h 4939827"/>
              <a:gd name="connsiteX71" fmla="*/ 10614941 w 12192000"/>
              <a:gd name="connsiteY71" fmla="*/ 487592 h 4939827"/>
              <a:gd name="connsiteX72" fmla="*/ 10674098 w 12192000"/>
              <a:gd name="connsiteY72" fmla="*/ 521656 h 4939827"/>
              <a:gd name="connsiteX73" fmla="*/ 10874834 w 12192000"/>
              <a:gd name="connsiteY73" fmla="*/ 574867 h 4939827"/>
              <a:gd name="connsiteX74" fmla="*/ 10944981 w 12192000"/>
              <a:gd name="connsiteY74" fmla="*/ 615042 h 4939827"/>
              <a:gd name="connsiteX75" fmla="*/ 11006376 w 12192000"/>
              <a:gd name="connsiteY75" fmla="*/ 645957 h 4939827"/>
              <a:gd name="connsiteX76" fmla="*/ 11076308 w 12192000"/>
              <a:gd name="connsiteY76" fmla="*/ 675698 h 4939827"/>
              <a:gd name="connsiteX77" fmla="*/ 11148789 w 12192000"/>
              <a:gd name="connsiteY77" fmla="*/ 685041 h 4939827"/>
              <a:gd name="connsiteX78" fmla="*/ 11249129 w 12192000"/>
              <a:gd name="connsiteY78" fmla="*/ 684218 h 4939827"/>
              <a:gd name="connsiteX79" fmla="*/ 11299915 w 12192000"/>
              <a:gd name="connsiteY79" fmla="*/ 692177 h 4939827"/>
              <a:gd name="connsiteX80" fmla="*/ 11386973 w 12192000"/>
              <a:gd name="connsiteY80" fmla="*/ 708209 h 4939827"/>
              <a:gd name="connsiteX81" fmla="*/ 11500105 w 12192000"/>
              <a:gd name="connsiteY81" fmla="*/ 735014 h 4939827"/>
              <a:gd name="connsiteX82" fmla="*/ 11621735 w 12192000"/>
              <a:gd name="connsiteY82" fmla="*/ 789584 h 4939827"/>
              <a:gd name="connsiteX83" fmla="*/ 11691200 w 12192000"/>
              <a:gd name="connsiteY83" fmla="*/ 867902 h 4939827"/>
              <a:gd name="connsiteX84" fmla="*/ 11819427 w 12192000"/>
              <a:gd name="connsiteY84" fmla="*/ 911634 h 4939827"/>
              <a:gd name="connsiteX85" fmla="*/ 11969720 w 12192000"/>
              <a:gd name="connsiteY85" fmla="*/ 964737 h 4939827"/>
              <a:gd name="connsiteX86" fmla="*/ 12055766 w 12192000"/>
              <a:gd name="connsiteY86" fmla="*/ 991268 h 4939827"/>
              <a:gd name="connsiteX87" fmla="*/ 12171539 w 12192000"/>
              <a:gd name="connsiteY87" fmla="*/ 995427 h 4939827"/>
              <a:gd name="connsiteX88" fmla="*/ 12187831 w 12192000"/>
              <a:gd name="connsiteY88" fmla="*/ 996580 h 4939827"/>
              <a:gd name="connsiteX89" fmla="*/ 12192000 w 12192000"/>
              <a:gd name="connsiteY89" fmla="*/ 996726 h 4939827"/>
              <a:gd name="connsiteX90" fmla="*/ 12192000 w 12192000"/>
              <a:gd name="connsiteY90" fmla="*/ 4939827 h 4939827"/>
              <a:gd name="connsiteX91" fmla="*/ 0 w 12192000"/>
              <a:gd name="connsiteY91" fmla="*/ 4939827 h 4939827"/>
              <a:gd name="connsiteX92" fmla="*/ 0 w 12192000"/>
              <a:gd name="connsiteY92" fmla="*/ 512043 h 4939827"/>
              <a:gd name="connsiteX93" fmla="*/ 7381 w 12192000"/>
              <a:gd name="connsiteY93" fmla="*/ 512580 h 4939827"/>
              <a:gd name="connsiteX94" fmla="*/ 100029 w 12192000"/>
              <a:gd name="connsiteY94" fmla="*/ 504758 h 4939827"/>
              <a:gd name="connsiteX95" fmla="*/ 155244 w 12192000"/>
              <a:gd name="connsiteY95" fmla="*/ 525130 h 4939827"/>
              <a:gd name="connsiteX96" fmla="*/ 254366 w 12192000"/>
              <a:gd name="connsiteY96" fmla="*/ 534449 h 4939827"/>
              <a:gd name="connsiteX97" fmla="*/ 447292 w 12192000"/>
              <a:gd name="connsiteY97" fmla="*/ 542725 h 4939827"/>
              <a:gd name="connsiteX98" fmla="*/ 628105 w 12192000"/>
              <a:gd name="connsiteY98" fmla="*/ 547853 h 4939827"/>
              <a:gd name="connsiteX99" fmla="*/ 783146 w 12192000"/>
              <a:gd name="connsiteY99" fmla="*/ 591799 h 4939827"/>
              <a:gd name="connsiteX100" fmla="*/ 1043676 w 12192000"/>
              <a:gd name="connsiteY100" fmla="*/ 591887 h 4939827"/>
              <a:gd name="connsiteX101" fmla="*/ 1281816 w 12192000"/>
              <a:gd name="connsiteY101" fmla="*/ 520946 h 4939827"/>
              <a:gd name="connsiteX102" fmla="*/ 1486347 w 12192000"/>
              <a:gd name="connsiteY102" fmla="*/ 487310 h 4939827"/>
              <a:gd name="connsiteX103" fmla="*/ 1568079 w 12192000"/>
              <a:gd name="connsiteY103" fmla="*/ 462531 h 4939827"/>
              <a:gd name="connsiteX104" fmla="*/ 1622516 w 12192000"/>
              <a:gd name="connsiteY104" fmla="*/ 466058 h 4939827"/>
              <a:gd name="connsiteX105" fmla="*/ 1655457 w 12192000"/>
              <a:gd name="connsiteY105" fmla="*/ 465359 h 4939827"/>
              <a:gd name="connsiteX106" fmla="*/ 1717454 w 12192000"/>
              <a:gd name="connsiteY106" fmla="*/ 417203 h 4939827"/>
              <a:gd name="connsiteX107" fmla="*/ 1913794 w 12192000"/>
              <a:gd name="connsiteY107" fmla="*/ 365255 h 4939827"/>
              <a:gd name="connsiteX108" fmla="*/ 2129762 w 12192000"/>
              <a:gd name="connsiteY108" fmla="*/ 367832 h 4939827"/>
              <a:gd name="connsiteX109" fmla="*/ 2376970 w 12192000"/>
              <a:gd name="connsiteY109" fmla="*/ 350129 h 4939827"/>
              <a:gd name="connsiteX110" fmla="*/ 2480155 w 12192000"/>
              <a:gd name="connsiteY110" fmla="*/ 359227 h 4939827"/>
              <a:gd name="connsiteX111" fmla="*/ 2586782 w 12192000"/>
              <a:gd name="connsiteY111" fmla="*/ 339352 h 4939827"/>
              <a:gd name="connsiteX112" fmla="*/ 2654496 w 12192000"/>
              <a:gd name="connsiteY112" fmla="*/ 315431 h 4939827"/>
              <a:gd name="connsiteX113" fmla="*/ 2788947 w 12192000"/>
              <a:gd name="connsiteY113" fmla="*/ 250375 h 4939827"/>
              <a:gd name="connsiteX114" fmla="*/ 2885389 w 12192000"/>
              <a:gd name="connsiteY114" fmla="*/ 255259 h 4939827"/>
              <a:gd name="connsiteX115" fmla="*/ 3045916 w 12192000"/>
              <a:gd name="connsiteY115" fmla="*/ 261030 h 4939827"/>
              <a:gd name="connsiteX116" fmla="*/ 3103677 w 12192000"/>
              <a:gd name="connsiteY116" fmla="*/ 209527 h 4939827"/>
              <a:gd name="connsiteX117" fmla="*/ 3126759 w 12192000"/>
              <a:gd name="connsiteY117" fmla="*/ 211226 h 4939827"/>
              <a:gd name="connsiteX118" fmla="*/ 3164020 w 12192000"/>
              <a:gd name="connsiteY118" fmla="*/ 212779 h 4939827"/>
              <a:gd name="connsiteX119" fmla="*/ 3285019 w 12192000"/>
              <a:gd name="connsiteY119" fmla="*/ 220535 h 4939827"/>
              <a:gd name="connsiteX120" fmla="*/ 3365154 w 12192000"/>
              <a:gd name="connsiteY120" fmla="*/ 226416 h 4939827"/>
              <a:gd name="connsiteX121" fmla="*/ 3367507 w 12192000"/>
              <a:gd name="connsiteY121" fmla="*/ 225416 h 4939827"/>
              <a:gd name="connsiteX122" fmla="*/ 3387567 w 12192000"/>
              <a:gd name="connsiteY122" fmla="*/ 227103 h 4939827"/>
              <a:gd name="connsiteX123" fmla="*/ 3498001 w 12192000"/>
              <a:gd name="connsiteY123" fmla="*/ 231941 h 4939827"/>
              <a:gd name="connsiteX124" fmla="*/ 3561557 w 12192000"/>
              <a:gd name="connsiteY124" fmla="*/ 228095 h 4939827"/>
              <a:gd name="connsiteX125" fmla="*/ 3611920 w 12192000"/>
              <a:gd name="connsiteY125" fmla="*/ 218094 h 4939827"/>
              <a:gd name="connsiteX126" fmla="*/ 3620528 w 12192000"/>
              <a:gd name="connsiteY126" fmla="*/ 218788 h 4939827"/>
              <a:gd name="connsiteX127" fmla="*/ 3620766 w 12192000"/>
              <a:gd name="connsiteY127" fmla="*/ 218511 h 4939827"/>
              <a:gd name="connsiteX128" fmla="*/ 3629977 w 12192000"/>
              <a:gd name="connsiteY128" fmla="*/ 218664 h 4939827"/>
              <a:gd name="connsiteX129" fmla="*/ 3636217 w 12192000"/>
              <a:gd name="connsiteY129" fmla="*/ 220048 h 4939827"/>
              <a:gd name="connsiteX130" fmla="*/ 3709484 w 12192000"/>
              <a:gd name="connsiteY130" fmla="*/ 186927 h 4939827"/>
              <a:gd name="connsiteX131" fmla="*/ 3761342 w 12192000"/>
              <a:gd name="connsiteY131" fmla="*/ 177474 h 4939827"/>
              <a:gd name="connsiteX132" fmla="*/ 3799748 w 12192000"/>
              <a:gd name="connsiteY132" fmla="*/ 167154 h 4939827"/>
              <a:gd name="connsiteX133" fmla="*/ 3922756 w 12192000"/>
              <a:gd name="connsiteY133" fmla="*/ 194044 h 4939827"/>
              <a:gd name="connsiteX134" fmla="*/ 4028476 w 12192000"/>
              <a:gd name="connsiteY134" fmla="*/ 223679 h 4939827"/>
              <a:gd name="connsiteX135" fmla="*/ 4191582 w 12192000"/>
              <a:gd name="connsiteY135" fmla="*/ 238952 h 4939827"/>
              <a:gd name="connsiteX136" fmla="*/ 4251024 w 12192000"/>
              <a:gd name="connsiteY136" fmla="*/ 240874 h 4939827"/>
              <a:gd name="connsiteX137" fmla="*/ 4355275 w 12192000"/>
              <a:gd name="connsiteY137" fmla="*/ 260205 h 4939827"/>
              <a:gd name="connsiteX138" fmla="*/ 4423807 w 12192000"/>
              <a:gd name="connsiteY138" fmla="*/ 270366 h 4939827"/>
              <a:gd name="connsiteX139" fmla="*/ 4558432 w 12192000"/>
              <a:gd name="connsiteY139" fmla="*/ 269194 h 4939827"/>
              <a:gd name="connsiteX140" fmla="*/ 4635061 w 12192000"/>
              <a:gd name="connsiteY140" fmla="*/ 280682 h 4939827"/>
              <a:gd name="connsiteX141" fmla="*/ 4807427 w 12192000"/>
              <a:gd name="connsiteY141" fmla="*/ 276835 h 4939827"/>
              <a:gd name="connsiteX142" fmla="*/ 5028933 w 12192000"/>
              <a:gd name="connsiteY142" fmla="*/ 183887 h 4939827"/>
              <a:gd name="connsiteX143" fmla="*/ 5093642 w 12192000"/>
              <a:gd name="connsiteY143" fmla="*/ 177214 h 4939827"/>
              <a:gd name="connsiteX144" fmla="*/ 5102642 w 12192000"/>
              <a:gd name="connsiteY144" fmla="*/ 186816 h 4939827"/>
              <a:gd name="connsiteX145" fmla="*/ 5193590 w 12192000"/>
              <a:gd name="connsiteY145" fmla="*/ 156458 h 4939827"/>
              <a:gd name="connsiteX146" fmla="*/ 5323922 w 12192000"/>
              <a:gd name="connsiteY146" fmla="*/ 146332 h 4939827"/>
              <a:gd name="connsiteX147" fmla="*/ 5421860 w 12192000"/>
              <a:gd name="connsiteY147" fmla="*/ 167298 h 4939827"/>
              <a:gd name="connsiteX148" fmla="*/ 5476948 w 12192000"/>
              <a:gd name="connsiteY148" fmla="*/ 173249 h 4939827"/>
              <a:gd name="connsiteX149" fmla="*/ 5516842 w 12192000"/>
              <a:gd name="connsiteY149" fmla="*/ 184018 h 4939827"/>
              <a:gd name="connsiteX150" fmla="*/ 5619415 w 12192000"/>
              <a:gd name="connsiteY150" fmla="*/ 176781 h 4939827"/>
              <a:gd name="connsiteX151" fmla="*/ 5789867 w 12192000"/>
              <a:gd name="connsiteY151" fmla="*/ 150304 h 4939827"/>
              <a:gd name="connsiteX152" fmla="*/ 5825953 w 12192000"/>
              <a:gd name="connsiteY152" fmla="*/ 147907 h 4939827"/>
              <a:gd name="connsiteX153" fmla="*/ 5856168 w 12192000"/>
              <a:gd name="connsiteY153" fmla="*/ 158719 h 4939827"/>
              <a:gd name="connsiteX154" fmla="*/ 5862476 w 12192000"/>
              <a:gd name="connsiteY154" fmla="*/ 172447 h 4939827"/>
              <a:gd name="connsiteX155" fmla="*/ 5882195 w 12192000"/>
              <a:gd name="connsiteY155" fmla="*/ 173195 h 4939827"/>
              <a:gd name="connsiteX156" fmla="*/ 5887271 w 12192000"/>
              <a:gd name="connsiteY156" fmla="*/ 176084 h 4939827"/>
              <a:gd name="connsiteX157" fmla="*/ 5921577 w 12192000"/>
              <a:gd name="connsiteY157" fmla="*/ 169858 h 4939827"/>
              <a:gd name="connsiteX158" fmla="*/ 5983240 w 12192000"/>
              <a:gd name="connsiteY158" fmla="*/ 152755 h 4939827"/>
              <a:gd name="connsiteX159" fmla="*/ 6152287 w 12192000"/>
              <a:gd name="connsiteY159" fmla="*/ 116736 h 4939827"/>
              <a:gd name="connsiteX160" fmla="*/ 6415830 w 12192000"/>
              <a:gd name="connsiteY160" fmla="*/ 136006 h 4939827"/>
              <a:gd name="connsiteX161" fmla="*/ 6756965 w 12192000"/>
              <a:gd name="connsiteY161" fmla="*/ 57636 h 4939827"/>
              <a:gd name="connsiteX162" fmla="*/ 6819400 w 12192000"/>
              <a:gd name="connsiteY162" fmla="*/ 30742 h 4939827"/>
              <a:gd name="connsiteX163" fmla="*/ 6986370 w 12192000"/>
              <a:gd name="connsiteY163" fmla="*/ 12659 h 4939827"/>
              <a:gd name="connsiteX164" fmla="*/ 6989536 w 12192000"/>
              <a:gd name="connsiteY164" fmla="*/ 14528 h 4939827"/>
              <a:gd name="connsiteX165" fmla="*/ 7015933 w 12192000"/>
              <a:gd name="connsiteY165" fmla="*/ 9653 h 4939827"/>
              <a:gd name="connsiteX166" fmla="*/ 7020592 w 12192000"/>
              <a:gd name="connsiteY166" fmla="*/ 1651 h 4939827"/>
              <a:gd name="connsiteX167" fmla="*/ 7025905 w 12192000"/>
              <a:gd name="connsiteY167" fmla="*/ 0 h 4939827"/>
              <a:gd name="connsiteX0" fmla="*/ 7025905 w 12192000"/>
              <a:gd name="connsiteY0" fmla="*/ 0 h 4939827"/>
              <a:gd name="connsiteX1" fmla="*/ 7032579 w 12192000"/>
              <a:gd name="connsiteY1" fmla="*/ 2808 h 4939827"/>
              <a:gd name="connsiteX2" fmla="*/ 7079505 w 12192000"/>
              <a:gd name="connsiteY2" fmla="*/ 12971 h 4939827"/>
              <a:gd name="connsiteX3" fmla="*/ 7158791 w 12192000"/>
              <a:gd name="connsiteY3" fmla="*/ 12462 h 4939827"/>
              <a:gd name="connsiteX4" fmla="*/ 7233338 w 12192000"/>
              <a:gd name="connsiteY4" fmla="*/ 24846 h 4939827"/>
              <a:gd name="connsiteX5" fmla="*/ 7259791 w 12192000"/>
              <a:gd name="connsiteY5" fmla="*/ 29557 h 4939827"/>
              <a:gd name="connsiteX6" fmla="*/ 7263923 w 12192000"/>
              <a:gd name="connsiteY6" fmla="*/ 35029 h 4939827"/>
              <a:gd name="connsiteX7" fmla="*/ 7281549 w 12192000"/>
              <a:gd name="connsiteY7" fmla="*/ 39654 h 4939827"/>
              <a:gd name="connsiteX8" fmla="*/ 7374735 w 12192000"/>
              <a:gd name="connsiteY8" fmla="*/ 65326 h 4939827"/>
              <a:gd name="connsiteX9" fmla="*/ 7376078 w 12192000"/>
              <a:gd name="connsiteY9" fmla="*/ 63849 h 4939827"/>
              <a:gd name="connsiteX10" fmla="*/ 7402026 w 12192000"/>
              <a:gd name="connsiteY10" fmla="*/ 60308 h 4939827"/>
              <a:gd name="connsiteX11" fmla="*/ 7415091 w 12192000"/>
              <a:gd name="connsiteY11" fmla="*/ 77403 h 4939827"/>
              <a:gd name="connsiteX12" fmla="*/ 7488682 w 12192000"/>
              <a:gd name="connsiteY12" fmla="*/ 83440 h 4939827"/>
              <a:gd name="connsiteX13" fmla="*/ 7588044 w 12192000"/>
              <a:gd name="connsiteY13" fmla="*/ 110756 h 4939827"/>
              <a:gd name="connsiteX14" fmla="*/ 7732750 w 12192000"/>
              <a:gd name="connsiteY14" fmla="*/ 145456 h 4939827"/>
              <a:gd name="connsiteX15" fmla="*/ 7785900 w 12192000"/>
              <a:gd name="connsiteY15" fmla="*/ 154493 h 4939827"/>
              <a:gd name="connsiteX16" fmla="*/ 7877301 w 12192000"/>
              <a:gd name="connsiteY16" fmla="*/ 186153 h 4939827"/>
              <a:gd name="connsiteX17" fmla="*/ 7952584 w 12192000"/>
              <a:gd name="connsiteY17" fmla="*/ 170181 h 4939827"/>
              <a:gd name="connsiteX18" fmla="*/ 8009534 w 12192000"/>
              <a:gd name="connsiteY18" fmla="*/ 176441 h 4939827"/>
              <a:gd name="connsiteX19" fmla="*/ 8058681 w 12192000"/>
              <a:gd name="connsiteY19" fmla="*/ 219431 h 4939827"/>
              <a:gd name="connsiteX20" fmla="*/ 8126175 w 12192000"/>
              <a:gd name="connsiteY20" fmla="*/ 240005 h 4939827"/>
              <a:gd name="connsiteX21" fmla="*/ 8166439 w 12192000"/>
              <a:gd name="connsiteY21" fmla="*/ 252699 h 4939827"/>
              <a:gd name="connsiteX22" fmla="*/ 8281371 w 12192000"/>
              <a:gd name="connsiteY22" fmla="*/ 256875 h 4939827"/>
              <a:gd name="connsiteX23" fmla="*/ 8381609 w 12192000"/>
              <a:gd name="connsiteY23" fmla="*/ 240618 h 4939827"/>
              <a:gd name="connsiteX24" fmla="*/ 8406759 w 12192000"/>
              <a:gd name="connsiteY24" fmla="*/ 232517 h 4939827"/>
              <a:gd name="connsiteX25" fmla="*/ 8426506 w 12192000"/>
              <a:gd name="connsiteY25" fmla="*/ 241842 h 4939827"/>
              <a:gd name="connsiteX26" fmla="*/ 8427949 w 12192000"/>
              <a:gd name="connsiteY26" fmla="*/ 240981 h 4939827"/>
              <a:gd name="connsiteX27" fmla="*/ 8441468 w 12192000"/>
              <a:gd name="connsiteY27" fmla="*/ 241157 h 4939827"/>
              <a:gd name="connsiteX28" fmla="*/ 8565757 w 12192000"/>
              <a:gd name="connsiteY28" fmla="*/ 255317 h 4939827"/>
              <a:gd name="connsiteX29" fmla="*/ 8573171 w 12192000"/>
              <a:gd name="connsiteY29" fmla="*/ 258426 h 4939827"/>
              <a:gd name="connsiteX30" fmla="*/ 8573548 w 12192000"/>
              <a:gd name="connsiteY30" fmla="*/ 258241 h 4939827"/>
              <a:gd name="connsiteX31" fmla="*/ 8581827 w 12192000"/>
              <a:gd name="connsiteY31" fmla="*/ 261028 h 4939827"/>
              <a:gd name="connsiteX32" fmla="*/ 8586687 w 12192000"/>
              <a:gd name="connsiteY32" fmla="*/ 264089 h 4939827"/>
              <a:gd name="connsiteX33" fmla="*/ 8601067 w 12192000"/>
              <a:gd name="connsiteY33" fmla="*/ 270114 h 4939827"/>
              <a:gd name="connsiteX34" fmla="*/ 8672650 w 12192000"/>
              <a:gd name="connsiteY34" fmla="*/ 254821 h 4939827"/>
              <a:gd name="connsiteX35" fmla="*/ 8785543 w 12192000"/>
              <a:gd name="connsiteY35" fmla="*/ 263406 h 4939827"/>
              <a:gd name="connsiteX36" fmla="*/ 8830588 w 12192000"/>
              <a:gd name="connsiteY36" fmla="*/ 265483 h 4939827"/>
              <a:gd name="connsiteX37" fmla="*/ 8905142 w 12192000"/>
              <a:gd name="connsiteY37" fmla="*/ 264958 h 4939827"/>
              <a:gd name="connsiteX38" fmla="*/ 8968582 w 12192000"/>
              <a:gd name="connsiteY38" fmla="*/ 262728 h 4939827"/>
              <a:gd name="connsiteX39" fmla="*/ 8972994 w 12192000"/>
              <a:gd name="connsiteY39" fmla="*/ 263284 h 4939827"/>
              <a:gd name="connsiteX40" fmla="*/ 9004605 w 12192000"/>
              <a:gd name="connsiteY40" fmla="*/ 258041 h 4939827"/>
              <a:gd name="connsiteX41" fmla="*/ 9016165 w 12192000"/>
              <a:gd name="connsiteY41" fmla="*/ 261258 h 4939827"/>
              <a:gd name="connsiteX42" fmla="*/ 9043297 w 12192000"/>
              <a:gd name="connsiteY42" fmla="*/ 281547 h 4939827"/>
              <a:gd name="connsiteX43" fmla="*/ 9048315 w 12192000"/>
              <a:gd name="connsiteY43" fmla="*/ 279264 h 4939827"/>
              <a:gd name="connsiteX44" fmla="*/ 9054706 w 12192000"/>
              <a:gd name="connsiteY44" fmla="*/ 278538 h 4939827"/>
              <a:gd name="connsiteX45" fmla="*/ 9070919 w 12192000"/>
              <a:gd name="connsiteY45" fmla="*/ 281810 h 4939827"/>
              <a:gd name="connsiteX46" fmla="*/ 9076813 w 12192000"/>
              <a:gd name="connsiteY46" fmla="*/ 283909 h 4939827"/>
              <a:gd name="connsiteX47" fmla="*/ 9085871 w 12192000"/>
              <a:gd name="connsiteY47" fmla="*/ 285133 h 4939827"/>
              <a:gd name="connsiteX48" fmla="*/ 9086159 w 12192000"/>
              <a:gd name="connsiteY48" fmla="*/ 284887 h 4939827"/>
              <a:gd name="connsiteX49" fmla="*/ 9134606 w 12192000"/>
              <a:gd name="connsiteY49" fmla="*/ 288168 h 4939827"/>
              <a:gd name="connsiteX50" fmla="*/ 9195590 w 12192000"/>
              <a:gd name="connsiteY50" fmla="*/ 279568 h 4939827"/>
              <a:gd name="connsiteX51" fmla="*/ 9219336 w 12192000"/>
              <a:gd name="connsiteY51" fmla="*/ 278133 h 4939827"/>
              <a:gd name="connsiteX52" fmla="*/ 9232362 w 12192000"/>
              <a:gd name="connsiteY52" fmla="*/ 275894 h 4939827"/>
              <a:gd name="connsiteX53" fmla="*/ 9233396 w 12192000"/>
              <a:gd name="connsiteY53" fmla="*/ 274803 h 4939827"/>
              <a:gd name="connsiteX54" fmla="*/ 9256213 w 12192000"/>
              <a:gd name="connsiteY54" fmla="*/ 281576 h 4939827"/>
              <a:gd name="connsiteX55" fmla="*/ 9262377 w 12192000"/>
              <a:gd name="connsiteY55" fmla="*/ 286635 h 4939827"/>
              <a:gd name="connsiteX56" fmla="*/ 9287089 w 12192000"/>
              <a:gd name="connsiteY56" fmla="*/ 303891 h 4939827"/>
              <a:gd name="connsiteX57" fmla="*/ 9371484 w 12192000"/>
              <a:gd name="connsiteY57" fmla="*/ 329634 h 4939827"/>
              <a:gd name="connsiteX58" fmla="*/ 9404829 w 12192000"/>
              <a:gd name="connsiteY58" fmla="*/ 339038 h 4939827"/>
              <a:gd name="connsiteX59" fmla="*/ 9427021 w 12192000"/>
              <a:gd name="connsiteY59" fmla="*/ 358784 h 4939827"/>
              <a:gd name="connsiteX60" fmla="*/ 9670844 w 12192000"/>
              <a:gd name="connsiteY60" fmla="*/ 405128 h 4939827"/>
              <a:gd name="connsiteX61" fmla="*/ 9816083 w 12192000"/>
              <a:gd name="connsiteY61" fmla="*/ 416573 h 4939827"/>
              <a:gd name="connsiteX62" fmla="*/ 9936741 w 12192000"/>
              <a:gd name="connsiteY62" fmla="*/ 437044 h 4939827"/>
              <a:gd name="connsiteX63" fmla="*/ 10050093 w 12192000"/>
              <a:gd name="connsiteY63" fmla="*/ 443783 h 4939827"/>
              <a:gd name="connsiteX64" fmla="*/ 10130090 w 12192000"/>
              <a:gd name="connsiteY64" fmla="*/ 459520 h 4939827"/>
              <a:gd name="connsiteX65" fmla="*/ 10173456 w 12192000"/>
              <a:gd name="connsiteY65" fmla="*/ 457749 h 4939827"/>
              <a:gd name="connsiteX66" fmla="*/ 10218232 w 12192000"/>
              <a:gd name="connsiteY66" fmla="*/ 459820 h 4939827"/>
              <a:gd name="connsiteX67" fmla="*/ 10354176 w 12192000"/>
              <a:gd name="connsiteY67" fmla="*/ 471377 h 4939827"/>
              <a:gd name="connsiteX68" fmla="*/ 10430681 w 12192000"/>
              <a:gd name="connsiteY68" fmla="*/ 481226 h 4939827"/>
              <a:gd name="connsiteX69" fmla="*/ 10478169 w 12192000"/>
              <a:gd name="connsiteY69" fmla="*/ 481774 h 4939827"/>
              <a:gd name="connsiteX70" fmla="*/ 10540907 w 12192000"/>
              <a:gd name="connsiteY70" fmla="*/ 485607 h 4939827"/>
              <a:gd name="connsiteX71" fmla="*/ 10614941 w 12192000"/>
              <a:gd name="connsiteY71" fmla="*/ 487592 h 4939827"/>
              <a:gd name="connsiteX72" fmla="*/ 10674098 w 12192000"/>
              <a:gd name="connsiteY72" fmla="*/ 521656 h 4939827"/>
              <a:gd name="connsiteX73" fmla="*/ 10874834 w 12192000"/>
              <a:gd name="connsiteY73" fmla="*/ 574867 h 4939827"/>
              <a:gd name="connsiteX74" fmla="*/ 10944981 w 12192000"/>
              <a:gd name="connsiteY74" fmla="*/ 615042 h 4939827"/>
              <a:gd name="connsiteX75" fmla="*/ 11006376 w 12192000"/>
              <a:gd name="connsiteY75" fmla="*/ 645957 h 4939827"/>
              <a:gd name="connsiteX76" fmla="*/ 11076308 w 12192000"/>
              <a:gd name="connsiteY76" fmla="*/ 675698 h 4939827"/>
              <a:gd name="connsiteX77" fmla="*/ 11148789 w 12192000"/>
              <a:gd name="connsiteY77" fmla="*/ 685041 h 4939827"/>
              <a:gd name="connsiteX78" fmla="*/ 11249129 w 12192000"/>
              <a:gd name="connsiteY78" fmla="*/ 684218 h 4939827"/>
              <a:gd name="connsiteX79" fmla="*/ 11299915 w 12192000"/>
              <a:gd name="connsiteY79" fmla="*/ 692177 h 4939827"/>
              <a:gd name="connsiteX80" fmla="*/ 11386973 w 12192000"/>
              <a:gd name="connsiteY80" fmla="*/ 708209 h 4939827"/>
              <a:gd name="connsiteX81" fmla="*/ 11500105 w 12192000"/>
              <a:gd name="connsiteY81" fmla="*/ 735014 h 4939827"/>
              <a:gd name="connsiteX82" fmla="*/ 11621735 w 12192000"/>
              <a:gd name="connsiteY82" fmla="*/ 789584 h 4939827"/>
              <a:gd name="connsiteX83" fmla="*/ 11691200 w 12192000"/>
              <a:gd name="connsiteY83" fmla="*/ 867902 h 4939827"/>
              <a:gd name="connsiteX84" fmla="*/ 11819427 w 12192000"/>
              <a:gd name="connsiteY84" fmla="*/ 911634 h 4939827"/>
              <a:gd name="connsiteX85" fmla="*/ 11969720 w 12192000"/>
              <a:gd name="connsiteY85" fmla="*/ 964737 h 4939827"/>
              <a:gd name="connsiteX86" fmla="*/ 12055766 w 12192000"/>
              <a:gd name="connsiteY86" fmla="*/ 991268 h 4939827"/>
              <a:gd name="connsiteX87" fmla="*/ 12171539 w 12192000"/>
              <a:gd name="connsiteY87" fmla="*/ 995427 h 4939827"/>
              <a:gd name="connsiteX88" fmla="*/ 12187831 w 12192000"/>
              <a:gd name="connsiteY88" fmla="*/ 996580 h 4939827"/>
              <a:gd name="connsiteX89" fmla="*/ 12192000 w 12192000"/>
              <a:gd name="connsiteY89" fmla="*/ 996726 h 4939827"/>
              <a:gd name="connsiteX90" fmla="*/ 12192000 w 12192000"/>
              <a:gd name="connsiteY90" fmla="*/ 4939827 h 4939827"/>
              <a:gd name="connsiteX91" fmla="*/ 0 w 12192000"/>
              <a:gd name="connsiteY91" fmla="*/ 4939827 h 4939827"/>
              <a:gd name="connsiteX92" fmla="*/ 0 w 12192000"/>
              <a:gd name="connsiteY92" fmla="*/ 512043 h 4939827"/>
              <a:gd name="connsiteX93" fmla="*/ 7381 w 12192000"/>
              <a:gd name="connsiteY93" fmla="*/ 512580 h 4939827"/>
              <a:gd name="connsiteX94" fmla="*/ 100029 w 12192000"/>
              <a:gd name="connsiteY94" fmla="*/ 504758 h 4939827"/>
              <a:gd name="connsiteX95" fmla="*/ 155244 w 12192000"/>
              <a:gd name="connsiteY95" fmla="*/ 525130 h 4939827"/>
              <a:gd name="connsiteX96" fmla="*/ 254366 w 12192000"/>
              <a:gd name="connsiteY96" fmla="*/ 534449 h 4939827"/>
              <a:gd name="connsiteX97" fmla="*/ 447292 w 12192000"/>
              <a:gd name="connsiteY97" fmla="*/ 542725 h 4939827"/>
              <a:gd name="connsiteX98" fmla="*/ 628105 w 12192000"/>
              <a:gd name="connsiteY98" fmla="*/ 547853 h 4939827"/>
              <a:gd name="connsiteX99" fmla="*/ 783146 w 12192000"/>
              <a:gd name="connsiteY99" fmla="*/ 591799 h 4939827"/>
              <a:gd name="connsiteX100" fmla="*/ 1043676 w 12192000"/>
              <a:gd name="connsiteY100" fmla="*/ 591887 h 4939827"/>
              <a:gd name="connsiteX101" fmla="*/ 1281816 w 12192000"/>
              <a:gd name="connsiteY101" fmla="*/ 520946 h 4939827"/>
              <a:gd name="connsiteX102" fmla="*/ 1486347 w 12192000"/>
              <a:gd name="connsiteY102" fmla="*/ 487310 h 4939827"/>
              <a:gd name="connsiteX103" fmla="*/ 1568079 w 12192000"/>
              <a:gd name="connsiteY103" fmla="*/ 462531 h 4939827"/>
              <a:gd name="connsiteX104" fmla="*/ 1622516 w 12192000"/>
              <a:gd name="connsiteY104" fmla="*/ 466058 h 4939827"/>
              <a:gd name="connsiteX105" fmla="*/ 1655457 w 12192000"/>
              <a:gd name="connsiteY105" fmla="*/ 465359 h 4939827"/>
              <a:gd name="connsiteX106" fmla="*/ 1717454 w 12192000"/>
              <a:gd name="connsiteY106" fmla="*/ 417203 h 4939827"/>
              <a:gd name="connsiteX107" fmla="*/ 1913794 w 12192000"/>
              <a:gd name="connsiteY107" fmla="*/ 365255 h 4939827"/>
              <a:gd name="connsiteX108" fmla="*/ 2129762 w 12192000"/>
              <a:gd name="connsiteY108" fmla="*/ 367832 h 4939827"/>
              <a:gd name="connsiteX109" fmla="*/ 2376970 w 12192000"/>
              <a:gd name="connsiteY109" fmla="*/ 350129 h 4939827"/>
              <a:gd name="connsiteX110" fmla="*/ 2480155 w 12192000"/>
              <a:gd name="connsiteY110" fmla="*/ 359227 h 4939827"/>
              <a:gd name="connsiteX111" fmla="*/ 2586782 w 12192000"/>
              <a:gd name="connsiteY111" fmla="*/ 339352 h 4939827"/>
              <a:gd name="connsiteX112" fmla="*/ 2654496 w 12192000"/>
              <a:gd name="connsiteY112" fmla="*/ 315431 h 4939827"/>
              <a:gd name="connsiteX113" fmla="*/ 2788947 w 12192000"/>
              <a:gd name="connsiteY113" fmla="*/ 250375 h 4939827"/>
              <a:gd name="connsiteX114" fmla="*/ 2885389 w 12192000"/>
              <a:gd name="connsiteY114" fmla="*/ 255259 h 4939827"/>
              <a:gd name="connsiteX115" fmla="*/ 3030844 w 12192000"/>
              <a:gd name="connsiteY115" fmla="*/ 225861 h 4939827"/>
              <a:gd name="connsiteX116" fmla="*/ 3103677 w 12192000"/>
              <a:gd name="connsiteY116" fmla="*/ 209527 h 4939827"/>
              <a:gd name="connsiteX117" fmla="*/ 3126759 w 12192000"/>
              <a:gd name="connsiteY117" fmla="*/ 211226 h 4939827"/>
              <a:gd name="connsiteX118" fmla="*/ 3164020 w 12192000"/>
              <a:gd name="connsiteY118" fmla="*/ 212779 h 4939827"/>
              <a:gd name="connsiteX119" fmla="*/ 3285019 w 12192000"/>
              <a:gd name="connsiteY119" fmla="*/ 220535 h 4939827"/>
              <a:gd name="connsiteX120" fmla="*/ 3365154 w 12192000"/>
              <a:gd name="connsiteY120" fmla="*/ 226416 h 4939827"/>
              <a:gd name="connsiteX121" fmla="*/ 3367507 w 12192000"/>
              <a:gd name="connsiteY121" fmla="*/ 225416 h 4939827"/>
              <a:gd name="connsiteX122" fmla="*/ 3387567 w 12192000"/>
              <a:gd name="connsiteY122" fmla="*/ 227103 h 4939827"/>
              <a:gd name="connsiteX123" fmla="*/ 3498001 w 12192000"/>
              <a:gd name="connsiteY123" fmla="*/ 231941 h 4939827"/>
              <a:gd name="connsiteX124" fmla="*/ 3561557 w 12192000"/>
              <a:gd name="connsiteY124" fmla="*/ 228095 h 4939827"/>
              <a:gd name="connsiteX125" fmla="*/ 3611920 w 12192000"/>
              <a:gd name="connsiteY125" fmla="*/ 218094 h 4939827"/>
              <a:gd name="connsiteX126" fmla="*/ 3620528 w 12192000"/>
              <a:gd name="connsiteY126" fmla="*/ 218788 h 4939827"/>
              <a:gd name="connsiteX127" fmla="*/ 3620766 w 12192000"/>
              <a:gd name="connsiteY127" fmla="*/ 218511 h 4939827"/>
              <a:gd name="connsiteX128" fmla="*/ 3629977 w 12192000"/>
              <a:gd name="connsiteY128" fmla="*/ 218664 h 4939827"/>
              <a:gd name="connsiteX129" fmla="*/ 3636217 w 12192000"/>
              <a:gd name="connsiteY129" fmla="*/ 220048 h 4939827"/>
              <a:gd name="connsiteX130" fmla="*/ 3709484 w 12192000"/>
              <a:gd name="connsiteY130" fmla="*/ 186927 h 4939827"/>
              <a:gd name="connsiteX131" fmla="*/ 3761342 w 12192000"/>
              <a:gd name="connsiteY131" fmla="*/ 177474 h 4939827"/>
              <a:gd name="connsiteX132" fmla="*/ 3799748 w 12192000"/>
              <a:gd name="connsiteY132" fmla="*/ 167154 h 4939827"/>
              <a:gd name="connsiteX133" fmla="*/ 3922756 w 12192000"/>
              <a:gd name="connsiteY133" fmla="*/ 194044 h 4939827"/>
              <a:gd name="connsiteX134" fmla="*/ 4028476 w 12192000"/>
              <a:gd name="connsiteY134" fmla="*/ 223679 h 4939827"/>
              <a:gd name="connsiteX135" fmla="*/ 4191582 w 12192000"/>
              <a:gd name="connsiteY135" fmla="*/ 238952 h 4939827"/>
              <a:gd name="connsiteX136" fmla="*/ 4251024 w 12192000"/>
              <a:gd name="connsiteY136" fmla="*/ 240874 h 4939827"/>
              <a:gd name="connsiteX137" fmla="*/ 4355275 w 12192000"/>
              <a:gd name="connsiteY137" fmla="*/ 260205 h 4939827"/>
              <a:gd name="connsiteX138" fmla="*/ 4423807 w 12192000"/>
              <a:gd name="connsiteY138" fmla="*/ 270366 h 4939827"/>
              <a:gd name="connsiteX139" fmla="*/ 4558432 w 12192000"/>
              <a:gd name="connsiteY139" fmla="*/ 269194 h 4939827"/>
              <a:gd name="connsiteX140" fmla="*/ 4635061 w 12192000"/>
              <a:gd name="connsiteY140" fmla="*/ 280682 h 4939827"/>
              <a:gd name="connsiteX141" fmla="*/ 4807427 w 12192000"/>
              <a:gd name="connsiteY141" fmla="*/ 276835 h 4939827"/>
              <a:gd name="connsiteX142" fmla="*/ 5028933 w 12192000"/>
              <a:gd name="connsiteY142" fmla="*/ 183887 h 4939827"/>
              <a:gd name="connsiteX143" fmla="*/ 5093642 w 12192000"/>
              <a:gd name="connsiteY143" fmla="*/ 177214 h 4939827"/>
              <a:gd name="connsiteX144" fmla="*/ 5102642 w 12192000"/>
              <a:gd name="connsiteY144" fmla="*/ 186816 h 4939827"/>
              <a:gd name="connsiteX145" fmla="*/ 5193590 w 12192000"/>
              <a:gd name="connsiteY145" fmla="*/ 156458 h 4939827"/>
              <a:gd name="connsiteX146" fmla="*/ 5323922 w 12192000"/>
              <a:gd name="connsiteY146" fmla="*/ 146332 h 4939827"/>
              <a:gd name="connsiteX147" fmla="*/ 5421860 w 12192000"/>
              <a:gd name="connsiteY147" fmla="*/ 167298 h 4939827"/>
              <a:gd name="connsiteX148" fmla="*/ 5476948 w 12192000"/>
              <a:gd name="connsiteY148" fmla="*/ 173249 h 4939827"/>
              <a:gd name="connsiteX149" fmla="*/ 5516842 w 12192000"/>
              <a:gd name="connsiteY149" fmla="*/ 184018 h 4939827"/>
              <a:gd name="connsiteX150" fmla="*/ 5619415 w 12192000"/>
              <a:gd name="connsiteY150" fmla="*/ 176781 h 4939827"/>
              <a:gd name="connsiteX151" fmla="*/ 5789867 w 12192000"/>
              <a:gd name="connsiteY151" fmla="*/ 150304 h 4939827"/>
              <a:gd name="connsiteX152" fmla="*/ 5825953 w 12192000"/>
              <a:gd name="connsiteY152" fmla="*/ 147907 h 4939827"/>
              <a:gd name="connsiteX153" fmla="*/ 5856168 w 12192000"/>
              <a:gd name="connsiteY153" fmla="*/ 158719 h 4939827"/>
              <a:gd name="connsiteX154" fmla="*/ 5862476 w 12192000"/>
              <a:gd name="connsiteY154" fmla="*/ 172447 h 4939827"/>
              <a:gd name="connsiteX155" fmla="*/ 5882195 w 12192000"/>
              <a:gd name="connsiteY155" fmla="*/ 173195 h 4939827"/>
              <a:gd name="connsiteX156" fmla="*/ 5887271 w 12192000"/>
              <a:gd name="connsiteY156" fmla="*/ 176084 h 4939827"/>
              <a:gd name="connsiteX157" fmla="*/ 5921577 w 12192000"/>
              <a:gd name="connsiteY157" fmla="*/ 169858 h 4939827"/>
              <a:gd name="connsiteX158" fmla="*/ 5983240 w 12192000"/>
              <a:gd name="connsiteY158" fmla="*/ 152755 h 4939827"/>
              <a:gd name="connsiteX159" fmla="*/ 6152287 w 12192000"/>
              <a:gd name="connsiteY159" fmla="*/ 116736 h 4939827"/>
              <a:gd name="connsiteX160" fmla="*/ 6415830 w 12192000"/>
              <a:gd name="connsiteY160" fmla="*/ 136006 h 4939827"/>
              <a:gd name="connsiteX161" fmla="*/ 6756965 w 12192000"/>
              <a:gd name="connsiteY161" fmla="*/ 57636 h 4939827"/>
              <a:gd name="connsiteX162" fmla="*/ 6819400 w 12192000"/>
              <a:gd name="connsiteY162" fmla="*/ 30742 h 4939827"/>
              <a:gd name="connsiteX163" fmla="*/ 6986370 w 12192000"/>
              <a:gd name="connsiteY163" fmla="*/ 12659 h 4939827"/>
              <a:gd name="connsiteX164" fmla="*/ 6989536 w 12192000"/>
              <a:gd name="connsiteY164" fmla="*/ 14528 h 4939827"/>
              <a:gd name="connsiteX165" fmla="*/ 7015933 w 12192000"/>
              <a:gd name="connsiteY165" fmla="*/ 9653 h 4939827"/>
              <a:gd name="connsiteX166" fmla="*/ 7020592 w 12192000"/>
              <a:gd name="connsiteY166" fmla="*/ 1651 h 4939827"/>
              <a:gd name="connsiteX167" fmla="*/ 7025905 w 12192000"/>
              <a:gd name="connsiteY167" fmla="*/ 0 h 4939827"/>
              <a:gd name="connsiteX0" fmla="*/ 7025905 w 12192000"/>
              <a:gd name="connsiteY0" fmla="*/ 0 h 4939827"/>
              <a:gd name="connsiteX1" fmla="*/ 7032579 w 12192000"/>
              <a:gd name="connsiteY1" fmla="*/ 2808 h 4939827"/>
              <a:gd name="connsiteX2" fmla="*/ 7079505 w 12192000"/>
              <a:gd name="connsiteY2" fmla="*/ 12971 h 4939827"/>
              <a:gd name="connsiteX3" fmla="*/ 7158791 w 12192000"/>
              <a:gd name="connsiteY3" fmla="*/ 12462 h 4939827"/>
              <a:gd name="connsiteX4" fmla="*/ 7233338 w 12192000"/>
              <a:gd name="connsiteY4" fmla="*/ 24846 h 4939827"/>
              <a:gd name="connsiteX5" fmla="*/ 7259791 w 12192000"/>
              <a:gd name="connsiteY5" fmla="*/ 29557 h 4939827"/>
              <a:gd name="connsiteX6" fmla="*/ 7263923 w 12192000"/>
              <a:gd name="connsiteY6" fmla="*/ 35029 h 4939827"/>
              <a:gd name="connsiteX7" fmla="*/ 7281549 w 12192000"/>
              <a:gd name="connsiteY7" fmla="*/ 39654 h 4939827"/>
              <a:gd name="connsiteX8" fmla="*/ 7374735 w 12192000"/>
              <a:gd name="connsiteY8" fmla="*/ 65326 h 4939827"/>
              <a:gd name="connsiteX9" fmla="*/ 7376078 w 12192000"/>
              <a:gd name="connsiteY9" fmla="*/ 63849 h 4939827"/>
              <a:gd name="connsiteX10" fmla="*/ 7402026 w 12192000"/>
              <a:gd name="connsiteY10" fmla="*/ 60308 h 4939827"/>
              <a:gd name="connsiteX11" fmla="*/ 7415091 w 12192000"/>
              <a:gd name="connsiteY11" fmla="*/ 77403 h 4939827"/>
              <a:gd name="connsiteX12" fmla="*/ 7488682 w 12192000"/>
              <a:gd name="connsiteY12" fmla="*/ 83440 h 4939827"/>
              <a:gd name="connsiteX13" fmla="*/ 7588044 w 12192000"/>
              <a:gd name="connsiteY13" fmla="*/ 110756 h 4939827"/>
              <a:gd name="connsiteX14" fmla="*/ 7732750 w 12192000"/>
              <a:gd name="connsiteY14" fmla="*/ 145456 h 4939827"/>
              <a:gd name="connsiteX15" fmla="*/ 7785900 w 12192000"/>
              <a:gd name="connsiteY15" fmla="*/ 154493 h 4939827"/>
              <a:gd name="connsiteX16" fmla="*/ 7877301 w 12192000"/>
              <a:gd name="connsiteY16" fmla="*/ 186153 h 4939827"/>
              <a:gd name="connsiteX17" fmla="*/ 7952584 w 12192000"/>
              <a:gd name="connsiteY17" fmla="*/ 170181 h 4939827"/>
              <a:gd name="connsiteX18" fmla="*/ 8009534 w 12192000"/>
              <a:gd name="connsiteY18" fmla="*/ 176441 h 4939827"/>
              <a:gd name="connsiteX19" fmla="*/ 8058681 w 12192000"/>
              <a:gd name="connsiteY19" fmla="*/ 219431 h 4939827"/>
              <a:gd name="connsiteX20" fmla="*/ 8126175 w 12192000"/>
              <a:gd name="connsiteY20" fmla="*/ 240005 h 4939827"/>
              <a:gd name="connsiteX21" fmla="*/ 8166439 w 12192000"/>
              <a:gd name="connsiteY21" fmla="*/ 252699 h 4939827"/>
              <a:gd name="connsiteX22" fmla="*/ 8281371 w 12192000"/>
              <a:gd name="connsiteY22" fmla="*/ 256875 h 4939827"/>
              <a:gd name="connsiteX23" fmla="*/ 8381609 w 12192000"/>
              <a:gd name="connsiteY23" fmla="*/ 240618 h 4939827"/>
              <a:gd name="connsiteX24" fmla="*/ 8406759 w 12192000"/>
              <a:gd name="connsiteY24" fmla="*/ 232517 h 4939827"/>
              <a:gd name="connsiteX25" fmla="*/ 8426506 w 12192000"/>
              <a:gd name="connsiteY25" fmla="*/ 241842 h 4939827"/>
              <a:gd name="connsiteX26" fmla="*/ 8427949 w 12192000"/>
              <a:gd name="connsiteY26" fmla="*/ 240981 h 4939827"/>
              <a:gd name="connsiteX27" fmla="*/ 8441468 w 12192000"/>
              <a:gd name="connsiteY27" fmla="*/ 241157 h 4939827"/>
              <a:gd name="connsiteX28" fmla="*/ 8565757 w 12192000"/>
              <a:gd name="connsiteY28" fmla="*/ 255317 h 4939827"/>
              <a:gd name="connsiteX29" fmla="*/ 8573171 w 12192000"/>
              <a:gd name="connsiteY29" fmla="*/ 258426 h 4939827"/>
              <a:gd name="connsiteX30" fmla="*/ 8573548 w 12192000"/>
              <a:gd name="connsiteY30" fmla="*/ 258241 h 4939827"/>
              <a:gd name="connsiteX31" fmla="*/ 8581827 w 12192000"/>
              <a:gd name="connsiteY31" fmla="*/ 261028 h 4939827"/>
              <a:gd name="connsiteX32" fmla="*/ 8586687 w 12192000"/>
              <a:gd name="connsiteY32" fmla="*/ 264089 h 4939827"/>
              <a:gd name="connsiteX33" fmla="*/ 8601067 w 12192000"/>
              <a:gd name="connsiteY33" fmla="*/ 270114 h 4939827"/>
              <a:gd name="connsiteX34" fmla="*/ 8672650 w 12192000"/>
              <a:gd name="connsiteY34" fmla="*/ 254821 h 4939827"/>
              <a:gd name="connsiteX35" fmla="*/ 8785543 w 12192000"/>
              <a:gd name="connsiteY35" fmla="*/ 263406 h 4939827"/>
              <a:gd name="connsiteX36" fmla="*/ 8830588 w 12192000"/>
              <a:gd name="connsiteY36" fmla="*/ 265483 h 4939827"/>
              <a:gd name="connsiteX37" fmla="*/ 8905142 w 12192000"/>
              <a:gd name="connsiteY37" fmla="*/ 264958 h 4939827"/>
              <a:gd name="connsiteX38" fmla="*/ 8968582 w 12192000"/>
              <a:gd name="connsiteY38" fmla="*/ 262728 h 4939827"/>
              <a:gd name="connsiteX39" fmla="*/ 8972994 w 12192000"/>
              <a:gd name="connsiteY39" fmla="*/ 263284 h 4939827"/>
              <a:gd name="connsiteX40" fmla="*/ 9004605 w 12192000"/>
              <a:gd name="connsiteY40" fmla="*/ 258041 h 4939827"/>
              <a:gd name="connsiteX41" fmla="*/ 9016165 w 12192000"/>
              <a:gd name="connsiteY41" fmla="*/ 261258 h 4939827"/>
              <a:gd name="connsiteX42" fmla="*/ 9043297 w 12192000"/>
              <a:gd name="connsiteY42" fmla="*/ 281547 h 4939827"/>
              <a:gd name="connsiteX43" fmla="*/ 9048315 w 12192000"/>
              <a:gd name="connsiteY43" fmla="*/ 279264 h 4939827"/>
              <a:gd name="connsiteX44" fmla="*/ 9054706 w 12192000"/>
              <a:gd name="connsiteY44" fmla="*/ 278538 h 4939827"/>
              <a:gd name="connsiteX45" fmla="*/ 9070919 w 12192000"/>
              <a:gd name="connsiteY45" fmla="*/ 281810 h 4939827"/>
              <a:gd name="connsiteX46" fmla="*/ 9076813 w 12192000"/>
              <a:gd name="connsiteY46" fmla="*/ 283909 h 4939827"/>
              <a:gd name="connsiteX47" fmla="*/ 9085871 w 12192000"/>
              <a:gd name="connsiteY47" fmla="*/ 285133 h 4939827"/>
              <a:gd name="connsiteX48" fmla="*/ 9086159 w 12192000"/>
              <a:gd name="connsiteY48" fmla="*/ 284887 h 4939827"/>
              <a:gd name="connsiteX49" fmla="*/ 9134606 w 12192000"/>
              <a:gd name="connsiteY49" fmla="*/ 288168 h 4939827"/>
              <a:gd name="connsiteX50" fmla="*/ 9195590 w 12192000"/>
              <a:gd name="connsiteY50" fmla="*/ 279568 h 4939827"/>
              <a:gd name="connsiteX51" fmla="*/ 9219336 w 12192000"/>
              <a:gd name="connsiteY51" fmla="*/ 278133 h 4939827"/>
              <a:gd name="connsiteX52" fmla="*/ 9232362 w 12192000"/>
              <a:gd name="connsiteY52" fmla="*/ 275894 h 4939827"/>
              <a:gd name="connsiteX53" fmla="*/ 9233396 w 12192000"/>
              <a:gd name="connsiteY53" fmla="*/ 274803 h 4939827"/>
              <a:gd name="connsiteX54" fmla="*/ 9256213 w 12192000"/>
              <a:gd name="connsiteY54" fmla="*/ 281576 h 4939827"/>
              <a:gd name="connsiteX55" fmla="*/ 9262377 w 12192000"/>
              <a:gd name="connsiteY55" fmla="*/ 286635 h 4939827"/>
              <a:gd name="connsiteX56" fmla="*/ 9287089 w 12192000"/>
              <a:gd name="connsiteY56" fmla="*/ 303891 h 4939827"/>
              <a:gd name="connsiteX57" fmla="*/ 9371484 w 12192000"/>
              <a:gd name="connsiteY57" fmla="*/ 329634 h 4939827"/>
              <a:gd name="connsiteX58" fmla="*/ 9404829 w 12192000"/>
              <a:gd name="connsiteY58" fmla="*/ 339038 h 4939827"/>
              <a:gd name="connsiteX59" fmla="*/ 9427021 w 12192000"/>
              <a:gd name="connsiteY59" fmla="*/ 358784 h 4939827"/>
              <a:gd name="connsiteX60" fmla="*/ 9670844 w 12192000"/>
              <a:gd name="connsiteY60" fmla="*/ 405128 h 4939827"/>
              <a:gd name="connsiteX61" fmla="*/ 9816083 w 12192000"/>
              <a:gd name="connsiteY61" fmla="*/ 416573 h 4939827"/>
              <a:gd name="connsiteX62" fmla="*/ 9936741 w 12192000"/>
              <a:gd name="connsiteY62" fmla="*/ 437044 h 4939827"/>
              <a:gd name="connsiteX63" fmla="*/ 10050093 w 12192000"/>
              <a:gd name="connsiteY63" fmla="*/ 443783 h 4939827"/>
              <a:gd name="connsiteX64" fmla="*/ 10130090 w 12192000"/>
              <a:gd name="connsiteY64" fmla="*/ 459520 h 4939827"/>
              <a:gd name="connsiteX65" fmla="*/ 10173456 w 12192000"/>
              <a:gd name="connsiteY65" fmla="*/ 457749 h 4939827"/>
              <a:gd name="connsiteX66" fmla="*/ 10218232 w 12192000"/>
              <a:gd name="connsiteY66" fmla="*/ 459820 h 4939827"/>
              <a:gd name="connsiteX67" fmla="*/ 10354176 w 12192000"/>
              <a:gd name="connsiteY67" fmla="*/ 471377 h 4939827"/>
              <a:gd name="connsiteX68" fmla="*/ 10430681 w 12192000"/>
              <a:gd name="connsiteY68" fmla="*/ 481226 h 4939827"/>
              <a:gd name="connsiteX69" fmla="*/ 10478169 w 12192000"/>
              <a:gd name="connsiteY69" fmla="*/ 481774 h 4939827"/>
              <a:gd name="connsiteX70" fmla="*/ 10540907 w 12192000"/>
              <a:gd name="connsiteY70" fmla="*/ 485607 h 4939827"/>
              <a:gd name="connsiteX71" fmla="*/ 10614941 w 12192000"/>
              <a:gd name="connsiteY71" fmla="*/ 487592 h 4939827"/>
              <a:gd name="connsiteX72" fmla="*/ 10674098 w 12192000"/>
              <a:gd name="connsiteY72" fmla="*/ 521656 h 4939827"/>
              <a:gd name="connsiteX73" fmla="*/ 10874834 w 12192000"/>
              <a:gd name="connsiteY73" fmla="*/ 574867 h 4939827"/>
              <a:gd name="connsiteX74" fmla="*/ 10944981 w 12192000"/>
              <a:gd name="connsiteY74" fmla="*/ 615042 h 4939827"/>
              <a:gd name="connsiteX75" fmla="*/ 11006376 w 12192000"/>
              <a:gd name="connsiteY75" fmla="*/ 645957 h 4939827"/>
              <a:gd name="connsiteX76" fmla="*/ 11076308 w 12192000"/>
              <a:gd name="connsiteY76" fmla="*/ 675698 h 4939827"/>
              <a:gd name="connsiteX77" fmla="*/ 11148789 w 12192000"/>
              <a:gd name="connsiteY77" fmla="*/ 685041 h 4939827"/>
              <a:gd name="connsiteX78" fmla="*/ 11249129 w 12192000"/>
              <a:gd name="connsiteY78" fmla="*/ 684218 h 4939827"/>
              <a:gd name="connsiteX79" fmla="*/ 11299915 w 12192000"/>
              <a:gd name="connsiteY79" fmla="*/ 692177 h 4939827"/>
              <a:gd name="connsiteX80" fmla="*/ 11386973 w 12192000"/>
              <a:gd name="connsiteY80" fmla="*/ 708209 h 4939827"/>
              <a:gd name="connsiteX81" fmla="*/ 11500105 w 12192000"/>
              <a:gd name="connsiteY81" fmla="*/ 735014 h 4939827"/>
              <a:gd name="connsiteX82" fmla="*/ 11621735 w 12192000"/>
              <a:gd name="connsiteY82" fmla="*/ 789584 h 4939827"/>
              <a:gd name="connsiteX83" fmla="*/ 11691200 w 12192000"/>
              <a:gd name="connsiteY83" fmla="*/ 867902 h 4939827"/>
              <a:gd name="connsiteX84" fmla="*/ 11819427 w 12192000"/>
              <a:gd name="connsiteY84" fmla="*/ 911634 h 4939827"/>
              <a:gd name="connsiteX85" fmla="*/ 11969720 w 12192000"/>
              <a:gd name="connsiteY85" fmla="*/ 964737 h 4939827"/>
              <a:gd name="connsiteX86" fmla="*/ 12055766 w 12192000"/>
              <a:gd name="connsiteY86" fmla="*/ 991268 h 4939827"/>
              <a:gd name="connsiteX87" fmla="*/ 12171539 w 12192000"/>
              <a:gd name="connsiteY87" fmla="*/ 995427 h 4939827"/>
              <a:gd name="connsiteX88" fmla="*/ 12187831 w 12192000"/>
              <a:gd name="connsiteY88" fmla="*/ 996580 h 4939827"/>
              <a:gd name="connsiteX89" fmla="*/ 12192000 w 12192000"/>
              <a:gd name="connsiteY89" fmla="*/ 996726 h 4939827"/>
              <a:gd name="connsiteX90" fmla="*/ 12192000 w 12192000"/>
              <a:gd name="connsiteY90" fmla="*/ 4939827 h 4939827"/>
              <a:gd name="connsiteX91" fmla="*/ 0 w 12192000"/>
              <a:gd name="connsiteY91" fmla="*/ 4939827 h 4939827"/>
              <a:gd name="connsiteX92" fmla="*/ 0 w 12192000"/>
              <a:gd name="connsiteY92" fmla="*/ 512043 h 4939827"/>
              <a:gd name="connsiteX93" fmla="*/ 7381 w 12192000"/>
              <a:gd name="connsiteY93" fmla="*/ 512580 h 4939827"/>
              <a:gd name="connsiteX94" fmla="*/ 100029 w 12192000"/>
              <a:gd name="connsiteY94" fmla="*/ 504758 h 4939827"/>
              <a:gd name="connsiteX95" fmla="*/ 155244 w 12192000"/>
              <a:gd name="connsiteY95" fmla="*/ 525130 h 4939827"/>
              <a:gd name="connsiteX96" fmla="*/ 254366 w 12192000"/>
              <a:gd name="connsiteY96" fmla="*/ 534449 h 4939827"/>
              <a:gd name="connsiteX97" fmla="*/ 447292 w 12192000"/>
              <a:gd name="connsiteY97" fmla="*/ 542725 h 4939827"/>
              <a:gd name="connsiteX98" fmla="*/ 628105 w 12192000"/>
              <a:gd name="connsiteY98" fmla="*/ 547853 h 4939827"/>
              <a:gd name="connsiteX99" fmla="*/ 783146 w 12192000"/>
              <a:gd name="connsiteY99" fmla="*/ 591799 h 4939827"/>
              <a:gd name="connsiteX100" fmla="*/ 1043676 w 12192000"/>
              <a:gd name="connsiteY100" fmla="*/ 591887 h 4939827"/>
              <a:gd name="connsiteX101" fmla="*/ 1281816 w 12192000"/>
              <a:gd name="connsiteY101" fmla="*/ 520946 h 4939827"/>
              <a:gd name="connsiteX102" fmla="*/ 1486347 w 12192000"/>
              <a:gd name="connsiteY102" fmla="*/ 487310 h 4939827"/>
              <a:gd name="connsiteX103" fmla="*/ 1568079 w 12192000"/>
              <a:gd name="connsiteY103" fmla="*/ 462531 h 4939827"/>
              <a:gd name="connsiteX104" fmla="*/ 1622516 w 12192000"/>
              <a:gd name="connsiteY104" fmla="*/ 466058 h 4939827"/>
              <a:gd name="connsiteX105" fmla="*/ 1655457 w 12192000"/>
              <a:gd name="connsiteY105" fmla="*/ 465359 h 4939827"/>
              <a:gd name="connsiteX106" fmla="*/ 1717454 w 12192000"/>
              <a:gd name="connsiteY106" fmla="*/ 417203 h 4939827"/>
              <a:gd name="connsiteX107" fmla="*/ 1913794 w 12192000"/>
              <a:gd name="connsiteY107" fmla="*/ 365255 h 4939827"/>
              <a:gd name="connsiteX108" fmla="*/ 2129762 w 12192000"/>
              <a:gd name="connsiteY108" fmla="*/ 367832 h 4939827"/>
              <a:gd name="connsiteX109" fmla="*/ 2376970 w 12192000"/>
              <a:gd name="connsiteY109" fmla="*/ 350129 h 4939827"/>
              <a:gd name="connsiteX110" fmla="*/ 2480155 w 12192000"/>
              <a:gd name="connsiteY110" fmla="*/ 359227 h 4939827"/>
              <a:gd name="connsiteX111" fmla="*/ 2586782 w 12192000"/>
              <a:gd name="connsiteY111" fmla="*/ 339352 h 4939827"/>
              <a:gd name="connsiteX112" fmla="*/ 2654496 w 12192000"/>
              <a:gd name="connsiteY112" fmla="*/ 315431 h 4939827"/>
              <a:gd name="connsiteX113" fmla="*/ 2788947 w 12192000"/>
              <a:gd name="connsiteY113" fmla="*/ 250375 h 4939827"/>
              <a:gd name="connsiteX114" fmla="*/ 3030844 w 12192000"/>
              <a:gd name="connsiteY114" fmla="*/ 225861 h 4939827"/>
              <a:gd name="connsiteX115" fmla="*/ 3103677 w 12192000"/>
              <a:gd name="connsiteY115" fmla="*/ 209527 h 4939827"/>
              <a:gd name="connsiteX116" fmla="*/ 3126759 w 12192000"/>
              <a:gd name="connsiteY116" fmla="*/ 211226 h 4939827"/>
              <a:gd name="connsiteX117" fmla="*/ 3164020 w 12192000"/>
              <a:gd name="connsiteY117" fmla="*/ 212779 h 4939827"/>
              <a:gd name="connsiteX118" fmla="*/ 3285019 w 12192000"/>
              <a:gd name="connsiteY118" fmla="*/ 220535 h 4939827"/>
              <a:gd name="connsiteX119" fmla="*/ 3365154 w 12192000"/>
              <a:gd name="connsiteY119" fmla="*/ 226416 h 4939827"/>
              <a:gd name="connsiteX120" fmla="*/ 3367507 w 12192000"/>
              <a:gd name="connsiteY120" fmla="*/ 225416 h 4939827"/>
              <a:gd name="connsiteX121" fmla="*/ 3387567 w 12192000"/>
              <a:gd name="connsiteY121" fmla="*/ 227103 h 4939827"/>
              <a:gd name="connsiteX122" fmla="*/ 3498001 w 12192000"/>
              <a:gd name="connsiteY122" fmla="*/ 231941 h 4939827"/>
              <a:gd name="connsiteX123" fmla="*/ 3561557 w 12192000"/>
              <a:gd name="connsiteY123" fmla="*/ 228095 h 4939827"/>
              <a:gd name="connsiteX124" fmla="*/ 3611920 w 12192000"/>
              <a:gd name="connsiteY124" fmla="*/ 218094 h 4939827"/>
              <a:gd name="connsiteX125" fmla="*/ 3620528 w 12192000"/>
              <a:gd name="connsiteY125" fmla="*/ 218788 h 4939827"/>
              <a:gd name="connsiteX126" fmla="*/ 3620766 w 12192000"/>
              <a:gd name="connsiteY126" fmla="*/ 218511 h 4939827"/>
              <a:gd name="connsiteX127" fmla="*/ 3629977 w 12192000"/>
              <a:gd name="connsiteY127" fmla="*/ 218664 h 4939827"/>
              <a:gd name="connsiteX128" fmla="*/ 3636217 w 12192000"/>
              <a:gd name="connsiteY128" fmla="*/ 220048 h 4939827"/>
              <a:gd name="connsiteX129" fmla="*/ 3709484 w 12192000"/>
              <a:gd name="connsiteY129" fmla="*/ 186927 h 4939827"/>
              <a:gd name="connsiteX130" fmla="*/ 3761342 w 12192000"/>
              <a:gd name="connsiteY130" fmla="*/ 177474 h 4939827"/>
              <a:gd name="connsiteX131" fmla="*/ 3799748 w 12192000"/>
              <a:gd name="connsiteY131" fmla="*/ 167154 h 4939827"/>
              <a:gd name="connsiteX132" fmla="*/ 3922756 w 12192000"/>
              <a:gd name="connsiteY132" fmla="*/ 194044 h 4939827"/>
              <a:gd name="connsiteX133" fmla="*/ 4028476 w 12192000"/>
              <a:gd name="connsiteY133" fmla="*/ 223679 h 4939827"/>
              <a:gd name="connsiteX134" fmla="*/ 4191582 w 12192000"/>
              <a:gd name="connsiteY134" fmla="*/ 238952 h 4939827"/>
              <a:gd name="connsiteX135" fmla="*/ 4251024 w 12192000"/>
              <a:gd name="connsiteY135" fmla="*/ 240874 h 4939827"/>
              <a:gd name="connsiteX136" fmla="*/ 4355275 w 12192000"/>
              <a:gd name="connsiteY136" fmla="*/ 260205 h 4939827"/>
              <a:gd name="connsiteX137" fmla="*/ 4423807 w 12192000"/>
              <a:gd name="connsiteY137" fmla="*/ 270366 h 4939827"/>
              <a:gd name="connsiteX138" fmla="*/ 4558432 w 12192000"/>
              <a:gd name="connsiteY138" fmla="*/ 269194 h 4939827"/>
              <a:gd name="connsiteX139" fmla="*/ 4635061 w 12192000"/>
              <a:gd name="connsiteY139" fmla="*/ 280682 h 4939827"/>
              <a:gd name="connsiteX140" fmla="*/ 4807427 w 12192000"/>
              <a:gd name="connsiteY140" fmla="*/ 276835 h 4939827"/>
              <a:gd name="connsiteX141" fmla="*/ 5028933 w 12192000"/>
              <a:gd name="connsiteY141" fmla="*/ 183887 h 4939827"/>
              <a:gd name="connsiteX142" fmla="*/ 5093642 w 12192000"/>
              <a:gd name="connsiteY142" fmla="*/ 177214 h 4939827"/>
              <a:gd name="connsiteX143" fmla="*/ 5102642 w 12192000"/>
              <a:gd name="connsiteY143" fmla="*/ 186816 h 4939827"/>
              <a:gd name="connsiteX144" fmla="*/ 5193590 w 12192000"/>
              <a:gd name="connsiteY144" fmla="*/ 156458 h 4939827"/>
              <a:gd name="connsiteX145" fmla="*/ 5323922 w 12192000"/>
              <a:gd name="connsiteY145" fmla="*/ 146332 h 4939827"/>
              <a:gd name="connsiteX146" fmla="*/ 5421860 w 12192000"/>
              <a:gd name="connsiteY146" fmla="*/ 167298 h 4939827"/>
              <a:gd name="connsiteX147" fmla="*/ 5476948 w 12192000"/>
              <a:gd name="connsiteY147" fmla="*/ 173249 h 4939827"/>
              <a:gd name="connsiteX148" fmla="*/ 5516842 w 12192000"/>
              <a:gd name="connsiteY148" fmla="*/ 184018 h 4939827"/>
              <a:gd name="connsiteX149" fmla="*/ 5619415 w 12192000"/>
              <a:gd name="connsiteY149" fmla="*/ 176781 h 4939827"/>
              <a:gd name="connsiteX150" fmla="*/ 5789867 w 12192000"/>
              <a:gd name="connsiteY150" fmla="*/ 150304 h 4939827"/>
              <a:gd name="connsiteX151" fmla="*/ 5825953 w 12192000"/>
              <a:gd name="connsiteY151" fmla="*/ 147907 h 4939827"/>
              <a:gd name="connsiteX152" fmla="*/ 5856168 w 12192000"/>
              <a:gd name="connsiteY152" fmla="*/ 158719 h 4939827"/>
              <a:gd name="connsiteX153" fmla="*/ 5862476 w 12192000"/>
              <a:gd name="connsiteY153" fmla="*/ 172447 h 4939827"/>
              <a:gd name="connsiteX154" fmla="*/ 5882195 w 12192000"/>
              <a:gd name="connsiteY154" fmla="*/ 173195 h 4939827"/>
              <a:gd name="connsiteX155" fmla="*/ 5887271 w 12192000"/>
              <a:gd name="connsiteY155" fmla="*/ 176084 h 4939827"/>
              <a:gd name="connsiteX156" fmla="*/ 5921577 w 12192000"/>
              <a:gd name="connsiteY156" fmla="*/ 169858 h 4939827"/>
              <a:gd name="connsiteX157" fmla="*/ 5983240 w 12192000"/>
              <a:gd name="connsiteY157" fmla="*/ 152755 h 4939827"/>
              <a:gd name="connsiteX158" fmla="*/ 6152287 w 12192000"/>
              <a:gd name="connsiteY158" fmla="*/ 116736 h 4939827"/>
              <a:gd name="connsiteX159" fmla="*/ 6415830 w 12192000"/>
              <a:gd name="connsiteY159" fmla="*/ 136006 h 4939827"/>
              <a:gd name="connsiteX160" fmla="*/ 6756965 w 12192000"/>
              <a:gd name="connsiteY160" fmla="*/ 57636 h 4939827"/>
              <a:gd name="connsiteX161" fmla="*/ 6819400 w 12192000"/>
              <a:gd name="connsiteY161" fmla="*/ 30742 h 4939827"/>
              <a:gd name="connsiteX162" fmla="*/ 6986370 w 12192000"/>
              <a:gd name="connsiteY162" fmla="*/ 12659 h 4939827"/>
              <a:gd name="connsiteX163" fmla="*/ 6989536 w 12192000"/>
              <a:gd name="connsiteY163" fmla="*/ 14528 h 4939827"/>
              <a:gd name="connsiteX164" fmla="*/ 7015933 w 12192000"/>
              <a:gd name="connsiteY164" fmla="*/ 9653 h 4939827"/>
              <a:gd name="connsiteX165" fmla="*/ 7020592 w 12192000"/>
              <a:gd name="connsiteY165" fmla="*/ 1651 h 4939827"/>
              <a:gd name="connsiteX166" fmla="*/ 7025905 w 12192000"/>
              <a:gd name="connsiteY166" fmla="*/ 0 h 4939827"/>
              <a:gd name="connsiteX0" fmla="*/ 7025905 w 12192000"/>
              <a:gd name="connsiteY0" fmla="*/ 0 h 4939827"/>
              <a:gd name="connsiteX1" fmla="*/ 7032579 w 12192000"/>
              <a:gd name="connsiteY1" fmla="*/ 2808 h 4939827"/>
              <a:gd name="connsiteX2" fmla="*/ 7079505 w 12192000"/>
              <a:gd name="connsiteY2" fmla="*/ 12971 h 4939827"/>
              <a:gd name="connsiteX3" fmla="*/ 7158791 w 12192000"/>
              <a:gd name="connsiteY3" fmla="*/ 12462 h 4939827"/>
              <a:gd name="connsiteX4" fmla="*/ 7233338 w 12192000"/>
              <a:gd name="connsiteY4" fmla="*/ 24846 h 4939827"/>
              <a:gd name="connsiteX5" fmla="*/ 7259791 w 12192000"/>
              <a:gd name="connsiteY5" fmla="*/ 29557 h 4939827"/>
              <a:gd name="connsiteX6" fmla="*/ 7263923 w 12192000"/>
              <a:gd name="connsiteY6" fmla="*/ 35029 h 4939827"/>
              <a:gd name="connsiteX7" fmla="*/ 7281549 w 12192000"/>
              <a:gd name="connsiteY7" fmla="*/ 39654 h 4939827"/>
              <a:gd name="connsiteX8" fmla="*/ 7374735 w 12192000"/>
              <a:gd name="connsiteY8" fmla="*/ 65326 h 4939827"/>
              <a:gd name="connsiteX9" fmla="*/ 7376078 w 12192000"/>
              <a:gd name="connsiteY9" fmla="*/ 63849 h 4939827"/>
              <a:gd name="connsiteX10" fmla="*/ 7402026 w 12192000"/>
              <a:gd name="connsiteY10" fmla="*/ 60308 h 4939827"/>
              <a:gd name="connsiteX11" fmla="*/ 7415091 w 12192000"/>
              <a:gd name="connsiteY11" fmla="*/ 77403 h 4939827"/>
              <a:gd name="connsiteX12" fmla="*/ 7488682 w 12192000"/>
              <a:gd name="connsiteY12" fmla="*/ 83440 h 4939827"/>
              <a:gd name="connsiteX13" fmla="*/ 7588044 w 12192000"/>
              <a:gd name="connsiteY13" fmla="*/ 110756 h 4939827"/>
              <a:gd name="connsiteX14" fmla="*/ 7732750 w 12192000"/>
              <a:gd name="connsiteY14" fmla="*/ 145456 h 4939827"/>
              <a:gd name="connsiteX15" fmla="*/ 7785900 w 12192000"/>
              <a:gd name="connsiteY15" fmla="*/ 154493 h 4939827"/>
              <a:gd name="connsiteX16" fmla="*/ 7877301 w 12192000"/>
              <a:gd name="connsiteY16" fmla="*/ 186153 h 4939827"/>
              <a:gd name="connsiteX17" fmla="*/ 7952584 w 12192000"/>
              <a:gd name="connsiteY17" fmla="*/ 170181 h 4939827"/>
              <a:gd name="connsiteX18" fmla="*/ 8009534 w 12192000"/>
              <a:gd name="connsiteY18" fmla="*/ 176441 h 4939827"/>
              <a:gd name="connsiteX19" fmla="*/ 8058681 w 12192000"/>
              <a:gd name="connsiteY19" fmla="*/ 219431 h 4939827"/>
              <a:gd name="connsiteX20" fmla="*/ 8126175 w 12192000"/>
              <a:gd name="connsiteY20" fmla="*/ 240005 h 4939827"/>
              <a:gd name="connsiteX21" fmla="*/ 8166439 w 12192000"/>
              <a:gd name="connsiteY21" fmla="*/ 252699 h 4939827"/>
              <a:gd name="connsiteX22" fmla="*/ 8281371 w 12192000"/>
              <a:gd name="connsiteY22" fmla="*/ 256875 h 4939827"/>
              <a:gd name="connsiteX23" fmla="*/ 8381609 w 12192000"/>
              <a:gd name="connsiteY23" fmla="*/ 240618 h 4939827"/>
              <a:gd name="connsiteX24" fmla="*/ 8406759 w 12192000"/>
              <a:gd name="connsiteY24" fmla="*/ 232517 h 4939827"/>
              <a:gd name="connsiteX25" fmla="*/ 8426506 w 12192000"/>
              <a:gd name="connsiteY25" fmla="*/ 241842 h 4939827"/>
              <a:gd name="connsiteX26" fmla="*/ 8427949 w 12192000"/>
              <a:gd name="connsiteY26" fmla="*/ 240981 h 4939827"/>
              <a:gd name="connsiteX27" fmla="*/ 8441468 w 12192000"/>
              <a:gd name="connsiteY27" fmla="*/ 241157 h 4939827"/>
              <a:gd name="connsiteX28" fmla="*/ 8565757 w 12192000"/>
              <a:gd name="connsiteY28" fmla="*/ 255317 h 4939827"/>
              <a:gd name="connsiteX29" fmla="*/ 8573171 w 12192000"/>
              <a:gd name="connsiteY29" fmla="*/ 258426 h 4939827"/>
              <a:gd name="connsiteX30" fmla="*/ 8573548 w 12192000"/>
              <a:gd name="connsiteY30" fmla="*/ 258241 h 4939827"/>
              <a:gd name="connsiteX31" fmla="*/ 8581827 w 12192000"/>
              <a:gd name="connsiteY31" fmla="*/ 261028 h 4939827"/>
              <a:gd name="connsiteX32" fmla="*/ 8586687 w 12192000"/>
              <a:gd name="connsiteY32" fmla="*/ 264089 h 4939827"/>
              <a:gd name="connsiteX33" fmla="*/ 8601067 w 12192000"/>
              <a:gd name="connsiteY33" fmla="*/ 270114 h 4939827"/>
              <a:gd name="connsiteX34" fmla="*/ 8672650 w 12192000"/>
              <a:gd name="connsiteY34" fmla="*/ 254821 h 4939827"/>
              <a:gd name="connsiteX35" fmla="*/ 8785543 w 12192000"/>
              <a:gd name="connsiteY35" fmla="*/ 263406 h 4939827"/>
              <a:gd name="connsiteX36" fmla="*/ 8830588 w 12192000"/>
              <a:gd name="connsiteY36" fmla="*/ 265483 h 4939827"/>
              <a:gd name="connsiteX37" fmla="*/ 8905142 w 12192000"/>
              <a:gd name="connsiteY37" fmla="*/ 264958 h 4939827"/>
              <a:gd name="connsiteX38" fmla="*/ 8968582 w 12192000"/>
              <a:gd name="connsiteY38" fmla="*/ 262728 h 4939827"/>
              <a:gd name="connsiteX39" fmla="*/ 8972994 w 12192000"/>
              <a:gd name="connsiteY39" fmla="*/ 263284 h 4939827"/>
              <a:gd name="connsiteX40" fmla="*/ 9004605 w 12192000"/>
              <a:gd name="connsiteY40" fmla="*/ 258041 h 4939827"/>
              <a:gd name="connsiteX41" fmla="*/ 9016165 w 12192000"/>
              <a:gd name="connsiteY41" fmla="*/ 261258 h 4939827"/>
              <a:gd name="connsiteX42" fmla="*/ 9043297 w 12192000"/>
              <a:gd name="connsiteY42" fmla="*/ 281547 h 4939827"/>
              <a:gd name="connsiteX43" fmla="*/ 9048315 w 12192000"/>
              <a:gd name="connsiteY43" fmla="*/ 279264 h 4939827"/>
              <a:gd name="connsiteX44" fmla="*/ 9054706 w 12192000"/>
              <a:gd name="connsiteY44" fmla="*/ 278538 h 4939827"/>
              <a:gd name="connsiteX45" fmla="*/ 9070919 w 12192000"/>
              <a:gd name="connsiteY45" fmla="*/ 281810 h 4939827"/>
              <a:gd name="connsiteX46" fmla="*/ 9076813 w 12192000"/>
              <a:gd name="connsiteY46" fmla="*/ 283909 h 4939827"/>
              <a:gd name="connsiteX47" fmla="*/ 9085871 w 12192000"/>
              <a:gd name="connsiteY47" fmla="*/ 285133 h 4939827"/>
              <a:gd name="connsiteX48" fmla="*/ 9086159 w 12192000"/>
              <a:gd name="connsiteY48" fmla="*/ 284887 h 4939827"/>
              <a:gd name="connsiteX49" fmla="*/ 9134606 w 12192000"/>
              <a:gd name="connsiteY49" fmla="*/ 288168 h 4939827"/>
              <a:gd name="connsiteX50" fmla="*/ 9195590 w 12192000"/>
              <a:gd name="connsiteY50" fmla="*/ 279568 h 4939827"/>
              <a:gd name="connsiteX51" fmla="*/ 9219336 w 12192000"/>
              <a:gd name="connsiteY51" fmla="*/ 278133 h 4939827"/>
              <a:gd name="connsiteX52" fmla="*/ 9232362 w 12192000"/>
              <a:gd name="connsiteY52" fmla="*/ 275894 h 4939827"/>
              <a:gd name="connsiteX53" fmla="*/ 9233396 w 12192000"/>
              <a:gd name="connsiteY53" fmla="*/ 274803 h 4939827"/>
              <a:gd name="connsiteX54" fmla="*/ 9256213 w 12192000"/>
              <a:gd name="connsiteY54" fmla="*/ 281576 h 4939827"/>
              <a:gd name="connsiteX55" fmla="*/ 9262377 w 12192000"/>
              <a:gd name="connsiteY55" fmla="*/ 286635 h 4939827"/>
              <a:gd name="connsiteX56" fmla="*/ 9287089 w 12192000"/>
              <a:gd name="connsiteY56" fmla="*/ 303891 h 4939827"/>
              <a:gd name="connsiteX57" fmla="*/ 9371484 w 12192000"/>
              <a:gd name="connsiteY57" fmla="*/ 329634 h 4939827"/>
              <a:gd name="connsiteX58" fmla="*/ 9404829 w 12192000"/>
              <a:gd name="connsiteY58" fmla="*/ 339038 h 4939827"/>
              <a:gd name="connsiteX59" fmla="*/ 9427021 w 12192000"/>
              <a:gd name="connsiteY59" fmla="*/ 358784 h 4939827"/>
              <a:gd name="connsiteX60" fmla="*/ 9670844 w 12192000"/>
              <a:gd name="connsiteY60" fmla="*/ 405128 h 4939827"/>
              <a:gd name="connsiteX61" fmla="*/ 9816083 w 12192000"/>
              <a:gd name="connsiteY61" fmla="*/ 416573 h 4939827"/>
              <a:gd name="connsiteX62" fmla="*/ 9936741 w 12192000"/>
              <a:gd name="connsiteY62" fmla="*/ 437044 h 4939827"/>
              <a:gd name="connsiteX63" fmla="*/ 10050093 w 12192000"/>
              <a:gd name="connsiteY63" fmla="*/ 443783 h 4939827"/>
              <a:gd name="connsiteX64" fmla="*/ 10130090 w 12192000"/>
              <a:gd name="connsiteY64" fmla="*/ 459520 h 4939827"/>
              <a:gd name="connsiteX65" fmla="*/ 10173456 w 12192000"/>
              <a:gd name="connsiteY65" fmla="*/ 457749 h 4939827"/>
              <a:gd name="connsiteX66" fmla="*/ 10218232 w 12192000"/>
              <a:gd name="connsiteY66" fmla="*/ 459820 h 4939827"/>
              <a:gd name="connsiteX67" fmla="*/ 10354176 w 12192000"/>
              <a:gd name="connsiteY67" fmla="*/ 471377 h 4939827"/>
              <a:gd name="connsiteX68" fmla="*/ 10430681 w 12192000"/>
              <a:gd name="connsiteY68" fmla="*/ 481226 h 4939827"/>
              <a:gd name="connsiteX69" fmla="*/ 10478169 w 12192000"/>
              <a:gd name="connsiteY69" fmla="*/ 481774 h 4939827"/>
              <a:gd name="connsiteX70" fmla="*/ 10540907 w 12192000"/>
              <a:gd name="connsiteY70" fmla="*/ 485607 h 4939827"/>
              <a:gd name="connsiteX71" fmla="*/ 10614941 w 12192000"/>
              <a:gd name="connsiteY71" fmla="*/ 487592 h 4939827"/>
              <a:gd name="connsiteX72" fmla="*/ 10674098 w 12192000"/>
              <a:gd name="connsiteY72" fmla="*/ 521656 h 4939827"/>
              <a:gd name="connsiteX73" fmla="*/ 10874834 w 12192000"/>
              <a:gd name="connsiteY73" fmla="*/ 574867 h 4939827"/>
              <a:gd name="connsiteX74" fmla="*/ 10944981 w 12192000"/>
              <a:gd name="connsiteY74" fmla="*/ 615042 h 4939827"/>
              <a:gd name="connsiteX75" fmla="*/ 11006376 w 12192000"/>
              <a:gd name="connsiteY75" fmla="*/ 645957 h 4939827"/>
              <a:gd name="connsiteX76" fmla="*/ 11076308 w 12192000"/>
              <a:gd name="connsiteY76" fmla="*/ 675698 h 4939827"/>
              <a:gd name="connsiteX77" fmla="*/ 11148789 w 12192000"/>
              <a:gd name="connsiteY77" fmla="*/ 685041 h 4939827"/>
              <a:gd name="connsiteX78" fmla="*/ 11249129 w 12192000"/>
              <a:gd name="connsiteY78" fmla="*/ 684218 h 4939827"/>
              <a:gd name="connsiteX79" fmla="*/ 11299915 w 12192000"/>
              <a:gd name="connsiteY79" fmla="*/ 692177 h 4939827"/>
              <a:gd name="connsiteX80" fmla="*/ 11386973 w 12192000"/>
              <a:gd name="connsiteY80" fmla="*/ 708209 h 4939827"/>
              <a:gd name="connsiteX81" fmla="*/ 11500105 w 12192000"/>
              <a:gd name="connsiteY81" fmla="*/ 735014 h 4939827"/>
              <a:gd name="connsiteX82" fmla="*/ 11621735 w 12192000"/>
              <a:gd name="connsiteY82" fmla="*/ 789584 h 4939827"/>
              <a:gd name="connsiteX83" fmla="*/ 11691200 w 12192000"/>
              <a:gd name="connsiteY83" fmla="*/ 867902 h 4939827"/>
              <a:gd name="connsiteX84" fmla="*/ 11819427 w 12192000"/>
              <a:gd name="connsiteY84" fmla="*/ 911634 h 4939827"/>
              <a:gd name="connsiteX85" fmla="*/ 11969720 w 12192000"/>
              <a:gd name="connsiteY85" fmla="*/ 964737 h 4939827"/>
              <a:gd name="connsiteX86" fmla="*/ 12055766 w 12192000"/>
              <a:gd name="connsiteY86" fmla="*/ 991268 h 4939827"/>
              <a:gd name="connsiteX87" fmla="*/ 12171539 w 12192000"/>
              <a:gd name="connsiteY87" fmla="*/ 995427 h 4939827"/>
              <a:gd name="connsiteX88" fmla="*/ 12187831 w 12192000"/>
              <a:gd name="connsiteY88" fmla="*/ 996580 h 4939827"/>
              <a:gd name="connsiteX89" fmla="*/ 12192000 w 12192000"/>
              <a:gd name="connsiteY89" fmla="*/ 996726 h 4939827"/>
              <a:gd name="connsiteX90" fmla="*/ 12192000 w 12192000"/>
              <a:gd name="connsiteY90" fmla="*/ 4939827 h 4939827"/>
              <a:gd name="connsiteX91" fmla="*/ 0 w 12192000"/>
              <a:gd name="connsiteY91" fmla="*/ 4939827 h 4939827"/>
              <a:gd name="connsiteX92" fmla="*/ 0 w 12192000"/>
              <a:gd name="connsiteY92" fmla="*/ 512043 h 4939827"/>
              <a:gd name="connsiteX93" fmla="*/ 7381 w 12192000"/>
              <a:gd name="connsiteY93" fmla="*/ 512580 h 4939827"/>
              <a:gd name="connsiteX94" fmla="*/ 100029 w 12192000"/>
              <a:gd name="connsiteY94" fmla="*/ 504758 h 4939827"/>
              <a:gd name="connsiteX95" fmla="*/ 155244 w 12192000"/>
              <a:gd name="connsiteY95" fmla="*/ 525130 h 4939827"/>
              <a:gd name="connsiteX96" fmla="*/ 254366 w 12192000"/>
              <a:gd name="connsiteY96" fmla="*/ 534449 h 4939827"/>
              <a:gd name="connsiteX97" fmla="*/ 447292 w 12192000"/>
              <a:gd name="connsiteY97" fmla="*/ 542725 h 4939827"/>
              <a:gd name="connsiteX98" fmla="*/ 628105 w 12192000"/>
              <a:gd name="connsiteY98" fmla="*/ 547853 h 4939827"/>
              <a:gd name="connsiteX99" fmla="*/ 783146 w 12192000"/>
              <a:gd name="connsiteY99" fmla="*/ 591799 h 4939827"/>
              <a:gd name="connsiteX100" fmla="*/ 1043676 w 12192000"/>
              <a:gd name="connsiteY100" fmla="*/ 591887 h 4939827"/>
              <a:gd name="connsiteX101" fmla="*/ 1281816 w 12192000"/>
              <a:gd name="connsiteY101" fmla="*/ 520946 h 4939827"/>
              <a:gd name="connsiteX102" fmla="*/ 1486347 w 12192000"/>
              <a:gd name="connsiteY102" fmla="*/ 487310 h 4939827"/>
              <a:gd name="connsiteX103" fmla="*/ 1568079 w 12192000"/>
              <a:gd name="connsiteY103" fmla="*/ 462531 h 4939827"/>
              <a:gd name="connsiteX104" fmla="*/ 1622516 w 12192000"/>
              <a:gd name="connsiteY104" fmla="*/ 466058 h 4939827"/>
              <a:gd name="connsiteX105" fmla="*/ 1655457 w 12192000"/>
              <a:gd name="connsiteY105" fmla="*/ 465359 h 4939827"/>
              <a:gd name="connsiteX106" fmla="*/ 1717454 w 12192000"/>
              <a:gd name="connsiteY106" fmla="*/ 417203 h 4939827"/>
              <a:gd name="connsiteX107" fmla="*/ 1913794 w 12192000"/>
              <a:gd name="connsiteY107" fmla="*/ 365255 h 4939827"/>
              <a:gd name="connsiteX108" fmla="*/ 2129762 w 12192000"/>
              <a:gd name="connsiteY108" fmla="*/ 367832 h 4939827"/>
              <a:gd name="connsiteX109" fmla="*/ 2376970 w 12192000"/>
              <a:gd name="connsiteY109" fmla="*/ 350129 h 4939827"/>
              <a:gd name="connsiteX110" fmla="*/ 2480155 w 12192000"/>
              <a:gd name="connsiteY110" fmla="*/ 359227 h 4939827"/>
              <a:gd name="connsiteX111" fmla="*/ 2586782 w 12192000"/>
              <a:gd name="connsiteY111" fmla="*/ 339352 h 4939827"/>
              <a:gd name="connsiteX112" fmla="*/ 2654496 w 12192000"/>
              <a:gd name="connsiteY112" fmla="*/ 315431 h 4939827"/>
              <a:gd name="connsiteX113" fmla="*/ 2788947 w 12192000"/>
              <a:gd name="connsiteY113" fmla="*/ 250375 h 4939827"/>
              <a:gd name="connsiteX114" fmla="*/ 2965530 w 12192000"/>
              <a:gd name="connsiteY114" fmla="*/ 245958 h 4939827"/>
              <a:gd name="connsiteX115" fmla="*/ 3103677 w 12192000"/>
              <a:gd name="connsiteY115" fmla="*/ 209527 h 4939827"/>
              <a:gd name="connsiteX116" fmla="*/ 3126759 w 12192000"/>
              <a:gd name="connsiteY116" fmla="*/ 211226 h 4939827"/>
              <a:gd name="connsiteX117" fmla="*/ 3164020 w 12192000"/>
              <a:gd name="connsiteY117" fmla="*/ 212779 h 4939827"/>
              <a:gd name="connsiteX118" fmla="*/ 3285019 w 12192000"/>
              <a:gd name="connsiteY118" fmla="*/ 220535 h 4939827"/>
              <a:gd name="connsiteX119" fmla="*/ 3365154 w 12192000"/>
              <a:gd name="connsiteY119" fmla="*/ 226416 h 4939827"/>
              <a:gd name="connsiteX120" fmla="*/ 3367507 w 12192000"/>
              <a:gd name="connsiteY120" fmla="*/ 225416 h 4939827"/>
              <a:gd name="connsiteX121" fmla="*/ 3387567 w 12192000"/>
              <a:gd name="connsiteY121" fmla="*/ 227103 h 4939827"/>
              <a:gd name="connsiteX122" fmla="*/ 3498001 w 12192000"/>
              <a:gd name="connsiteY122" fmla="*/ 231941 h 4939827"/>
              <a:gd name="connsiteX123" fmla="*/ 3561557 w 12192000"/>
              <a:gd name="connsiteY123" fmla="*/ 228095 h 4939827"/>
              <a:gd name="connsiteX124" fmla="*/ 3611920 w 12192000"/>
              <a:gd name="connsiteY124" fmla="*/ 218094 h 4939827"/>
              <a:gd name="connsiteX125" fmla="*/ 3620528 w 12192000"/>
              <a:gd name="connsiteY125" fmla="*/ 218788 h 4939827"/>
              <a:gd name="connsiteX126" fmla="*/ 3620766 w 12192000"/>
              <a:gd name="connsiteY126" fmla="*/ 218511 h 4939827"/>
              <a:gd name="connsiteX127" fmla="*/ 3629977 w 12192000"/>
              <a:gd name="connsiteY127" fmla="*/ 218664 h 4939827"/>
              <a:gd name="connsiteX128" fmla="*/ 3636217 w 12192000"/>
              <a:gd name="connsiteY128" fmla="*/ 220048 h 4939827"/>
              <a:gd name="connsiteX129" fmla="*/ 3709484 w 12192000"/>
              <a:gd name="connsiteY129" fmla="*/ 186927 h 4939827"/>
              <a:gd name="connsiteX130" fmla="*/ 3761342 w 12192000"/>
              <a:gd name="connsiteY130" fmla="*/ 177474 h 4939827"/>
              <a:gd name="connsiteX131" fmla="*/ 3799748 w 12192000"/>
              <a:gd name="connsiteY131" fmla="*/ 167154 h 4939827"/>
              <a:gd name="connsiteX132" fmla="*/ 3922756 w 12192000"/>
              <a:gd name="connsiteY132" fmla="*/ 194044 h 4939827"/>
              <a:gd name="connsiteX133" fmla="*/ 4028476 w 12192000"/>
              <a:gd name="connsiteY133" fmla="*/ 223679 h 4939827"/>
              <a:gd name="connsiteX134" fmla="*/ 4191582 w 12192000"/>
              <a:gd name="connsiteY134" fmla="*/ 238952 h 4939827"/>
              <a:gd name="connsiteX135" fmla="*/ 4251024 w 12192000"/>
              <a:gd name="connsiteY135" fmla="*/ 240874 h 4939827"/>
              <a:gd name="connsiteX136" fmla="*/ 4355275 w 12192000"/>
              <a:gd name="connsiteY136" fmla="*/ 260205 h 4939827"/>
              <a:gd name="connsiteX137" fmla="*/ 4423807 w 12192000"/>
              <a:gd name="connsiteY137" fmla="*/ 270366 h 4939827"/>
              <a:gd name="connsiteX138" fmla="*/ 4558432 w 12192000"/>
              <a:gd name="connsiteY138" fmla="*/ 269194 h 4939827"/>
              <a:gd name="connsiteX139" fmla="*/ 4635061 w 12192000"/>
              <a:gd name="connsiteY139" fmla="*/ 280682 h 4939827"/>
              <a:gd name="connsiteX140" fmla="*/ 4807427 w 12192000"/>
              <a:gd name="connsiteY140" fmla="*/ 276835 h 4939827"/>
              <a:gd name="connsiteX141" fmla="*/ 5028933 w 12192000"/>
              <a:gd name="connsiteY141" fmla="*/ 183887 h 4939827"/>
              <a:gd name="connsiteX142" fmla="*/ 5093642 w 12192000"/>
              <a:gd name="connsiteY142" fmla="*/ 177214 h 4939827"/>
              <a:gd name="connsiteX143" fmla="*/ 5102642 w 12192000"/>
              <a:gd name="connsiteY143" fmla="*/ 186816 h 4939827"/>
              <a:gd name="connsiteX144" fmla="*/ 5193590 w 12192000"/>
              <a:gd name="connsiteY144" fmla="*/ 156458 h 4939827"/>
              <a:gd name="connsiteX145" fmla="*/ 5323922 w 12192000"/>
              <a:gd name="connsiteY145" fmla="*/ 146332 h 4939827"/>
              <a:gd name="connsiteX146" fmla="*/ 5421860 w 12192000"/>
              <a:gd name="connsiteY146" fmla="*/ 167298 h 4939827"/>
              <a:gd name="connsiteX147" fmla="*/ 5476948 w 12192000"/>
              <a:gd name="connsiteY147" fmla="*/ 173249 h 4939827"/>
              <a:gd name="connsiteX148" fmla="*/ 5516842 w 12192000"/>
              <a:gd name="connsiteY148" fmla="*/ 184018 h 4939827"/>
              <a:gd name="connsiteX149" fmla="*/ 5619415 w 12192000"/>
              <a:gd name="connsiteY149" fmla="*/ 176781 h 4939827"/>
              <a:gd name="connsiteX150" fmla="*/ 5789867 w 12192000"/>
              <a:gd name="connsiteY150" fmla="*/ 150304 h 4939827"/>
              <a:gd name="connsiteX151" fmla="*/ 5825953 w 12192000"/>
              <a:gd name="connsiteY151" fmla="*/ 147907 h 4939827"/>
              <a:gd name="connsiteX152" fmla="*/ 5856168 w 12192000"/>
              <a:gd name="connsiteY152" fmla="*/ 158719 h 4939827"/>
              <a:gd name="connsiteX153" fmla="*/ 5862476 w 12192000"/>
              <a:gd name="connsiteY153" fmla="*/ 172447 h 4939827"/>
              <a:gd name="connsiteX154" fmla="*/ 5882195 w 12192000"/>
              <a:gd name="connsiteY154" fmla="*/ 173195 h 4939827"/>
              <a:gd name="connsiteX155" fmla="*/ 5887271 w 12192000"/>
              <a:gd name="connsiteY155" fmla="*/ 176084 h 4939827"/>
              <a:gd name="connsiteX156" fmla="*/ 5921577 w 12192000"/>
              <a:gd name="connsiteY156" fmla="*/ 169858 h 4939827"/>
              <a:gd name="connsiteX157" fmla="*/ 5983240 w 12192000"/>
              <a:gd name="connsiteY157" fmla="*/ 152755 h 4939827"/>
              <a:gd name="connsiteX158" fmla="*/ 6152287 w 12192000"/>
              <a:gd name="connsiteY158" fmla="*/ 116736 h 4939827"/>
              <a:gd name="connsiteX159" fmla="*/ 6415830 w 12192000"/>
              <a:gd name="connsiteY159" fmla="*/ 136006 h 4939827"/>
              <a:gd name="connsiteX160" fmla="*/ 6756965 w 12192000"/>
              <a:gd name="connsiteY160" fmla="*/ 57636 h 4939827"/>
              <a:gd name="connsiteX161" fmla="*/ 6819400 w 12192000"/>
              <a:gd name="connsiteY161" fmla="*/ 30742 h 4939827"/>
              <a:gd name="connsiteX162" fmla="*/ 6986370 w 12192000"/>
              <a:gd name="connsiteY162" fmla="*/ 12659 h 4939827"/>
              <a:gd name="connsiteX163" fmla="*/ 6989536 w 12192000"/>
              <a:gd name="connsiteY163" fmla="*/ 14528 h 4939827"/>
              <a:gd name="connsiteX164" fmla="*/ 7015933 w 12192000"/>
              <a:gd name="connsiteY164" fmla="*/ 9653 h 4939827"/>
              <a:gd name="connsiteX165" fmla="*/ 7020592 w 12192000"/>
              <a:gd name="connsiteY165" fmla="*/ 1651 h 4939827"/>
              <a:gd name="connsiteX166" fmla="*/ 7025905 w 12192000"/>
              <a:gd name="connsiteY166" fmla="*/ 0 h 4939827"/>
              <a:gd name="connsiteX0" fmla="*/ 7025905 w 12192000"/>
              <a:gd name="connsiteY0" fmla="*/ 0 h 4939827"/>
              <a:gd name="connsiteX1" fmla="*/ 7032579 w 12192000"/>
              <a:gd name="connsiteY1" fmla="*/ 2808 h 4939827"/>
              <a:gd name="connsiteX2" fmla="*/ 7079505 w 12192000"/>
              <a:gd name="connsiteY2" fmla="*/ 12971 h 4939827"/>
              <a:gd name="connsiteX3" fmla="*/ 7158791 w 12192000"/>
              <a:gd name="connsiteY3" fmla="*/ 12462 h 4939827"/>
              <a:gd name="connsiteX4" fmla="*/ 7233338 w 12192000"/>
              <a:gd name="connsiteY4" fmla="*/ 24846 h 4939827"/>
              <a:gd name="connsiteX5" fmla="*/ 7259791 w 12192000"/>
              <a:gd name="connsiteY5" fmla="*/ 29557 h 4939827"/>
              <a:gd name="connsiteX6" fmla="*/ 7263923 w 12192000"/>
              <a:gd name="connsiteY6" fmla="*/ 35029 h 4939827"/>
              <a:gd name="connsiteX7" fmla="*/ 7281549 w 12192000"/>
              <a:gd name="connsiteY7" fmla="*/ 39654 h 4939827"/>
              <a:gd name="connsiteX8" fmla="*/ 7374735 w 12192000"/>
              <a:gd name="connsiteY8" fmla="*/ 65326 h 4939827"/>
              <a:gd name="connsiteX9" fmla="*/ 7376078 w 12192000"/>
              <a:gd name="connsiteY9" fmla="*/ 63849 h 4939827"/>
              <a:gd name="connsiteX10" fmla="*/ 7402026 w 12192000"/>
              <a:gd name="connsiteY10" fmla="*/ 60308 h 4939827"/>
              <a:gd name="connsiteX11" fmla="*/ 7415091 w 12192000"/>
              <a:gd name="connsiteY11" fmla="*/ 77403 h 4939827"/>
              <a:gd name="connsiteX12" fmla="*/ 7488682 w 12192000"/>
              <a:gd name="connsiteY12" fmla="*/ 83440 h 4939827"/>
              <a:gd name="connsiteX13" fmla="*/ 7588044 w 12192000"/>
              <a:gd name="connsiteY13" fmla="*/ 110756 h 4939827"/>
              <a:gd name="connsiteX14" fmla="*/ 7732750 w 12192000"/>
              <a:gd name="connsiteY14" fmla="*/ 145456 h 4939827"/>
              <a:gd name="connsiteX15" fmla="*/ 7785900 w 12192000"/>
              <a:gd name="connsiteY15" fmla="*/ 154493 h 4939827"/>
              <a:gd name="connsiteX16" fmla="*/ 7877301 w 12192000"/>
              <a:gd name="connsiteY16" fmla="*/ 186153 h 4939827"/>
              <a:gd name="connsiteX17" fmla="*/ 7952584 w 12192000"/>
              <a:gd name="connsiteY17" fmla="*/ 170181 h 4939827"/>
              <a:gd name="connsiteX18" fmla="*/ 8009534 w 12192000"/>
              <a:gd name="connsiteY18" fmla="*/ 176441 h 4939827"/>
              <a:gd name="connsiteX19" fmla="*/ 8058681 w 12192000"/>
              <a:gd name="connsiteY19" fmla="*/ 219431 h 4939827"/>
              <a:gd name="connsiteX20" fmla="*/ 8126175 w 12192000"/>
              <a:gd name="connsiteY20" fmla="*/ 240005 h 4939827"/>
              <a:gd name="connsiteX21" fmla="*/ 8166439 w 12192000"/>
              <a:gd name="connsiteY21" fmla="*/ 252699 h 4939827"/>
              <a:gd name="connsiteX22" fmla="*/ 8281371 w 12192000"/>
              <a:gd name="connsiteY22" fmla="*/ 256875 h 4939827"/>
              <a:gd name="connsiteX23" fmla="*/ 8381609 w 12192000"/>
              <a:gd name="connsiteY23" fmla="*/ 240618 h 4939827"/>
              <a:gd name="connsiteX24" fmla="*/ 8406759 w 12192000"/>
              <a:gd name="connsiteY24" fmla="*/ 232517 h 4939827"/>
              <a:gd name="connsiteX25" fmla="*/ 8426506 w 12192000"/>
              <a:gd name="connsiteY25" fmla="*/ 241842 h 4939827"/>
              <a:gd name="connsiteX26" fmla="*/ 8427949 w 12192000"/>
              <a:gd name="connsiteY26" fmla="*/ 240981 h 4939827"/>
              <a:gd name="connsiteX27" fmla="*/ 8441468 w 12192000"/>
              <a:gd name="connsiteY27" fmla="*/ 241157 h 4939827"/>
              <a:gd name="connsiteX28" fmla="*/ 8565757 w 12192000"/>
              <a:gd name="connsiteY28" fmla="*/ 255317 h 4939827"/>
              <a:gd name="connsiteX29" fmla="*/ 8573171 w 12192000"/>
              <a:gd name="connsiteY29" fmla="*/ 258426 h 4939827"/>
              <a:gd name="connsiteX30" fmla="*/ 8573548 w 12192000"/>
              <a:gd name="connsiteY30" fmla="*/ 258241 h 4939827"/>
              <a:gd name="connsiteX31" fmla="*/ 8581827 w 12192000"/>
              <a:gd name="connsiteY31" fmla="*/ 261028 h 4939827"/>
              <a:gd name="connsiteX32" fmla="*/ 8586687 w 12192000"/>
              <a:gd name="connsiteY32" fmla="*/ 264089 h 4939827"/>
              <a:gd name="connsiteX33" fmla="*/ 8601067 w 12192000"/>
              <a:gd name="connsiteY33" fmla="*/ 270114 h 4939827"/>
              <a:gd name="connsiteX34" fmla="*/ 8672650 w 12192000"/>
              <a:gd name="connsiteY34" fmla="*/ 254821 h 4939827"/>
              <a:gd name="connsiteX35" fmla="*/ 8785543 w 12192000"/>
              <a:gd name="connsiteY35" fmla="*/ 263406 h 4939827"/>
              <a:gd name="connsiteX36" fmla="*/ 8830588 w 12192000"/>
              <a:gd name="connsiteY36" fmla="*/ 265483 h 4939827"/>
              <a:gd name="connsiteX37" fmla="*/ 8905142 w 12192000"/>
              <a:gd name="connsiteY37" fmla="*/ 264958 h 4939827"/>
              <a:gd name="connsiteX38" fmla="*/ 8968582 w 12192000"/>
              <a:gd name="connsiteY38" fmla="*/ 262728 h 4939827"/>
              <a:gd name="connsiteX39" fmla="*/ 8972994 w 12192000"/>
              <a:gd name="connsiteY39" fmla="*/ 263284 h 4939827"/>
              <a:gd name="connsiteX40" fmla="*/ 9004605 w 12192000"/>
              <a:gd name="connsiteY40" fmla="*/ 258041 h 4939827"/>
              <a:gd name="connsiteX41" fmla="*/ 9016165 w 12192000"/>
              <a:gd name="connsiteY41" fmla="*/ 261258 h 4939827"/>
              <a:gd name="connsiteX42" fmla="*/ 9043297 w 12192000"/>
              <a:gd name="connsiteY42" fmla="*/ 281547 h 4939827"/>
              <a:gd name="connsiteX43" fmla="*/ 9048315 w 12192000"/>
              <a:gd name="connsiteY43" fmla="*/ 279264 h 4939827"/>
              <a:gd name="connsiteX44" fmla="*/ 9054706 w 12192000"/>
              <a:gd name="connsiteY44" fmla="*/ 278538 h 4939827"/>
              <a:gd name="connsiteX45" fmla="*/ 9070919 w 12192000"/>
              <a:gd name="connsiteY45" fmla="*/ 281810 h 4939827"/>
              <a:gd name="connsiteX46" fmla="*/ 9076813 w 12192000"/>
              <a:gd name="connsiteY46" fmla="*/ 283909 h 4939827"/>
              <a:gd name="connsiteX47" fmla="*/ 9085871 w 12192000"/>
              <a:gd name="connsiteY47" fmla="*/ 285133 h 4939827"/>
              <a:gd name="connsiteX48" fmla="*/ 9086159 w 12192000"/>
              <a:gd name="connsiteY48" fmla="*/ 284887 h 4939827"/>
              <a:gd name="connsiteX49" fmla="*/ 9134606 w 12192000"/>
              <a:gd name="connsiteY49" fmla="*/ 288168 h 4939827"/>
              <a:gd name="connsiteX50" fmla="*/ 9195590 w 12192000"/>
              <a:gd name="connsiteY50" fmla="*/ 279568 h 4939827"/>
              <a:gd name="connsiteX51" fmla="*/ 9219336 w 12192000"/>
              <a:gd name="connsiteY51" fmla="*/ 278133 h 4939827"/>
              <a:gd name="connsiteX52" fmla="*/ 9232362 w 12192000"/>
              <a:gd name="connsiteY52" fmla="*/ 275894 h 4939827"/>
              <a:gd name="connsiteX53" fmla="*/ 9233396 w 12192000"/>
              <a:gd name="connsiteY53" fmla="*/ 274803 h 4939827"/>
              <a:gd name="connsiteX54" fmla="*/ 9256213 w 12192000"/>
              <a:gd name="connsiteY54" fmla="*/ 281576 h 4939827"/>
              <a:gd name="connsiteX55" fmla="*/ 9262377 w 12192000"/>
              <a:gd name="connsiteY55" fmla="*/ 286635 h 4939827"/>
              <a:gd name="connsiteX56" fmla="*/ 9287089 w 12192000"/>
              <a:gd name="connsiteY56" fmla="*/ 303891 h 4939827"/>
              <a:gd name="connsiteX57" fmla="*/ 9371484 w 12192000"/>
              <a:gd name="connsiteY57" fmla="*/ 329634 h 4939827"/>
              <a:gd name="connsiteX58" fmla="*/ 9404829 w 12192000"/>
              <a:gd name="connsiteY58" fmla="*/ 339038 h 4939827"/>
              <a:gd name="connsiteX59" fmla="*/ 9427021 w 12192000"/>
              <a:gd name="connsiteY59" fmla="*/ 358784 h 4939827"/>
              <a:gd name="connsiteX60" fmla="*/ 9670844 w 12192000"/>
              <a:gd name="connsiteY60" fmla="*/ 405128 h 4939827"/>
              <a:gd name="connsiteX61" fmla="*/ 9816083 w 12192000"/>
              <a:gd name="connsiteY61" fmla="*/ 416573 h 4939827"/>
              <a:gd name="connsiteX62" fmla="*/ 9936741 w 12192000"/>
              <a:gd name="connsiteY62" fmla="*/ 437044 h 4939827"/>
              <a:gd name="connsiteX63" fmla="*/ 10050093 w 12192000"/>
              <a:gd name="connsiteY63" fmla="*/ 443783 h 4939827"/>
              <a:gd name="connsiteX64" fmla="*/ 10130090 w 12192000"/>
              <a:gd name="connsiteY64" fmla="*/ 459520 h 4939827"/>
              <a:gd name="connsiteX65" fmla="*/ 10173456 w 12192000"/>
              <a:gd name="connsiteY65" fmla="*/ 457749 h 4939827"/>
              <a:gd name="connsiteX66" fmla="*/ 10218232 w 12192000"/>
              <a:gd name="connsiteY66" fmla="*/ 459820 h 4939827"/>
              <a:gd name="connsiteX67" fmla="*/ 10354176 w 12192000"/>
              <a:gd name="connsiteY67" fmla="*/ 471377 h 4939827"/>
              <a:gd name="connsiteX68" fmla="*/ 10430681 w 12192000"/>
              <a:gd name="connsiteY68" fmla="*/ 481226 h 4939827"/>
              <a:gd name="connsiteX69" fmla="*/ 10478169 w 12192000"/>
              <a:gd name="connsiteY69" fmla="*/ 481774 h 4939827"/>
              <a:gd name="connsiteX70" fmla="*/ 10540907 w 12192000"/>
              <a:gd name="connsiteY70" fmla="*/ 485607 h 4939827"/>
              <a:gd name="connsiteX71" fmla="*/ 10614941 w 12192000"/>
              <a:gd name="connsiteY71" fmla="*/ 487592 h 4939827"/>
              <a:gd name="connsiteX72" fmla="*/ 10674098 w 12192000"/>
              <a:gd name="connsiteY72" fmla="*/ 521656 h 4939827"/>
              <a:gd name="connsiteX73" fmla="*/ 10874834 w 12192000"/>
              <a:gd name="connsiteY73" fmla="*/ 574867 h 4939827"/>
              <a:gd name="connsiteX74" fmla="*/ 10944981 w 12192000"/>
              <a:gd name="connsiteY74" fmla="*/ 615042 h 4939827"/>
              <a:gd name="connsiteX75" fmla="*/ 11006376 w 12192000"/>
              <a:gd name="connsiteY75" fmla="*/ 645957 h 4939827"/>
              <a:gd name="connsiteX76" fmla="*/ 11076308 w 12192000"/>
              <a:gd name="connsiteY76" fmla="*/ 675698 h 4939827"/>
              <a:gd name="connsiteX77" fmla="*/ 11148789 w 12192000"/>
              <a:gd name="connsiteY77" fmla="*/ 685041 h 4939827"/>
              <a:gd name="connsiteX78" fmla="*/ 11249129 w 12192000"/>
              <a:gd name="connsiteY78" fmla="*/ 684218 h 4939827"/>
              <a:gd name="connsiteX79" fmla="*/ 11299915 w 12192000"/>
              <a:gd name="connsiteY79" fmla="*/ 692177 h 4939827"/>
              <a:gd name="connsiteX80" fmla="*/ 11386973 w 12192000"/>
              <a:gd name="connsiteY80" fmla="*/ 708209 h 4939827"/>
              <a:gd name="connsiteX81" fmla="*/ 11500105 w 12192000"/>
              <a:gd name="connsiteY81" fmla="*/ 735014 h 4939827"/>
              <a:gd name="connsiteX82" fmla="*/ 11621735 w 12192000"/>
              <a:gd name="connsiteY82" fmla="*/ 789584 h 4939827"/>
              <a:gd name="connsiteX83" fmla="*/ 11691200 w 12192000"/>
              <a:gd name="connsiteY83" fmla="*/ 867902 h 4939827"/>
              <a:gd name="connsiteX84" fmla="*/ 11819427 w 12192000"/>
              <a:gd name="connsiteY84" fmla="*/ 911634 h 4939827"/>
              <a:gd name="connsiteX85" fmla="*/ 11969720 w 12192000"/>
              <a:gd name="connsiteY85" fmla="*/ 964737 h 4939827"/>
              <a:gd name="connsiteX86" fmla="*/ 12055766 w 12192000"/>
              <a:gd name="connsiteY86" fmla="*/ 991268 h 4939827"/>
              <a:gd name="connsiteX87" fmla="*/ 12171539 w 12192000"/>
              <a:gd name="connsiteY87" fmla="*/ 995427 h 4939827"/>
              <a:gd name="connsiteX88" fmla="*/ 12187831 w 12192000"/>
              <a:gd name="connsiteY88" fmla="*/ 996580 h 4939827"/>
              <a:gd name="connsiteX89" fmla="*/ 12192000 w 12192000"/>
              <a:gd name="connsiteY89" fmla="*/ 996726 h 4939827"/>
              <a:gd name="connsiteX90" fmla="*/ 12192000 w 12192000"/>
              <a:gd name="connsiteY90" fmla="*/ 4939827 h 4939827"/>
              <a:gd name="connsiteX91" fmla="*/ 0 w 12192000"/>
              <a:gd name="connsiteY91" fmla="*/ 4939827 h 4939827"/>
              <a:gd name="connsiteX92" fmla="*/ 0 w 12192000"/>
              <a:gd name="connsiteY92" fmla="*/ 512043 h 4939827"/>
              <a:gd name="connsiteX93" fmla="*/ 7381 w 12192000"/>
              <a:gd name="connsiteY93" fmla="*/ 512580 h 4939827"/>
              <a:gd name="connsiteX94" fmla="*/ 100029 w 12192000"/>
              <a:gd name="connsiteY94" fmla="*/ 504758 h 4939827"/>
              <a:gd name="connsiteX95" fmla="*/ 155244 w 12192000"/>
              <a:gd name="connsiteY95" fmla="*/ 525130 h 4939827"/>
              <a:gd name="connsiteX96" fmla="*/ 254366 w 12192000"/>
              <a:gd name="connsiteY96" fmla="*/ 534449 h 4939827"/>
              <a:gd name="connsiteX97" fmla="*/ 447292 w 12192000"/>
              <a:gd name="connsiteY97" fmla="*/ 542725 h 4939827"/>
              <a:gd name="connsiteX98" fmla="*/ 628105 w 12192000"/>
              <a:gd name="connsiteY98" fmla="*/ 547853 h 4939827"/>
              <a:gd name="connsiteX99" fmla="*/ 783146 w 12192000"/>
              <a:gd name="connsiteY99" fmla="*/ 591799 h 4939827"/>
              <a:gd name="connsiteX100" fmla="*/ 1043676 w 12192000"/>
              <a:gd name="connsiteY100" fmla="*/ 591887 h 4939827"/>
              <a:gd name="connsiteX101" fmla="*/ 1281816 w 12192000"/>
              <a:gd name="connsiteY101" fmla="*/ 520946 h 4939827"/>
              <a:gd name="connsiteX102" fmla="*/ 1486347 w 12192000"/>
              <a:gd name="connsiteY102" fmla="*/ 487310 h 4939827"/>
              <a:gd name="connsiteX103" fmla="*/ 1568079 w 12192000"/>
              <a:gd name="connsiteY103" fmla="*/ 462531 h 4939827"/>
              <a:gd name="connsiteX104" fmla="*/ 1622516 w 12192000"/>
              <a:gd name="connsiteY104" fmla="*/ 466058 h 4939827"/>
              <a:gd name="connsiteX105" fmla="*/ 1655457 w 12192000"/>
              <a:gd name="connsiteY105" fmla="*/ 465359 h 4939827"/>
              <a:gd name="connsiteX106" fmla="*/ 1717454 w 12192000"/>
              <a:gd name="connsiteY106" fmla="*/ 417203 h 4939827"/>
              <a:gd name="connsiteX107" fmla="*/ 1913794 w 12192000"/>
              <a:gd name="connsiteY107" fmla="*/ 365255 h 4939827"/>
              <a:gd name="connsiteX108" fmla="*/ 2129762 w 12192000"/>
              <a:gd name="connsiteY108" fmla="*/ 367832 h 4939827"/>
              <a:gd name="connsiteX109" fmla="*/ 2376970 w 12192000"/>
              <a:gd name="connsiteY109" fmla="*/ 350129 h 4939827"/>
              <a:gd name="connsiteX110" fmla="*/ 2480155 w 12192000"/>
              <a:gd name="connsiteY110" fmla="*/ 359227 h 4939827"/>
              <a:gd name="connsiteX111" fmla="*/ 2586782 w 12192000"/>
              <a:gd name="connsiteY111" fmla="*/ 339352 h 4939827"/>
              <a:gd name="connsiteX112" fmla="*/ 2654496 w 12192000"/>
              <a:gd name="connsiteY112" fmla="*/ 315431 h 4939827"/>
              <a:gd name="connsiteX113" fmla="*/ 2788947 w 12192000"/>
              <a:gd name="connsiteY113" fmla="*/ 250375 h 4939827"/>
              <a:gd name="connsiteX114" fmla="*/ 2965530 w 12192000"/>
              <a:gd name="connsiteY114" fmla="*/ 245958 h 4939827"/>
              <a:gd name="connsiteX115" fmla="*/ 3103677 w 12192000"/>
              <a:gd name="connsiteY115" fmla="*/ 209527 h 4939827"/>
              <a:gd name="connsiteX116" fmla="*/ 3126759 w 12192000"/>
              <a:gd name="connsiteY116" fmla="*/ 211226 h 4939827"/>
              <a:gd name="connsiteX117" fmla="*/ 3164020 w 12192000"/>
              <a:gd name="connsiteY117" fmla="*/ 212779 h 4939827"/>
              <a:gd name="connsiteX118" fmla="*/ 3285019 w 12192000"/>
              <a:gd name="connsiteY118" fmla="*/ 220535 h 4939827"/>
              <a:gd name="connsiteX119" fmla="*/ 3365154 w 12192000"/>
              <a:gd name="connsiteY119" fmla="*/ 226416 h 4939827"/>
              <a:gd name="connsiteX120" fmla="*/ 3367507 w 12192000"/>
              <a:gd name="connsiteY120" fmla="*/ 225416 h 4939827"/>
              <a:gd name="connsiteX121" fmla="*/ 3387567 w 12192000"/>
              <a:gd name="connsiteY121" fmla="*/ 227103 h 4939827"/>
              <a:gd name="connsiteX122" fmla="*/ 3498001 w 12192000"/>
              <a:gd name="connsiteY122" fmla="*/ 231941 h 4939827"/>
              <a:gd name="connsiteX123" fmla="*/ 3561557 w 12192000"/>
              <a:gd name="connsiteY123" fmla="*/ 228095 h 4939827"/>
              <a:gd name="connsiteX124" fmla="*/ 3611920 w 12192000"/>
              <a:gd name="connsiteY124" fmla="*/ 218094 h 4939827"/>
              <a:gd name="connsiteX125" fmla="*/ 3620528 w 12192000"/>
              <a:gd name="connsiteY125" fmla="*/ 218788 h 4939827"/>
              <a:gd name="connsiteX126" fmla="*/ 3620766 w 12192000"/>
              <a:gd name="connsiteY126" fmla="*/ 218511 h 4939827"/>
              <a:gd name="connsiteX127" fmla="*/ 3629977 w 12192000"/>
              <a:gd name="connsiteY127" fmla="*/ 218664 h 4939827"/>
              <a:gd name="connsiteX128" fmla="*/ 3636217 w 12192000"/>
              <a:gd name="connsiteY128" fmla="*/ 220048 h 4939827"/>
              <a:gd name="connsiteX129" fmla="*/ 3709484 w 12192000"/>
              <a:gd name="connsiteY129" fmla="*/ 186927 h 4939827"/>
              <a:gd name="connsiteX130" fmla="*/ 3761342 w 12192000"/>
              <a:gd name="connsiteY130" fmla="*/ 177474 h 4939827"/>
              <a:gd name="connsiteX131" fmla="*/ 3799748 w 12192000"/>
              <a:gd name="connsiteY131" fmla="*/ 167154 h 4939827"/>
              <a:gd name="connsiteX132" fmla="*/ 3922756 w 12192000"/>
              <a:gd name="connsiteY132" fmla="*/ 194044 h 4939827"/>
              <a:gd name="connsiteX133" fmla="*/ 4028476 w 12192000"/>
              <a:gd name="connsiteY133" fmla="*/ 223679 h 4939827"/>
              <a:gd name="connsiteX134" fmla="*/ 4191582 w 12192000"/>
              <a:gd name="connsiteY134" fmla="*/ 238952 h 4939827"/>
              <a:gd name="connsiteX135" fmla="*/ 4251024 w 12192000"/>
              <a:gd name="connsiteY135" fmla="*/ 240874 h 4939827"/>
              <a:gd name="connsiteX136" fmla="*/ 4355275 w 12192000"/>
              <a:gd name="connsiteY136" fmla="*/ 260205 h 4939827"/>
              <a:gd name="connsiteX137" fmla="*/ 4423807 w 12192000"/>
              <a:gd name="connsiteY137" fmla="*/ 270366 h 4939827"/>
              <a:gd name="connsiteX138" fmla="*/ 4558432 w 12192000"/>
              <a:gd name="connsiteY138" fmla="*/ 269194 h 4939827"/>
              <a:gd name="connsiteX139" fmla="*/ 4635061 w 12192000"/>
              <a:gd name="connsiteY139" fmla="*/ 280682 h 4939827"/>
              <a:gd name="connsiteX140" fmla="*/ 4807427 w 12192000"/>
              <a:gd name="connsiteY140" fmla="*/ 276835 h 4939827"/>
              <a:gd name="connsiteX141" fmla="*/ 5028933 w 12192000"/>
              <a:gd name="connsiteY141" fmla="*/ 183887 h 4939827"/>
              <a:gd name="connsiteX142" fmla="*/ 5093642 w 12192000"/>
              <a:gd name="connsiteY142" fmla="*/ 177214 h 4939827"/>
              <a:gd name="connsiteX143" fmla="*/ 5102642 w 12192000"/>
              <a:gd name="connsiteY143" fmla="*/ 186816 h 4939827"/>
              <a:gd name="connsiteX144" fmla="*/ 5193590 w 12192000"/>
              <a:gd name="connsiteY144" fmla="*/ 156458 h 4939827"/>
              <a:gd name="connsiteX145" fmla="*/ 5323922 w 12192000"/>
              <a:gd name="connsiteY145" fmla="*/ 146332 h 4939827"/>
              <a:gd name="connsiteX146" fmla="*/ 5421860 w 12192000"/>
              <a:gd name="connsiteY146" fmla="*/ 167298 h 4939827"/>
              <a:gd name="connsiteX147" fmla="*/ 5476948 w 12192000"/>
              <a:gd name="connsiteY147" fmla="*/ 173249 h 4939827"/>
              <a:gd name="connsiteX148" fmla="*/ 5516842 w 12192000"/>
              <a:gd name="connsiteY148" fmla="*/ 184018 h 4939827"/>
              <a:gd name="connsiteX149" fmla="*/ 5619415 w 12192000"/>
              <a:gd name="connsiteY149" fmla="*/ 176781 h 4939827"/>
              <a:gd name="connsiteX150" fmla="*/ 5789867 w 12192000"/>
              <a:gd name="connsiteY150" fmla="*/ 150304 h 4939827"/>
              <a:gd name="connsiteX151" fmla="*/ 5825953 w 12192000"/>
              <a:gd name="connsiteY151" fmla="*/ 147907 h 4939827"/>
              <a:gd name="connsiteX152" fmla="*/ 5856168 w 12192000"/>
              <a:gd name="connsiteY152" fmla="*/ 158719 h 4939827"/>
              <a:gd name="connsiteX153" fmla="*/ 5862476 w 12192000"/>
              <a:gd name="connsiteY153" fmla="*/ 172447 h 4939827"/>
              <a:gd name="connsiteX154" fmla="*/ 5882195 w 12192000"/>
              <a:gd name="connsiteY154" fmla="*/ 173195 h 4939827"/>
              <a:gd name="connsiteX155" fmla="*/ 5887271 w 12192000"/>
              <a:gd name="connsiteY155" fmla="*/ 176084 h 4939827"/>
              <a:gd name="connsiteX156" fmla="*/ 5921577 w 12192000"/>
              <a:gd name="connsiteY156" fmla="*/ 169858 h 4939827"/>
              <a:gd name="connsiteX157" fmla="*/ 5983240 w 12192000"/>
              <a:gd name="connsiteY157" fmla="*/ 152755 h 4939827"/>
              <a:gd name="connsiteX158" fmla="*/ 6152287 w 12192000"/>
              <a:gd name="connsiteY158" fmla="*/ 116736 h 4939827"/>
              <a:gd name="connsiteX159" fmla="*/ 6415830 w 12192000"/>
              <a:gd name="connsiteY159" fmla="*/ 136006 h 4939827"/>
              <a:gd name="connsiteX160" fmla="*/ 6756965 w 12192000"/>
              <a:gd name="connsiteY160" fmla="*/ 57636 h 4939827"/>
              <a:gd name="connsiteX161" fmla="*/ 6819400 w 12192000"/>
              <a:gd name="connsiteY161" fmla="*/ 30742 h 4939827"/>
              <a:gd name="connsiteX162" fmla="*/ 6986370 w 12192000"/>
              <a:gd name="connsiteY162" fmla="*/ 12659 h 4939827"/>
              <a:gd name="connsiteX163" fmla="*/ 6989536 w 12192000"/>
              <a:gd name="connsiteY163" fmla="*/ 14528 h 4939827"/>
              <a:gd name="connsiteX164" fmla="*/ 7015933 w 12192000"/>
              <a:gd name="connsiteY164" fmla="*/ 9653 h 4939827"/>
              <a:gd name="connsiteX165" fmla="*/ 7020592 w 12192000"/>
              <a:gd name="connsiteY165" fmla="*/ 1651 h 4939827"/>
              <a:gd name="connsiteX166" fmla="*/ 7025905 w 12192000"/>
              <a:gd name="connsiteY166" fmla="*/ 0 h 4939827"/>
              <a:gd name="connsiteX0" fmla="*/ 7025905 w 12192000"/>
              <a:gd name="connsiteY0" fmla="*/ 0 h 4939827"/>
              <a:gd name="connsiteX1" fmla="*/ 7032579 w 12192000"/>
              <a:gd name="connsiteY1" fmla="*/ 2808 h 4939827"/>
              <a:gd name="connsiteX2" fmla="*/ 7079505 w 12192000"/>
              <a:gd name="connsiteY2" fmla="*/ 12971 h 4939827"/>
              <a:gd name="connsiteX3" fmla="*/ 7158791 w 12192000"/>
              <a:gd name="connsiteY3" fmla="*/ 12462 h 4939827"/>
              <a:gd name="connsiteX4" fmla="*/ 7233338 w 12192000"/>
              <a:gd name="connsiteY4" fmla="*/ 24846 h 4939827"/>
              <a:gd name="connsiteX5" fmla="*/ 7259791 w 12192000"/>
              <a:gd name="connsiteY5" fmla="*/ 29557 h 4939827"/>
              <a:gd name="connsiteX6" fmla="*/ 7263923 w 12192000"/>
              <a:gd name="connsiteY6" fmla="*/ 35029 h 4939827"/>
              <a:gd name="connsiteX7" fmla="*/ 7281549 w 12192000"/>
              <a:gd name="connsiteY7" fmla="*/ 39654 h 4939827"/>
              <a:gd name="connsiteX8" fmla="*/ 7374735 w 12192000"/>
              <a:gd name="connsiteY8" fmla="*/ 65326 h 4939827"/>
              <a:gd name="connsiteX9" fmla="*/ 7376078 w 12192000"/>
              <a:gd name="connsiteY9" fmla="*/ 63849 h 4939827"/>
              <a:gd name="connsiteX10" fmla="*/ 7402026 w 12192000"/>
              <a:gd name="connsiteY10" fmla="*/ 60308 h 4939827"/>
              <a:gd name="connsiteX11" fmla="*/ 7415091 w 12192000"/>
              <a:gd name="connsiteY11" fmla="*/ 77403 h 4939827"/>
              <a:gd name="connsiteX12" fmla="*/ 7488682 w 12192000"/>
              <a:gd name="connsiteY12" fmla="*/ 83440 h 4939827"/>
              <a:gd name="connsiteX13" fmla="*/ 7588044 w 12192000"/>
              <a:gd name="connsiteY13" fmla="*/ 110756 h 4939827"/>
              <a:gd name="connsiteX14" fmla="*/ 7732750 w 12192000"/>
              <a:gd name="connsiteY14" fmla="*/ 145456 h 4939827"/>
              <a:gd name="connsiteX15" fmla="*/ 7785900 w 12192000"/>
              <a:gd name="connsiteY15" fmla="*/ 154493 h 4939827"/>
              <a:gd name="connsiteX16" fmla="*/ 7877301 w 12192000"/>
              <a:gd name="connsiteY16" fmla="*/ 186153 h 4939827"/>
              <a:gd name="connsiteX17" fmla="*/ 7952584 w 12192000"/>
              <a:gd name="connsiteY17" fmla="*/ 170181 h 4939827"/>
              <a:gd name="connsiteX18" fmla="*/ 8009534 w 12192000"/>
              <a:gd name="connsiteY18" fmla="*/ 176441 h 4939827"/>
              <a:gd name="connsiteX19" fmla="*/ 8058681 w 12192000"/>
              <a:gd name="connsiteY19" fmla="*/ 219431 h 4939827"/>
              <a:gd name="connsiteX20" fmla="*/ 8126175 w 12192000"/>
              <a:gd name="connsiteY20" fmla="*/ 240005 h 4939827"/>
              <a:gd name="connsiteX21" fmla="*/ 8166439 w 12192000"/>
              <a:gd name="connsiteY21" fmla="*/ 252699 h 4939827"/>
              <a:gd name="connsiteX22" fmla="*/ 8281371 w 12192000"/>
              <a:gd name="connsiteY22" fmla="*/ 256875 h 4939827"/>
              <a:gd name="connsiteX23" fmla="*/ 8381609 w 12192000"/>
              <a:gd name="connsiteY23" fmla="*/ 240618 h 4939827"/>
              <a:gd name="connsiteX24" fmla="*/ 8406759 w 12192000"/>
              <a:gd name="connsiteY24" fmla="*/ 232517 h 4939827"/>
              <a:gd name="connsiteX25" fmla="*/ 8426506 w 12192000"/>
              <a:gd name="connsiteY25" fmla="*/ 241842 h 4939827"/>
              <a:gd name="connsiteX26" fmla="*/ 8427949 w 12192000"/>
              <a:gd name="connsiteY26" fmla="*/ 240981 h 4939827"/>
              <a:gd name="connsiteX27" fmla="*/ 8441468 w 12192000"/>
              <a:gd name="connsiteY27" fmla="*/ 241157 h 4939827"/>
              <a:gd name="connsiteX28" fmla="*/ 8565757 w 12192000"/>
              <a:gd name="connsiteY28" fmla="*/ 255317 h 4939827"/>
              <a:gd name="connsiteX29" fmla="*/ 8573171 w 12192000"/>
              <a:gd name="connsiteY29" fmla="*/ 258426 h 4939827"/>
              <a:gd name="connsiteX30" fmla="*/ 8573548 w 12192000"/>
              <a:gd name="connsiteY30" fmla="*/ 258241 h 4939827"/>
              <a:gd name="connsiteX31" fmla="*/ 8581827 w 12192000"/>
              <a:gd name="connsiteY31" fmla="*/ 261028 h 4939827"/>
              <a:gd name="connsiteX32" fmla="*/ 8586687 w 12192000"/>
              <a:gd name="connsiteY32" fmla="*/ 264089 h 4939827"/>
              <a:gd name="connsiteX33" fmla="*/ 8601067 w 12192000"/>
              <a:gd name="connsiteY33" fmla="*/ 270114 h 4939827"/>
              <a:gd name="connsiteX34" fmla="*/ 8672650 w 12192000"/>
              <a:gd name="connsiteY34" fmla="*/ 254821 h 4939827"/>
              <a:gd name="connsiteX35" fmla="*/ 8785543 w 12192000"/>
              <a:gd name="connsiteY35" fmla="*/ 263406 h 4939827"/>
              <a:gd name="connsiteX36" fmla="*/ 8830588 w 12192000"/>
              <a:gd name="connsiteY36" fmla="*/ 265483 h 4939827"/>
              <a:gd name="connsiteX37" fmla="*/ 8905142 w 12192000"/>
              <a:gd name="connsiteY37" fmla="*/ 264958 h 4939827"/>
              <a:gd name="connsiteX38" fmla="*/ 8968582 w 12192000"/>
              <a:gd name="connsiteY38" fmla="*/ 262728 h 4939827"/>
              <a:gd name="connsiteX39" fmla="*/ 8972994 w 12192000"/>
              <a:gd name="connsiteY39" fmla="*/ 263284 h 4939827"/>
              <a:gd name="connsiteX40" fmla="*/ 9004605 w 12192000"/>
              <a:gd name="connsiteY40" fmla="*/ 258041 h 4939827"/>
              <a:gd name="connsiteX41" fmla="*/ 9016165 w 12192000"/>
              <a:gd name="connsiteY41" fmla="*/ 261258 h 4939827"/>
              <a:gd name="connsiteX42" fmla="*/ 9043297 w 12192000"/>
              <a:gd name="connsiteY42" fmla="*/ 281547 h 4939827"/>
              <a:gd name="connsiteX43" fmla="*/ 9048315 w 12192000"/>
              <a:gd name="connsiteY43" fmla="*/ 279264 h 4939827"/>
              <a:gd name="connsiteX44" fmla="*/ 9054706 w 12192000"/>
              <a:gd name="connsiteY44" fmla="*/ 278538 h 4939827"/>
              <a:gd name="connsiteX45" fmla="*/ 9070919 w 12192000"/>
              <a:gd name="connsiteY45" fmla="*/ 281810 h 4939827"/>
              <a:gd name="connsiteX46" fmla="*/ 9076813 w 12192000"/>
              <a:gd name="connsiteY46" fmla="*/ 283909 h 4939827"/>
              <a:gd name="connsiteX47" fmla="*/ 9085871 w 12192000"/>
              <a:gd name="connsiteY47" fmla="*/ 285133 h 4939827"/>
              <a:gd name="connsiteX48" fmla="*/ 9086159 w 12192000"/>
              <a:gd name="connsiteY48" fmla="*/ 284887 h 4939827"/>
              <a:gd name="connsiteX49" fmla="*/ 9134606 w 12192000"/>
              <a:gd name="connsiteY49" fmla="*/ 288168 h 4939827"/>
              <a:gd name="connsiteX50" fmla="*/ 9195590 w 12192000"/>
              <a:gd name="connsiteY50" fmla="*/ 279568 h 4939827"/>
              <a:gd name="connsiteX51" fmla="*/ 9219336 w 12192000"/>
              <a:gd name="connsiteY51" fmla="*/ 278133 h 4939827"/>
              <a:gd name="connsiteX52" fmla="*/ 9232362 w 12192000"/>
              <a:gd name="connsiteY52" fmla="*/ 275894 h 4939827"/>
              <a:gd name="connsiteX53" fmla="*/ 9233396 w 12192000"/>
              <a:gd name="connsiteY53" fmla="*/ 274803 h 4939827"/>
              <a:gd name="connsiteX54" fmla="*/ 9256213 w 12192000"/>
              <a:gd name="connsiteY54" fmla="*/ 281576 h 4939827"/>
              <a:gd name="connsiteX55" fmla="*/ 9262377 w 12192000"/>
              <a:gd name="connsiteY55" fmla="*/ 286635 h 4939827"/>
              <a:gd name="connsiteX56" fmla="*/ 9287089 w 12192000"/>
              <a:gd name="connsiteY56" fmla="*/ 303891 h 4939827"/>
              <a:gd name="connsiteX57" fmla="*/ 9371484 w 12192000"/>
              <a:gd name="connsiteY57" fmla="*/ 329634 h 4939827"/>
              <a:gd name="connsiteX58" fmla="*/ 9404829 w 12192000"/>
              <a:gd name="connsiteY58" fmla="*/ 339038 h 4939827"/>
              <a:gd name="connsiteX59" fmla="*/ 9427021 w 12192000"/>
              <a:gd name="connsiteY59" fmla="*/ 358784 h 4939827"/>
              <a:gd name="connsiteX60" fmla="*/ 9670844 w 12192000"/>
              <a:gd name="connsiteY60" fmla="*/ 405128 h 4939827"/>
              <a:gd name="connsiteX61" fmla="*/ 9816083 w 12192000"/>
              <a:gd name="connsiteY61" fmla="*/ 416573 h 4939827"/>
              <a:gd name="connsiteX62" fmla="*/ 9936741 w 12192000"/>
              <a:gd name="connsiteY62" fmla="*/ 437044 h 4939827"/>
              <a:gd name="connsiteX63" fmla="*/ 10050093 w 12192000"/>
              <a:gd name="connsiteY63" fmla="*/ 443783 h 4939827"/>
              <a:gd name="connsiteX64" fmla="*/ 10130090 w 12192000"/>
              <a:gd name="connsiteY64" fmla="*/ 459520 h 4939827"/>
              <a:gd name="connsiteX65" fmla="*/ 10173456 w 12192000"/>
              <a:gd name="connsiteY65" fmla="*/ 457749 h 4939827"/>
              <a:gd name="connsiteX66" fmla="*/ 10218232 w 12192000"/>
              <a:gd name="connsiteY66" fmla="*/ 459820 h 4939827"/>
              <a:gd name="connsiteX67" fmla="*/ 10354176 w 12192000"/>
              <a:gd name="connsiteY67" fmla="*/ 471377 h 4939827"/>
              <a:gd name="connsiteX68" fmla="*/ 10430681 w 12192000"/>
              <a:gd name="connsiteY68" fmla="*/ 481226 h 4939827"/>
              <a:gd name="connsiteX69" fmla="*/ 10478169 w 12192000"/>
              <a:gd name="connsiteY69" fmla="*/ 481774 h 4939827"/>
              <a:gd name="connsiteX70" fmla="*/ 10540907 w 12192000"/>
              <a:gd name="connsiteY70" fmla="*/ 485607 h 4939827"/>
              <a:gd name="connsiteX71" fmla="*/ 10614941 w 12192000"/>
              <a:gd name="connsiteY71" fmla="*/ 487592 h 4939827"/>
              <a:gd name="connsiteX72" fmla="*/ 10674098 w 12192000"/>
              <a:gd name="connsiteY72" fmla="*/ 521656 h 4939827"/>
              <a:gd name="connsiteX73" fmla="*/ 10874834 w 12192000"/>
              <a:gd name="connsiteY73" fmla="*/ 574867 h 4939827"/>
              <a:gd name="connsiteX74" fmla="*/ 10944981 w 12192000"/>
              <a:gd name="connsiteY74" fmla="*/ 615042 h 4939827"/>
              <a:gd name="connsiteX75" fmla="*/ 11006376 w 12192000"/>
              <a:gd name="connsiteY75" fmla="*/ 645957 h 4939827"/>
              <a:gd name="connsiteX76" fmla="*/ 11076308 w 12192000"/>
              <a:gd name="connsiteY76" fmla="*/ 675698 h 4939827"/>
              <a:gd name="connsiteX77" fmla="*/ 11148789 w 12192000"/>
              <a:gd name="connsiteY77" fmla="*/ 685041 h 4939827"/>
              <a:gd name="connsiteX78" fmla="*/ 11249129 w 12192000"/>
              <a:gd name="connsiteY78" fmla="*/ 684218 h 4939827"/>
              <a:gd name="connsiteX79" fmla="*/ 11299915 w 12192000"/>
              <a:gd name="connsiteY79" fmla="*/ 692177 h 4939827"/>
              <a:gd name="connsiteX80" fmla="*/ 11386973 w 12192000"/>
              <a:gd name="connsiteY80" fmla="*/ 708209 h 4939827"/>
              <a:gd name="connsiteX81" fmla="*/ 11500105 w 12192000"/>
              <a:gd name="connsiteY81" fmla="*/ 735014 h 4939827"/>
              <a:gd name="connsiteX82" fmla="*/ 11621735 w 12192000"/>
              <a:gd name="connsiteY82" fmla="*/ 789584 h 4939827"/>
              <a:gd name="connsiteX83" fmla="*/ 11691200 w 12192000"/>
              <a:gd name="connsiteY83" fmla="*/ 867902 h 4939827"/>
              <a:gd name="connsiteX84" fmla="*/ 11819427 w 12192000"/>
              <a:gd name="connsiteY84" fmla="*/ 911634 h 4939827"/>
              <a:gd name="connsiteX85" fmla="*/ 11969720 w 12192000"/>
              <a:gd name="connsiteY85" fmla="*/ 964737 h 4939827"/>
              <a:gd name="connsiteX86" fmla="*/ 12055766 w 12192000"/>
              <a:gd name="connsiteY86" fmla="*/ 991268 h 4939827"/>
              <a:gd name="connsiteX87" fmla="*/ 12171539 w 12192000"/>
              <a:gd name="connsiteY87" fmla="*/ 995427 h 4939827"/>
              <a:gd name="connsiteX88" fmla="*/ 12187831 w 12192000"/>
              <a:gd name="connsiteY88" fmla="*/ 996580 h 4939827"/>
              <a:gd name="connsiteX89" fmla="*/ 12192000 w 12192000"/>
              <a:gd name="connsiteY89" fmla="*/ 996726 h 4939827"/>
              <a:gd name="connsiteX90" fmla="*/ 12192000 w 12192000"/>
              <a:gd name="connsiteY90" fmla="*/ 4939827 h 4939827"/>
              <a:gd name="connsiteX91" fmla="*/ 0 w 12192000"/>
              <a:gd name="connsiteY91" fmla="*/ 4939827 h 4939827"/>
              <a:gd name="connsiteX92" fmla="*/ 0 w 12192000"/>
              <a:gd name="connsiteY92" fmla="*/ 512043 h 4939827"/>
              <a:gd name="connsiteX93" fmla="*/ 7381 w 12192000"/>
              <a:gd name="connsiteY93" fmla="*/ 512580 h 4939827"/>
              <a:gd name="connsiteX94" fmla="*/ 100029 w 12192000"/>
              <a:gd name="connsiteY94" fmla="*/ 504758 h 4939827"/>
              <a:gd name="connsiteX95" fmla="*/ 155244 w 12192000"/>
              <a:gd name="connsiteY95" fmla="*/ 525130 h 4939827"/>
              <a:gd name="connsiteX96" fmla="*/ 254366 w 12192000"/>
              <a:gd name="connsiteY96" fmla="*/ 534449 h 4939827"/>
              <a:gd name="connsiteX97" fmla="*/ 447292 w 12192000"/>
              <a:gd name="connsiteY97" fmla="*/ 542725 h 4939827"/>
              <a:gd name="connsiteX98" fmla="*/ 628105 w 12192000"/>
              <a:gd name="connsiteY98" fmla="*/ 547853 h 4939827"/>
              <a:gd name="connsiteX99" fmla="*/ 783146 w 12192000"/>
              <a:gd name="connsiteY99" fmla="*/ 591799 h 4939827"/>
              <a:gd name="connsiteX100" fmla="*/ 1043676 w 12192000"/>
              <a:gd name="connsiteY100" fmla="*/ 591887 h 4939827"/>
              <a:gd name="connsiteX101" fmla="*/ 1281816 w 12192000"/>
              <a:gd name="connsiteY101" fmla="*/ 520946 h 4939827"/>
              <a:gd name="connsiteX102" fmla="*/ 1486347 w 12192000"/>
              <a:gd name="connsiteY102" fmla="*/ 487310 h 4939827"/>
              <a:gd name="connsiteX103" fmla="*/ 1568079 w 12192000"/>
              <a:gd name="connsiteY103" fmla="*/ 462531 h 4939827"/>
              <a:gd name="connsiteX104" fmla="*/ 1622516 w 12192000"/>
              <a:gd name="connsiteY104" fmla="*/ 466058 h 4939827"/>
              <a:gd name="connsiteX105" fmla="*/ 1655457 w 12192000"/>
              <a:gd name="connsiteY105" fmla="*/ 465359 h 4939827"/>
              <a:gd name="connsiteX106" fmla="*/ 1717454 w 12192000"/>
              <a:gd name="connsiteY106" fmla="*/ 417203 h 4939827"/>
              <a:gd name="connsiteX107" fmla="*/ 1913794 w 12192000"/>
              <a:gd name="connsiteY107" fmla="*/ 365255 h 4939827"/>
              <a:gd name="connsiteX108" fmla="*/ 2129762 w 12192000"/>
              <a:gd name="connsiteY108" fmla="*/ 367832 h 4939827"/>
              <a:gd name="connsiteX109" fmla="*/ 2376970 w 12192000"/>
              <a:gd name="connsiteY109" fmla="*/ 350129 h 4939827"/>
              <a:gd name="connsiteX110" fmla="*/ 2480155 w 12192000"/>
              <a:gd name="connsiteY110" fmla="*/ 359227 h 4939827"/>
              <a:gd name="connsiteX111" fmla="*/ 2586782 w 12192000"/>
              <a:gd name="connsiteY111" fmla="*/ 339352 h 4939827"/>
              <a:gd name="connsiteX112" fmla="*/ 2679617 w 12192000"/>
              <a:gd name="connsiteY112" fmla="*/ 305383 h 4939827"/>
              <a:gd name="connsiteX113" fmla="*/ 2788947 w 12192000"/>
              <a:gd name="connsiteY113" fmla="*/ 250375 h 4939827"/>
              <a:gd name="connsiteX114" fmla="*/ 2965530 w 12192000"/>
              <a:gd name="connsiteY114" fmla="*/ 245958 h 4939827"/>
              <a:gd name="connsiteX115" fmla="*/ 3103677 w 12192000"/>
              <a:gd name="connsiteY115" fmla="*/ 209527 h 4939827"/>
              <a:gd name="connsiteX116" fmla="*/ 3126759 w 12192000"/>
              <a:gd name="connsiteY116" fmla="*/ 211226 h 4939827"/>
              <a:gd name="connsiteX117" fmla="*/ 3164020 w 12192000"/>
              <a:gd name="connsiteY117" fmla="*/ 212779 h 4939827"/>
              <a:gd name="connsiteX118" fmla="*/ 3285019 w 12192000"/>
              <a:gd name="connsiteY118" fmla="*/ 220535 h 4939827"/>
              <a:gd name="connsiteX119" fmla="*/ 3365154 w 12192000"/>
              <a:gd name="connsiteY119" fmla="*/ 226416 h 4939827"/>
              <a:gd name="connsiteX120" fmla="*/ 3367507 w 12192000"/>
              <a:gd name="connsiteY120" fmla="*/ 225416 h 4939827"/>
              <a:gd name="connsiteX121" fmla="*/ 3387567 w 12192000"/>
              <a:gd name="connsiteY121" fmla="*/ 227103 h 4939827"/>
              <a:gd name="connsiteX122" fmla="*/ 3498001 w 12192000"/>
              <a:gd name="connsiteY122" fmla="*/ 231941 h 4939827"/>
              <a:gd name="connsiteX123" fmla="*/ 3561557 w 12192000"/>
              <a:gd name="connsiteY123" fmla="*/ 228095 h 4939827"/>
              <a:gd name="connsiteX124" fmla="*/ 3611920 w 12192000"/>
              <a:gd name="connsiteY124" fmla="*/ 218094 h 4939827"/>
              <a:gd name="connsiteX125" fmla="*/ 3620528 w 12192000"/>
              <a:gd name="connsiteY125" fmla="*/ 218788 h 4939827"/>
              <a:gd name="connsiteX126" fmla="*/ 3620766 w 12192000"/>
              <a:gd name="connsiteY126" fmla="*/ 218511 h 4939827"/>
              <a:gd name="connsiteX127" fmla="*/ 3629977 w 12192000"/>
              <a:gd name="connsiteY127" fmla="*/ 218664 h 4939827"/>
              <a:gd name="connsiteX128" fmla="*/ 3636217 w 12192000"/>
              <a:gd name="connsiteY128" fmla="*/ 220048 h 4939827"/>
              <a:gd name="connsiteX129" fmla="*/ 3709484 w 12192000"/>
              <a:gd name="connsiteY129" fmla="*/ 186927 h 4939827"/>
              <a:gd name="connsiteX130" fmla="*/ 3761342 w 12192000"/>
              <a:gd name="connsiteY130" fmla="*/ 177474 h 4939827"/>
              <a:gd name="connsiteX131" fmla="*/ 3799748 w 12192000"/>
              <a:gd name="connsiteY131" fmla="*/ 167154 h 4939827"/>
              <a:gd name="connsiteX132" fmla="*/ 3922756 w 12192000"/>
              <a:gd name="connsiteY132" fmla="*/ 194044 h 4939827"/>
              <a:gd name="connsiteX133" fmla="*/ 4028476 w 12192000"/>
              <a:gd name="connsiteY133" fmla="*/ 223679 h 4939827"/>
              <a:gd name="connsiteX134" fmla="*/ 4191582 w 12192000"/>
              <a:gd name="connsiteY134" fmla="*/ 238952 h 4939827"/>
              <a:gd name="connsiteX135" fmla="*/ 4251024 w 12192000"/>
              <a:gd name="connsiteY135" fmla="*/ 240874 h 4939827"/>
              <a:gd name="connsiteX136" fmla="*/ 4355275 w 12192000"/>
              <a:gd name="connsiteY136" fmla="*/ 260205 h 4939827"/>
              <a:gd name="connsiteX137" fmla="*/ 4423807 w 12192000"/>
              <a:gd name="connsiteY137" fmla="*/ 270366 h 4939827"/>
              <a:gd name="connsiteX138" fmla="*/ 4558432 w 12192000"/>
              <a:gd name="connsiteY138" fmla="*/ 269194 h 4939827"/>
              <a:gd name="connsiteX139" fmla="*/ 4635061 w 12192000"/>
              <a:gd name="connsiteY139" fmla="*/ 280682 h 4939827"/>
              <a:gd name="connsiteX140" fmla="*/ 4807427 w 12192000"/>
              <a:gd name="connsiteY140" fmla="*/ 276835 h 4939827"/>
              <a:gd name="connsiteX141" fmla="*/ 5028933 w 12192000"/>
              <a:gd name="connsiteY141" fmla="*/ 183887 h 4939827"/>
              <a:gd name="connsiteX142" fmla="*/ 5093642 w 12192000"/>
              <a:gd name="connsiteY142" fmla="*/ 177214 h 4939827"/>
              <a:gd name="connsiteX143" fmla="*/ 5102642 w 12192000"/>
              <a:gd name="connsiteY143" fmla="*/ 186816 h 4939827"/>
              <a:gd name="connsiteX144" fmla="*/ 5193590 w 12192000"/>
              <a:gd name="connsiteY144" fmla="*/ 156458 h 4939827"/>
              <a:gd name="connsiteX145" fmla="*/ 5323922 w 12192000"/>
              <a:gd name="connsiteY145" fmla="*/ 146332 h 4939827"/>
              <a:gd name="connsiteX146" fmla="*/ 5421860 w 12192000"/>
              <a:gd name="connsiteY146" fmla="*/ 167298 h 4939827"/>
              <a:gd name="connsiteX147" fmla="*/ 5476948 w 12192000"/>
              <a:gd name="connsiteY147" fmla="*/ 173249 h 4939827"/>
              <a:gd name="connsiteX148" fmla="*/ 5516842 w 12192000"/>
              <a:gd name="connsiteY148" fmla="*/ 184018 h 4939827"/>
              <a:gd name="connsiteX149" fmla="*/ 5619415 w 12192000"/>
              <a:gd name="connsiteY149" fmla="*/ 176781 h 4939827"/>
              <a:gd name="connsiteX150" fmla="*/ 5789867 w 12192000"/>
              <a:gd name="connsiteY150" fmla="*/ 150304 h 4939827"/>
              <a:gd name="connsiteX151" fmla="*/ 5825953 w 12192000"/>
              <a:gd name="connsiteY151" fmla="*/ 147907 h 4939827"/>
              <a:gd name="connsiteX152" fmla="*/ 5856168 w 12192000"/>
              <a:gd name="connsiteY152" fmla="*/ 158719 h 4939827"/>
              <a:gd name="connsiteX153" fmla="*/ 5862476 w 12192000"/>
              <a:gd name="connsiteY153" fmla="*/ 172447 h 4939827"/>
              <a:gd name="connsiteX154" fmla="*/ 5882195 w 12192000"/>
              <a:gd name="connsiteY154" fmla="*/ 173195 h 4939827"/>
              <a:gd name="connsiteX155" fmla="*/ 5887271 w 12192000"/>
              <a:gd name="connsiteY155" fmla="*/ 176084 h 4939827"/>
              <a:gd name="connsiteX156" fmla="*/ 5921577 w 12192000"/>
              <a:gd name="connsiteY156" fmla="*/ 169858 h 4939827"/>
              <a:gd name="connsiteX157" fmla="*/ 5983240 w 12192000"/>
              <a:gd name="connsiteY157" fmla="*/ 152755 h 4939827"/>
              <a:gd name="connsiteX158" fmla="*/ 6152287 w 12192000"/>
              <a:gd name="connsiteY158" fmla="*/ 116736 h 4939827"/>
              <a:gd name="connsiteX159" fmla="*/ 6415830 w 12192000"/>
              <a:gd name="connsiteY159" fmla="*/ 136006 h 4939827"/>
              <a:gd name="connsiteX160" fmla="*/ 6756965 w 12192000"/>
              <a:gd name="connsiteY160" fmla="*/ 57636 h 4939827"/>
              <a:gd name="connsiteX161" fmla="*/ 6819400 w 12192000"/>
              <a:gd name="connsiteY161" fmla="*/ 30742 h 4939827"/>
              <a:gd name="connsiteX162" fmla="*/ 6986370 w 12192000"/>
              <a:gd name="connsiteY162" fmla="*/ 12659 h 4939827"/>
              <a:gd name="connsiteX163" fmla="*/ 6989536 w 12192000"/>
              <a:gd name="connsiteY163" fmla="*/ 14528 h 4939827"/>
              <a:gd name="connsiteX164" fmla="*/ 7015933 w 12192000"/>
              <a:gd name="connsiteY164" fmla="*/ 9653 h 4939827"/>
              <a:gd name="connsiteX165" fmla="*/ 7020592 w 12192000"/>
              <a:gd name="connsiteY165" fmla="*/ 1651 h 4939827"/>
              <a:gd name="connsiteX166" fmla="*/ 7025905 w 12192000"/>
              <a:gd name="connsiteY166" fmla="*/ 0 h 4939827"/>
              <a:gd name="connsiteX0" fmla="*/ 7025905 w 12192000"/>
              <a:gd name="connsiteY0" fmla="*/ 0 h 4939827"/>
              <a:gd name="connsiteX1" fmla="*/ 7032579 w 12192000"/>
              <a:gd name="connsiteY1" fmla="*/ 2808 h 4939827"/>
              <a:gd name="connsiteX2" fmla="*/ 7079505 w 12192000"/>
              <a:gd name="connsiteY2" fmla="*/ 12971 h 4939827"/>
              <a:gd name="connsiteX3" fmla="*/ 7158791 w 12192000"/>
              <a:gd name="connsiteY3" fmla="*/ 12462 h 4939827"/>
              <a:gd name="connsiteX4" fmla="*/ 7233338 w 12192000"/>
              <a:gd name="connsiteY4" fmla="*/ 24846 h 4939827"/>
              <a:gd name="connsiteX5" fmla="*/ 7259791 w 12192000"/>
              <a:gd name="connsiteY5" fmla="*/ 29557 h 4939827"/>
              <a:gd name="connsiteX6" fmla="*/ 7263923 w 12192000"/>
              <a:gd name="connsiteY6" fmla="*/ 35029 h 4939827"/>
              <a:gd name="connsiteX7" fmla="*/ 7281549 w 12192000"/>
              <a:gd name="connsiteY7" fmla="*/ 39654 h 4939827"/>
              <a:gd name="connsiteX8" fmla="*/ 7374735 w 12192000"/>
              <a:gd name="connsiteY8" fmla="*/ 65326 h 4939827"/>
              <a:gd name="connsiteX9" fmla="*/ 7376078 w 12192000"/>
              <a:gd name="connsiteY9" fmla="*/ 63849 h 4939827"/>
              <a:gd name="connsiteX10" fmla="*/ 7402026 w 12192000"/>
              <a:gd name="connsiteY10" fmla="*/ 60308 h 4939827"/>
              <a:gd name="connsiteX11" fmla="*/ 7415091 w 12192000"/>
              <a:gd name="connsiteY11" fmla="*/ 77403 h 4939827"/>
              <a:gd name="connsiteX12" fmla="*/ 7488682 w 12192000"/>
              <a:gd name="connsiteY12" fmla="*/ 83440 h 4939827"/>
              <a:gd name="connsiteX13" fmla="*/ 7588044 w 12192000"/>
              <a:gd name="connsiteY13" fmla="*/ 110756 h 4939827"/>
              <a:gd name="connsiteX14" fmla="*/ 7732750 w 12192000"/>
              <a:gd name="connsiteY14" fmla="*/ 145456 h 4939827"/>
              <a:gd name="connsiteX15" fmla="*/ 7785900 w 12192000"/>
              <a:gd name="connsiteY15" fmla="*/ 154493 h 4939827"/>
              <a:gd name="connsiteX16" fmla="*/ 7877301 w 12192000"/>
              <a:gd name="connsiteY16" fmla="*/ 186153 h 4939827"/>
              <a:gd name="connsiteX17" fmla="*/ 7952584 w 12192000"/>
              <a:gd name="connsiteY17" fmla="*/ 170181 h 4939827"/>
              <a:gd name="connsiteX18" fmla="*/ 8009534 w 12192000"/>
              <a:gd name="connsiteY18" fmla="*/ 176441 h 4939827"/>
              <a:gd name="connsiteX19" fmla="*/ 8058681 w 12192000"/>
              <a:gd name="connsiteY19" fmla="*/ 219431 h 4939827"/>
              <a:gd name="connsiteX20" fmla="*/ 8126175 w 12192000"/>
              <a:gd name="connsiteY20" fmla="*/ 240005 h 4939827"/>
              <a:gd name="connsiteX21" fmla="*/ 8166439 w 12192000"/>
              <a:gd name="connsiteY21" fmla="*/ 252699 h 4939827"/>
              <a:gd name="connsiteX22" fmla="*/ 8281371 w 12192000"/>
              <a:gd name="connsiteY22" fmla="*/ 256875 h 4939827"/>
              <a:gd name="connsiteX23" fmla="*/ 8381609 w 12192000"/>
              <a:gd name="connsiteY23" fmla="*/ 240618 h 4939827"/>
              <a:gd name="connsiteX24" fmla="*/ 8406759 w 12192000"/>
              <a:gd name="connsiteY24" fmla="*/ 232517 h 4939827"/>
              <a:gd name="connsiteX25" fmla="*/ 8426506 w 12192000"/>
              <a:gd name="connsiteY25" fmla="*/ 241842 h 4939827"/>
              <a:gd name="connsiteX26" fmla="*/ 8427949 w 12192000"/>
              <a:gd name="connsiteY26" fmla="*/ 240981 h 4939827"/>
              <a:gd name="connsiteX27" fmla="*/ 8441468 w 12192000"/>
              <a:gd name="connsiteY27" fmla="*/ 241157 h 4939827"/>
              <a:gd name="connsiteX28" fmla="*/ 8565757 w 12192000"/>
              <a:gd name="connsiteY28" fmla="*/ 255317 h 4939827"/>
              <a:gd name="connsiteX29" fmla="*/ 8573171 w 12192000"/>
              <a:gd name="connsiteY29" fmla="*/ 258426 h 4939827"/>
              <a:gd name="connsiteX30" fmla="*/ 8573548 w 12192000"/>
              <a:gd name="connsiteY30" fmla="*/ 258241 h 4939827"/>
              <a:gd name="connsiteX31" fmla="*/ 8581827 w 12192000"/>
              <a:gd name="connsiteY31" fmla="*/ 261028 h 4939827"/>
              <a:gd name="connsiteX32" fmla="*/ 8586687 w 12192000"/>
              <a:gd name="connsiteY32" fmla="*/ 264089 h 4939827"/>
              <a:gd name="connsiteX33" fmla="*/ 8601067 w 12192000"/>
              <a:gd name="connsiteY33" fmla="*/ 270114 h 4939827"/>
              <a:gd name="connsiteX34" fmla="*/ 8672650 w 12192000"/>
              <a:gd name="connsiteY34" fmla="*/ 254821 h 4939827"/>
              <a:gd name="connsiteX35" fmla="*/ 8785543 w 12192000"/>
              <a:gd name="connsiteY35" fmla="*/ 263406 h 4939827"/>
              <a:gd name="connsiteX36" fmla="*/ 8830588 w 12192000"/>
              <a:gd name="connsiteY36" fmla="*/ 265483 h 4939827"/>
              <a:gd name="connsiteX37" fmla="*/ 8905142 w 12192000"/>
              <a:gd name="connsiteY37" fmla="*/ 264958 h 4939827"/>
              <a:gd name="connsiteX38" fmla="*/ 8968582 w 12192000"/>
              <a:gd name="connsiteY38" fmla="*/ 262728 h 4939827"/>
              <a:gd name="connsiteX39" fmla="*/ 8972994 w 12192000"/>
              <a:gd name="connsiteY39" fmla="*/ 263284 h 4939827"/>
              <a:gd name="connsiteX40" fmla="*/ 9004605 w 12192000"/>
              <a:gd name="connsiteY40" fmla="*/ 258041 h 4939827"/>
              <a:gd name="connsiteX41" fmla="*/ 9016165 w 12192000"/>
              <a:gd name="connsiteY41" fmla="*/ 261258 h 4939827"/>
              <a:gd name="connsiteX42" fmla="*/ 9043297 w 12192000"/>
              <a:gd name="connsiteY42" fmla="*/ 281547 h 4939827"/>
              <a:gd name="connsiteX43" fmla="*/ 9048315 w 12192000"/>
              <a:gd name="connsiteY43" fmla="*/ 279264 h 4939827"/>
              <a:gd name="connsiteX44" fmla="*/ 9054706 w 12192000"/>
              <a:gd name="connsiteY44" fmla="*/ 278538 h 4939827"/>
              <a:gd name="connsiteX45" fmla="*/ 9070919 w 12192000"/>
              <a:gd name="connsiteY45" fmla="*/ 281810 h 4939827"/>
              <a:gd name="connsiteX46" fmla="*/ 9076813 w 12192000"/>
              <a:gd name="connsiteY46" fmla="*/ 283909 h 4939827"/>
              <a:gd name="connsiteX47" fmla="*/ 9085871 w 12192000"/>
              <a:gd name="connsiteY47" fmla="*/ 285133 h 4939827"/>
              <a:gd name="connsiteX48" fmla="*/ 9086159 w 12192000"/>
              <a:gd name="connsiteY48" fmla="*/ 284887 h 4939827"/>
              <a:gd name="connsiteX49" fmla="*/ 9134606 w 12192000"/>
              <a:gd name="connsiteY49" fmla="*/ 288168 h 4939827"/>
              <a:gd name="connsiteX50" fmla="*/ 9195590 w 12192000"/>
              <a:gd name="connsiteY50" fmla="*/ 279568 h 4939827"/>
              <a:gd name="connsiteX51" fmla="*/ 9219336 w 12192000"/>
              <a:gd name="connsiteY51" fmla="*/ 278133 h 4939827"/>
              <a:gd name="connsiteX52" fmla="*/ 9232362 w 12192000"/>
              <a:gd name="connsiteY52" fmla="*/ 275894 h 4939827"/>
              <a:gd name="connsiteX53" fmla="*/ 9233396 w 12192000"/>
              <a:gd name="connsiteY53" fmla="*/ 274803 h 4939827"/>
              <a:gd name="connsiteX54" fmla="*/ 9256213 w 12192000"/>
              <a:gd name="connsiteY54" fmla="*/ 281576 h 4939827"/>
              <a:gd name="connsiteX55" fmla="*/ 9262377 w 12192000"/>
              <a:gd name="connsiteY55" fmla="*/ 286635 h 4939827"/>
              <a:gd name="connsiteX56" fmla="*/ 9287089 w 12192000"/>
              <a:gd name="connsiteY56" fmla="*/ 303891 h 4939827"/>
              <a:gd name="connsiteX57" fmla="*/ 9371484 w 12192000"/>
              <a:gd name="connsiteY57" fmla="*/ 329634 h 4939827"/>
              <a:gd name="connsiteX58" fmla="*/ 9404829 w 12192000"/>
              <a:gd name="connsiteY58" fmla="*/ 339038 h 4939827"/>
              <a:gd name="connsiteX59" fmla="*/ 9427021 w 12192000"/>
              <a:gd name="connsiteY59" fmla="*/ 358784 h 4939827"/>
              <a:gd name="connsiteX60" fmla="*/ 9670844 w 12192000"/>
              <a:gd name="connsiteY60" fmla="*/ 405128 h 4939827"/>
              <a:gd name="connsiteX61" fmla="*/ 9816083 w 12192000"/>
              <a:gd name="connsiteY61" fmla="*/ 416573 h 4939827"/>
              <a:gd name="connsiteX62" fmla="*/ 9936741 w 12192000"/>
              <a:gd name="connsiteY62" fmla="*/ 437044 h 4939827"/>
              <a:gd name="connsiteX63" fmla="*/ 10050093 w 12192000"/>
              <a:gd name="connsiteY63" fmla="*/ 443783 h 4939827"/>
              <a:gd name="connsiteX64" fmla="*/ 10130090 w 12192000"/>
              <a:gd name="connsiteY64" fmla="*/ 459520 h 4939827"/>
              <a:gd name="connsiteX65" fmla="*/ 10173456 w 12192000"/>
              <a:gd name="connsiteY65" fmla="*/ 457749 h 4939827"/>
              <a:gd name="connsiteX66" fmla="*/ 10218232 w 12192000"/>
              <a:gd name="connsiteY66" fmla="*/ 459820 h 4939827"/>
              <a:gd name="connsiteX67" fmla="*/ 10354176 w 12192000"/>
              <a:gd name="connsiteY67" fmla="*/ 471377 h 4939827"/>
              <a:gd name="connsiteX68" fmla="*/ 10430681 w 12192000"/>
              <a:gd name="connsiteY68" fmla="*/ 481226 h 4939827"/>
              <a:gd name="connsiteX69" fmla="*/ 10478169 w 12192000"/>
              <a:gd name="connsiteY69" fmla="*/ 481774 h 4939827"/>
              <a:gd name="connsiteX70" fmla="*/ 10540907 w 12192000"/>
              <a:gd name="connsiteY70" fmla="*/ 485607 h 4939827"/>
              <a:gd name="connsiteX71" fmla="*/ 10614941 w 12192000"/>
              <a:gd name="connsiteY71" fmla="*/ 487592 h 4939827"/>
              <a:gd name="connsiteX72" fmla="*/ 10674098 w 12192000"/>
              <a:gd name="connsiteY72" fmla="*/ 521656 h 4939827"/>
              <a:gd name="connsiteX73" fmla="*/ 10874834 w 12192000"/>
              <a:gd name="connsiteY73" fmla="*/ 574867 h 4939827"/>
              <a:gd name="connsiteX74" fmla="*/ 10944981 w 12192000"/>
              <a:gd name="connsiteY74" fmla="*/ 615042 h 4939827"/>
              <a:gd name="connsiteX75" fmla="*/ 11006376 w 12192000"/>
              <a:gd name="connsiteY75" fmla="*/ 645957 h 4939827"/>
              <a:gd name="connsiteX76" fmla="*/ 11076308 w 12192000"/>
              <a:gd name="connsiteY76" fmla="*/ 675698 h 4939827"/>
              <a:gd name="connsiteX77" fmla="*/ 11148789 w 12192000"/>
              <a:gd name="connsiteY77" fmla="*/ 685041 h 4939827"/>
              <a:gd name="connsiteX78" fmla="*/ 11249129 w 12192000"/>
              <a:gd name="connsiteY78" fmla="*/ 684218 h 4939827"/>
              <a:gd name="connsiteX79" fmla="*/ 11299915 w 12192000"/>
              <a:gd name="connsiteY79" fmla="*/ 692177 h 4939827"/>
              <a:gd name="connsiteX80" fmla="*/ 11386973 w 12192000"/>
              <a:gd name="connsiteY80" fmla="*/ 708209 h 4939827"/>
              <a:gd name="connsiteX81" fmla="*/ 11500105 w 12192000"/>
              <a:gd name="connsiteY81" fmla="*/ 735014 h 4939827"/>
              <a:gd name="connsiteX82" fmla="*/ 11621735 w 12192000"/>
              <a:gd name="connsiteY82" fmla="*/ 789584 h 4939827"/>
              <a:gd name="connsiteX83" fmla="*/ 11691200 w 12192000"/>
              <a:gd name="connsiteY83" fmla="*/ 867902 h 4939827"/>
              <a:gd name="connsiteX84" fmla="*/ 11819427 w 12192000"/>
              <a:gd name="connsiteY84" fmla="*/ 911634 h 4939827"/>
              <a:gd name="connsiteX85" fmla="*/ 11969720 w 12192000"/>
              <a:gd name="connsiteY85" fmla="*/ 964737 h 4939827"/>
              <a:gd name="connsiteX86" fmla="*/ 12055766 w 12192000"/>
              <a:gd name="connsiteY86" fmla="*/ 991268 h 4939827"/>
              <a:gd name="connsiteX87" fmla="*/ 12171539 w 12192000"/>
              <a:gd name="connsiteY87" fmla="*/ 995427 h 4939827"/>
              <a:gd name="connsiteX88" fmla="*/ 12187831 w 12192000"/>
              <a:gd name="connsiteY88" fmla="*/ 996580 h 4939827"/>
              <a:gd name="connsiteX89" fmla="*/ 12192000 w 12192000"/>
              <a:gd name="connsiteY89" fmla="*/ 996726 h 4939827"/>
              <a:gd name="connsiteX90" fmla="*/ 12192000 w 12192000"/>
              <a:gd name="connsiteY90" fmla="*/ 4939827 h 4939827"/>
              <a:gd name="connsiteX91" fmla="*/ 0 w 12192000"/>
              <a:gd name="connsiteY91" fmla="*/ 4939827 h 4939827"/>
              <a:gd name="connsiteX92" fmla="*/ 0 w 12192000"/>
              <a:gd name="connsiteY92" fmla="*/ 512043 h 4939827"/>
              <a:gd name="connsiteX93" fmla="*/ 7381 w 12192000"/>
              <a:gd name="connsiteY93" fmla="*/ 512580 h 4939827"/>
              <a:gd name="connsiteX94" fmla="*/ 100029 w 12192000"/>
              <a:gd name="connsiteY94" fmla="*/ 504758 h 4939827"/>
              <a:gd name="connsiteX95" fmla="*/ 155244 w 12192000"/>
              <a:gd name="connsiteY95" fmla="*/ 525130 h 4939827"/>
              <a:gd name="connsiteX96" fmla="*/ 254366 w 12192000"/>
              <a:gd name="connsiteY96" fmla="*/ 534449 h 4939827"/>
              <a:gd name="connsiteX97" fmla="*/ 447292 w 12192000"/>
              <a:gd name="connsiteY97" fmla="*/ 542725 h 4939827"/>
              <a:gd name="connsiteX98" fmla="*/ 628105 w 12192000"/>
              <a:gd name="connsiteY98" fmla="*/ 547853 h 4939827"/>
              <a:gd name="connsiteX99" fmla="*/ 783146 w 12192000"/>
              <a:gd name="connsiteY99" fmla="*/ 591799 h 4939827"/>
              <a:gd name="connsiteX100" fmla="*/ 1043676 w 12192000"/>
              <a:gd name="connsiteY100" fmla="*/ 591887 h 4939827"/>
              <a:gd name="connsiteX101" fmla="*/ 1281816 w 12192000"/>
              <a:gd name="connsiteY101" fmla="*/ 520946 h 4939827"/>
              <a:gd name="connsiteX102" fmla="*/ 1486347 w 12192000"/>
              <a:gd name="connsiteY102" fmla="*/ 487310 h 4939827"/>
              <a:gd name="connsiteX103" fmla="*/ 1568079 w 12192000"/>
              <a:gd name="connsiteY103" fmla="*/ 462531 h 4939827"/>
              <a:gd name="connsiteX104" fmla="*/ 1622516 w 12192000"/>
              <a:gd name="connsiteY104" fmla="*/ 466058 h 4939827"/>
              <a:gd name="connsiteX105" fmla="*/ 1655457 w 12192000"/>
              <a:gd name="connsiteY105" fmla="*/ 465359 h 4939827"/>
              <a:gd name="connsiteX106" fmla="*/ 1717454 w 12192000"/>
              <a:gd name="connsiteY106" fmla="*/ 417203 h 4939827"/>
              <a:gd name="connsiteX107" fmla="*/ 1913794 w 12192000"/>
              <a:gd name="connsiteY107" fmla="*/ 365255 h 4939827"/>
              <a:gd name="connsiteX108" fmla="*/ 2129762 w 12192000"/>
              <a:gd name="connsiteY108" fmla="*/ 367832 h 4939827"/>
              <a:gd name="connsiteX109" fmla="*/ 2376970 w 12192000"/>
              <a:gd name="connsiteY109" fmla="*/ 350129 h 4939827"/>
              <a:gd name="connsiteX110" fmla="*/ 2480155 w 12192000"/>
              <a:gd name="connsiteY110" fmla="*/ 359227 h 4939827"/>
              <a:gd name="connsiteX111" fmla="*/ 2586782 w 12192000"/>
              <a:gd name="connsiteY111" fmla="*/ 339352 h 4939827"/>
              <a:gd name="connsiteX112" fmla="*/ 2679617 w 12192000"/>
              <a:gd name="connsiteY112" fmla="*/ 305383 h 4939827"/>
              <a:gd name="connsiteX113" fmla="*/ 2788947 w 12192000"/>
              <a:gd name="connsiteY113" fmla="*/ 250375 h 4939827"/>
              <a:gd name="connsiteX114" fmla="*/ 2965530 w 12192000"/>
              <a:gd name="connsiteY114" fmla="*/ 245958 h 4939827"/>
              <a:gd name="connsiteX115" fmla="*/ 3103677 w 12192000"/>
              <a:gd name="connsiteY115" fmla="*/ 209527 h 4939827"/>
              <a:gd name="connsiteX116" fmla="*/ 3126759 w 12192000"/>
              <a:gd name="connsiteY116" fmla="*/ 211226 h 4939827"/>
              <a:gd name="connsiteX117" fmla="*/ 3164020 w 12192000"/>
              <a:gd name="connsiteY117" fmla="*/ 212779 h 4939827"/>
              <a:gd name="connsiteX118" fmla="*/ 3285019 w 12192000"/>
              <a:gd name="connsiteY118" fmla="*/ 220535 h 4939827"/>
              <a:gd name="connsiteX119" fmla="*/ 3365154 w 12192000"/>
              <a:gd name="connsiteY119" fmla="*/ 226416 h 4939827"/>
              <a:gd name="connsiteX120" fmla="*/ 3367507 w 12192000"/>
              <a:gd name="connsiteY120" fmla="*/ 225416 h 4939827"/>
              <a:gd name="connsiteX121" fmla="*/ 3387567 w 12192000"/>
              <a:gd name="connsiteY121" fmla="*/ 227103 h 4939827"/>
              <a:gd name="connsiteX122" fmla="*/ 3498001 w 12192000"/>
              <a:gd name="connsiteY122" fmla="*/ 231941 h 4939827"/>
              <a:gd name="connsiteX123" fmla="*/ 3561557 w 12192000"/>
              <a:gd name="connsiteY123" fmla="*/ 228095 h 4939827"/>
              <a:gd name="connsiteX124" fmla="*/ 3611920 w 12192000"/>
              <a:gd name="connsiteY124" fmla="*/ 218094 h 4939827"/>
              <a:gd name="connsiteX125" fmla="*/ 3620528 w 12192000"/>
              <a:gd name="connsiteY125" fmla="*/ 218788 h 4939827"/>
              <a:gd name="connsiteX126" fmla="*/ 3620766 w 12192000"/>
              <a:gd name="connsiteY126" fmla="*/ 218511 h 4939827"/>
              <a:gd name="connsiteX127" fmla="*/ 3629977 w 12192000"/>
              <a:gd name="connsiteY127" fmla="*/ 218664 h 4939827"/>
              <a:gd name="connsiteX128" fmla="*/ 3636217 w 12192000"/>
              <a:gd name="connsiteY128" fmla="*/ 220048 h 4939827"/>
              <a:gd name="connsiteX129" fmla="*/ 3709484 w 12192000"/>
              <a:gd name="connsiteY129" fmla="*/ 186927 h 4939827"/>
              <a:gd name="connsiteX130" fmla="*/ 3761342 w 12192000"/>
              <a:gd name="connsiteY130" fmla="*/ 177474 h 4939827"/>
              <a:gd name="connsiteX131" fmla="*/ 3799748 w 12192000"/>
              <a:gd name="connsiteY131" fmla="*/ 167154 h 4939827"/>
              <a:gd name="connsiteX132" fmla="*/ 3922756 w 12192000"/>
              <a:gd name="connsiteY132" fmla="*/ 194044 h 4939827"/>
              <a:gd name="connsiteX133" fmla="*/ 4028476 w 12192000"/>
              <a:gd name="connsiteY133" fmla="*/ 223679 h 4939827"/>
              <a:gd name="connsiteX134" fmla="*/ 4191582 w 12192000"/>
              <a:gd name="connsiteY134" fmla="*/ 238952 h 4939827"/>
              <a:gd name="connsiteX135" fmla="*/ 4251024 w 12192000"/>
              <a:gd name="connsiteY135" fmla="*/ 240874 h 4939827"/>
              <a:gd name="connsiteX136" fmla="*/ 4355275 w 12192000"/>
              <a:gd name="connsiteY136" fmla="*/ 260205 h 4939827"/>
              <a:gd name="connsiteX137" fmla="*/ 4423807 w 12192000"/>
              <a:gd name="connsiteY137" fmla="*/ 270366 h 4939827"/>
              <a:gd name="connsiteX138" fmla="*/ 4558432 w 12192000"/>
              <a:gd name="connsiteY138" fmla="*/ 269194 h 4939827"/>
              <a:gd name="connsiteX139" fmla="*/ 4635061 w 12192000"/>
              <a:gd name="connsiteY139" fmla="*/ 280682 h 4939827"/>
              <a:gd name="connsiteX140" fmla="*/ 4807427 w 12192000"/>
              <a:gd name="connsiteY140" fmla="*/ 276835 h 4939827"/>
              <a:gd name="connsiteX141" fmla="*/ 5028933 w 12192000"/>
              <a:gd name="connsiteY141" fmla="*/ 183887 h 4939827"/>
              <a:gd name="connsiteX142" fmla="*/ 5093642 w 12192000"/>
              <a:gd name="connsiteY142" fmla="*/ 177214 h 4939827"/>
              <a:gd name="connsiteX143" fmla="*/ 5102642 w 12192000"/>
              <a:gd name="connsiteY143" fmla="*/ 186816 h 4939827"/>
              <a:gd name="connsiteX144" fmla="*/ 5193590 w 12192000"/>
              <a:gd name="connsiteY144" fmla="*/ 156458 h 4939827"/>
              <a:gd name="connsiteX145" fmla="*/ 5323922 w 12192000"/>
              <a:gd name="connsiteY145" fmla="*/ 146332 h 4939827"/>
              <a:gd name="connsiteX146" fmla="*/ 5421860 w 12192000"/>
              <a:gd name="connsiteY146" fmla="*/ 167298 h 4939827"/>
              <a:gd name="connsiteX147" fmla="*/ 5476948 w 12192000"/>
              <a:gd name="connsiteY147" fmla="*/ 173249 h 4939827"/>
              <a:gd name="connsiteX148" fmla="*/ 5516842 w 12192000"/>
              <a:gd name="connsiteY148" fmla="*/ 184018 h 4939827"/>
              <a:gd name="connsiteX149" fmla="*/ 5619415 w 12192000"/>
              <a:gd name="connsiteY149" fmla="*/ 176781 h 4939827"/>
              <a:gd name="connsiteX150" fmla="*/ 5789867 w 12192000"/>
              <a:gd name="connsiteY150" fmla="*/ 150304 h 4939827"/>
              <a:gd name="connsiteX151" fmla="*/ 5825953 w 12192000"/>
              <a:gd name="connsiteY151" fmla="*/ 147907 h 4939827"/>
              <a:gd name="connsiteX152" fmla="*/ 5856168 w 12192000"/>
              <a:gd name="connsiteY152" fmla="*/ 158719 h 4939827"/>
              <a:gd name="connsiteX153" fmla="*/ 5862476 w 12192000"/>
              <a:gd name="connsiteY153" fmla="*/ 172447 h 4939827"/>
              <a:gd name="connsiteX154" fmla="*/ 5882195 w 12192000"/>
              <a:gd name="connsiteY154" fmla="*/ 173195 h 4939827"/>
              <a:gd name="connsiteX155" fmla="*/ 5887271 w 12192000"/>
              <a:gd name="connsiteY155" fmla="*/ 176084 h 4939827"/>
              <a:gd name="connsiteX156" fmla="*/ 5921577 w 12192000"/>
              <a:gd name="connsiteY156" fmla="*/ 169858 h 4939827"/>
              <a:gd name="connsiteX157" fmla="*/ 5983240 w 12192000"/>
              <a:gd name="connsiteY157" fmla="*/ 152755 h 4939827"/>
              <a:gd name="connsiteX158" fmla="*/ 6152287 w 12192000"/>
              <a:gd name="connsiteY158" fmla="*/ 116736 h 4939827"/>
              <a:gd name="connsiteX159" fmla="*/ 6415830 w 12192000"/>
              <a:gd name="connsiteY159" fmla="*/ 136006 h 4939827"/>
              <a:gd name="connsiteX160" fmla="*/ 6756965 w 12192000"/>
              <a:gd name="connsiteY160" fmla="*/ 57636 h 4939827"/>
              <a:gd name="connsiteX161" fmla="*/ 6819400 w 12192000"/>
              <a:gd name="connsiteY161" fmla="*/ 30742 h 4939827"/>
              <a:gd name="connsiteX162" fmla="*/ 6986370 w 12192000"/>
              <a:gd name="connsiteY162" fmla="*/ 12659 h 4939827"/>
              <a:gd name="connsiteX163" fmla="*/ 6989536 w 12192000"/>
              <a:gd name="connsiteY163" fmla="*/ 14528 h 4939827"/>
              <a:gd name="connsiteX164" fmla="*/ 7015933 w 12192000"/>
              <a:gd name="connsiteY164" fmla="*/ 9653 h 4939827"/>
              <a:gd name="connsiteX165" fmla="*/ 7020592 w 12192000"/>
              <a:gd name="connsiteY165" fmla="*/ 1651 h 4939827"/>
              <a:gd name="connsiteX166" fmla="*/ 7025905 w 12192000"/>
              <a:gd name="connsiteY166" fmla="*/ 0 h 4939827"/>
              <a:gd name="connsiteX0" fmla="*/ 7025905 w 12192000"/>
              <a:gd name="connsiteY0" fmla="*/ 0 h 4939827"/>
              <a:gd name="connsiteX1" fmla="*/ 7032579 w 12192000"/>
              <a:gd name="connsiteY1" fmla="*/ 2808 h 4939827"/>
              <a:gd name="connsiteX2" fmla="*/ 7079505 w 12192000"/>
              <a:gd name="connsiteY2" fmla="*/ 12971 h 4939827"/>
              <a:gd name="connsiteX3" fmla="*/ 7158791 w 12192000"/>
              <a:gd name="connsiteY3" fmla="*/ 12462 h 4939827"/>
              <a:gd name="connsiteX4" fmla="*/ 7233338 w 12192000"/>
              <a:gd name="connsiteY4" fmla="*/ 24846 h 4939827"/>
              <a:gd name="connsiteX5" fmla="*/ 7259791 w 12192000"/>
              <a:gd name="connsiteY5" fmla="*/ 29557 h 4939827"/>
              <a:gd name="connsiteX6" fmla="*/ 7263923 w 12192000"/>
              <a:gd name="connsiteY6" fmla="*/ 35029 h 4939827"/>
              <a:gd name="connsiteX7" fmla="*/ 7281549 w 12192000"/>
              <a:gd name="connsiteY7" fmla="*/ 39654 h 4939827"/>
              <a:gd name="connsiteX8" fmla="*/ 7374735 w 12192000"/>
              <a:gd name="connsiteY8" fmla="*/ 65326 h 4939827"/>
              <a:gd name="connsiteX9" fmla="*/ 7376078 w 12192000"/>
              <a:gd name="connsiteY9" fmla="*/ 63849 h 4939827"/>
              <a:gd name="connsiteX10" fmla="*/ 7402026 w 12192000"/>
              <a:gd name="connsiteY10" fmla="*/ 60308 h 4939827"/>
              <a:gd name="connsiteX11" fmla="*/ 7415091 w 12192000"/>
              <a:gd name="connsiteY11" fmla="*/ 77403 h 4939827"/>
              <a:gd name="connsiteX12" fmla="*/ 7488682 w 12192000"/>
              <a:gd name="connsiteY12" fmla="*/ 83440 h 4939827"/>
              <a:gd name="connsiteX13" fmla="*/ 7588044 w 12192000"/>
              <a:gd name="connsiteY13" fmla="*/ 110756 h 4939827"/>
              <a:gd name="connsiteX14" fmla="*/ 7732750 w 12192000"/>
              <a:gd name="connsiteY14" fmla="*/ 145456 h 4939827"/>
              <a:gd name="connsiteX15" fmla="*/ 7785900 w 12192000"/>
              <a:gd name="connsiteY15" fmla="*/ 154493 h 4939827"/>
              <a:gd name="connsiteX16" fmla="*/ 7877301 w 12192000"/>
              <a:gd name="connsiteY16" fmla="*/ 186153 h 4939827"/>
              <a:gd name="connsiteX17" fmla="*/ 7952584 w 12192000"/>
              <a:gd name="connsiteY17" fmla="*/ 170181 h 4939827"/>
              <a:gd name="connsiteX18" fmla="*/ 8009534 w 12192000"/>
              <a:gd name="connsiteY18" fmla="*/ 176441 h 4939827"/>
              <a:gd name="connsiteX19" fmla="*/ 8058681 w 12192000"/>
              <a:gd name="connsiteY19" fmla="*/ 219431 h 4939827"/>
              <a:gd name="connsiteX20" fmla="*/ 8126175 w 12192000"/>
              <a:gd name="connsiteY20" fmla="*/ 240005 h 4939827"/>
              <a:gd name="connsiteX21" fmla="*/ 8166439 w 12192000"/>
              <a:gd name="connsiteY21" fmla="*/ 252699 h 4939827"/>
              <a:gd name="connsiteX22" fmla="*/ 8281371 w 12192000"/>
              <a:gd name="connsiteY22" fmla="*/ 256875 h 4939827"/>
              <a:gd name="connsiteX23" fmla="*/ 8381609 w 12192000"/>
              <a:gd name="connsiteY23" fmla="*/ 240618 h 4939827"/>
              <a:gd name="connsiteX24" fmla="*/ 8406759 w 12192000"/>
              <a:gd name="connsiteY24" fmla="*/ 232517 h 4939827"/>
              <a:gd name="connsiteX25" fmla="*/ 8426506 w 12192000"/>
              <a:gd name="connsiteY25" fmla="*/ 241842 h 4939827"/>
              <a:gd name="connsiteX26" fmla="*/ 8427949 w 12192000"/>
              <a:gd name="connsiteY26" fmla="*/ 240981 h 4939827"/>
              <a:gd name="connsiteX27" fmla="*/ 8441468 w 12192000"/>
              <a:gd name="connsiteY27" fmla="*/ 241157 h 4939827"/>
              <a:gd name="connsiteX28" fmla="*/ 8565757 w 12192000"/>
              <a:gd name="connsiteY28" fmla="*/ 255317 h 4939827"/>
              <a:gd name="connsiteX29" fmla="*/ 8573171 w 12192000"/>
              <a:gd name="connsiteY29" fmla="*/ 258426 h 4939827"/>
              <a:gd name="connsiteX30" fmla="*/ 8573548 w 12192000"/>
              <a:gd name="connsiteY30" fmla="*/ 258241 h 4939827"/>
              <a:gd name="connsiteX31" fmla="*/ 8581827 w 12192000"/>
              <a:gd name="connsiteY31" fmla="*/ 261028 h 4939827"/>
              <a:gd name="connsiteX32" fmla="*/ 8586687 w 12192000"/>
              <a:gd name="connsiteY32" fmla="*/ 264089 h 4939827"/>
              <a:gd name="connsiteX33" fmla="*/ 8601067 w 12192000"/>
              <a:gd name="connsiteY33" fmla="*/ 270114 h 4939827"/>
              <a:gd name="connsiteX34" fmla="*/ 8672650 w 12192000"/>
              <a:gd name="connsiteY34" fmla="*/ 254821 h 4939827"/>
              <a:gd name="connsiteX35" fmla="*/ 8785543 w 12192000"/>
              <a:gd name="connsiteY35" fmla="*/ 263406 h 4939827"/>
              <a:gd name="connsiteX36" fmla="*/ 8830588 w 12192000"/>
              <a:gd name="connsiteY36" fmla="*/ 265483 h 4939827"/>
              <a:gd name="connsiteX37" fmla="*/ 8905142 w 12192000"/>
              <a:gd name="connsiteY37" fmla="*/ 264958 h 4939827"/>
              <a:gd name="connsiteX38" fmla="*/ 8968582 w 12192000"/>
              <a:gd name="connsiteY38" fmla="*/ 262728 h 4939827"/>
              <a:gd name="connsiteX39" fmla="*/ 8972994 w 12192000"/>
              <a:gd name="connsiteY39" fmla="*/ 263284 h 4939827"/>
              <a:gd name="connsiteX40" fmla="*/ 9004605 w 12192000"/>
              <a:gd name="connsiteY40" fmla="*/ 258041 h 4939827"/>
              <a:gd name="connsiteX41" fmla="*/ 9016165 w 12192000"/>
              <a:gd name="connsiteY41" fmla="*/ 261258 h 4939827"/>
              <a:gd name="connsiteX42" fmla="*/ 9043297 w 12192000"/>
              <a:gd name="connsiteY42" fmla="*/ 281547 h 4939827"/>
              <a:gd name="connsiteX43" fmla="*/ 9048315 w 12192000"/>
              <a:gd name="connsiteY43" fmla="*/ 279264 h 4939827"/>
              <a:gd name="connsiteX44" fmla="*/ 9054706 w 12192000"/>
              <a:gd name="connsiteY44" fmla="*/ 278538 h 4939827"/>
              <a:gd name="connsiteX45" fmla="*/ 9070919 w 12192000"/>
              <a:gd name="connsiteY45" fmla="*/ 281810 h 4939827"/>
              <a:gd name="connsiteX46" fmla="*/ 9076813 w 12192000"/>
              <a:gd name="connsiteY46" fmla="*/ 283909 h 4939827"/>
              <a:gd name="connsiteX47" fmla="*/ 9085871 w 12192000"/>
              <a:gd name="connsiteY47" fmla="*/ 285133 h 4939827"/>
              <a:gd name="connsiteX48" fmla="*/ 9086159 w 12192000"/>
              <a:gd name="connsiteY48" fmla="*/ 284887 h 4939827"/>
              <a:gd name="connsiteX49" fmla="*/ 9134606 w 12192000"/>
              <a:gd name="connsiteY49" fmla="*/ 288168 h 4939827"/>
              <a:gd name="connsiteX50" fmla="*/ 9195590 w 12192000"/>
              <a:gd name="connsiteY50" fmla="*/ 279568 h 4939827"/>
              <a:gd name="connsiteX51" fmla="*/ 9219336 w 12192000"/>
              <a:gd name="connsiteY51" fmla="*/ 278133 h 4939827"/>
              <a:gd name="connsiteX52" fmla="*/ 9232362 w 12192000"/>
              <a:gd name="connsiteY52" fmla="*/ 275894 h 4939827"/>
              <a:gd name="connsiteX53" fmla="*/ 9233396 w 12192000"/>
              <a:gd name="connsiteY53" fmla="*/ 274803 h 4939827"/>
              <a:gd name="connsiteX54" fmla="*/ 9256213 w 12192000"/>
              <a:gd name="connsiteY54" fmla="*/ 281576 h 4939827"/>
              <a:gd name="connsiteX55" fmla="*/ 9262377 w 12192000"/>
              <a:gd name="connsiteY55" fmla="*/ 286635 h 4939827"/>
              <a:gd name="connsiteX56" fmla="*/ 9287089 w 12192000"/>
              <a:gd name="connsiteY56" fmla="*/ 303891 h 4939827"/>
              <a:gd name="connsiteX57" fmla="*/ 9371484 w 12192000"/>
              <a:gd name="connsiteY57" fmla="*/ 329634 h 4939827"/>
              <a:gd name="connsiteX58" fmla="*/ 9404829 w 12192000"/>
              <a:gd name="connsiteY58" fmla="*/ 339038 h 4939827"/>
              <a:gd name="connsiteX59" fmla="*/ 9427021 w 12192000"/>
              <a:gd name="connsiteY59" fmla="*/ 358784 h 4939827"/>
              <a:gd name="connsiteX60" fmla="*/ 9670844 w 12192000"/>
              <a:gd name="connsiteY60" fmla="*/ 405128 h 4939827"/>
              <a:gd name="connsiteX61" fmla="*/ 9816083 w 12192000"/>
              <a:gd name="connsiteY61" fmla="*/ 416573 h 4939827"/>
              <a:gd name="connsiteX62" fmla="*/ 9936741 w 12192000"/>
              <a:gd name="connsiteY62" fmla="*/ 437044 h 4939827"/>
              <a:gd name="connsiteX63" fmla="*/ 10050093 w 12192000"/>
              <a:gd name="connsiteY63" fmla="*/ 443783 h 4939827"/>
              <a:gd name="connsiteX64" fmla="*/ 10130090 w 12192000"/>
              <a:gd name="connsiteY64" fmla="*/ 459520 h 4939827"/>
              <a:gd name="connsiteX65" fmla="*/ 10173456 w 12192000"/>
              <a:gd name="connsiteY65" fmla="*/ 457749 h 4939827"/>
              <a:gd name="connsiteX66" fmla="*/ 10218232 w 12192000"/>
              <a:gd name="connsiteY66" fmla="*/ 459820 h 4939827"/>
              <a:gd name="connsiteX67" fmla="*/ 10354176 w 12192000"/>
              <a:gd name="connsiteY67" fmla="*/ 471377 h 4939827"/>
              <a:gd name="connsiteX68" fmla="*/ 10430681 w 12192000"/>
              <a:gd name="connsiteY68" fmla="*/ 481226 h 4939827"/>
              <a:gd name="connsiteX69" fmla="*/ 10478169 w 12192000"/>
              <a:gd name="connsiteY69" fmla="*/ 481774 h 4939827"/>
              <a:gd name="connsiteX70" fmla="*/ 10540907 w 12192000"/>
              <a:gd name="connsiteY70" fmla="*/ 485607 h 4939827"/>
              <a:gd name="connsiteX71" fmla="*/ 10614941 w 12192000"/>
              <a:gd name="connsiteY71" fmla="*/ 487592 h 4939827"/>
              <a:gd name="connsiteX72" fmla="*/ 10674098 w 12192000"/>
              <a:gd name="connsiteY72" fmla="*/ 521656 h 4939827"/>
              <a:gd name="connsiteX73" fmla="*/ 10874834 w 12192000"/>
              <a:gd name="connsiteY73" fmla="*/ 574867 h 4939827"/>
              <a:gd name="connsiteX74" fmla="*/ 10944981 w 12192000"/>
              <a:gd name="connsiteY74" fmla="*/ 615042 h 4939827"/>
              <a:gd name="connsiteX75" fmla="*/ 11006376 w 12192000"/>
              <a:gd name="connsiteY75" fmla="*/ 645957 h 4939827"/>
              <a:gd name="connsiteX76" fmla="*/ 11076308 w 12192000"/>
              <a:gd name="connsiteY76" fmla="*/ 675698 h 4939827"/>
              <a:gd name="connsiteX77" fmla="*/ 11148789 w 12192000"/>
              <a:gd name="connsiteY77" fmla="*/ 685041 h 4939827"/>
              <a:gd name="connsiteX78" fmla="*/ 11249129 w 12192000"/>
              <a:gd name="connsiteY78" fmla="*/ 684218 h 4939827"/>
              <a:gd name="connsiteX79" fmla="*/ 11299915 w 12192000"/>
              <a:gd name="connsiteY79" fmla="*/ 692177 h 4939827"/>
              <a:gd name="connsiteX80" fmla="*/ 11386973 w 12192000"/>
              <a:gd name="connsiteY80" fmla="*/ 708209 h 4939827"/>
              <a:gd name="connsiteX81" fmla="*/ 11500105 w 12192000"/>
              <a:gd name="connsiteY81" fmla="*/ 735014 h 4939827"/>
              <a:gd name="connsiteX82" fmla="*/ 11621735 w 12192000"/>
              <a:gd name="connsiteY82" fmla="*/ 789584 h 4939827"/>
              <a:gd name="connsiteX83" fmla="*/ 11691200 w 12192000"/>
              <a:gd name="connsiteY83" fmla="*/ 867902 h 4939827"/>
              <a:gd name="connsiteX84" fmla="*/ 11819427 w 12192000"/>
              <a:gd name="connsiteY84" fmla="*/ 911634 h 4939827"/>
              <a:gd name="connsiteX85" fmla="*/ 11969720 w 12192000"/>
              <a:gd name="connsiteY85" fmla="*/ 964737 h 4939827"/>
              <a:gd name="connsiteX86" fmla="*/ 12055766 w 12192000"/>
              <a:gd name="connsiteY86" fmla="*/ 991268 h 4939827"/>
              <a:gd name="connsiteX87" fmla="*/ 12171539 w 12192000"/>
              <a:gd name="connsiteY87" fmla="*/ 995427 h 4939827"/>
              <a:gd name="connsiteX88" fmla="*/ 12187831 w 12192000"/>
              <a:gd name="connsiteY88" fmla="*/ 996580 h 4939827"/>
              <a:gd name="connsiteX89" fmla="*/ 12192000 w 12192000"/>
              <a:gd name="connsiteY89" fmla="*/ 996726 h 4939827"/>
              <a:gd name="connsiteX90" fmla="*/ 12192000 w 12192000"/>
              <a:gd name="connsiteY90" fmla="*/ 4939827 h 4939827"/>
              <a:gd name="connsiteX91" fmla="*/ 0 w 12192000"/>
              <a:gd name="connsiteY91" fmla="*/ 4939827 h 4939827"/>
              <a:gd name="connsiteX92" fmla="*/ 0 w 12192000"/>
              <a:gd name="connsiteY92" fmla="*/ 512043 h 4939827"/>
              <a:gd name="connsiteX93" fmla="*/ 7381 w 12192000"/>
              <a:gd name="connsiteY93" fmla="*/ 512580 h 4939827"/>
              <a:gd name="connsiteX94" fmla="*/ 100029 w 12192000"/>
              <a:gd name="connsiteY94" fmla="*/ 504758 h 4939827"/>
              <a:gd name="connsiteX95" fmla="*/ 155244 w 12192000"/>
              <a:gd name="connsiteY95" fmla="*/ 525130 h 4939827"/>
              <a:gd name="connsiteX96" fmla="*/ 254366 w 12192000"/>
              <a:gd name="connsiteY96" fmla="*/ 534449 h 4939827"/>
              <a:gd name="connsiteX97" fmla="*/ 447292 w 12192000"/>
              <a:gd name="connsiteY97" fmla="*/ 542725 h 4939827"/>
              <a:gd name="connsiteX98" fmla="*/ 628105 w 12192000"/>
              <a:gd name="connsiteY98" fmla="*/ 547853 h 4939827"/>
              <a:gd name="connsiteX99" fmla="*/ 783146 w 12192000"/>
              <a:gd name="connsiteY99" fmla="*/ 591799 h 4939827"/>
              <a:gd name="connsiteX100" fmla="*/ 1043676 w 12192000"/>
              <a:gd name="connsiteY100" fmla="*/ 591887 h 4939827"/>
              <a:gd name="connsiteX101" fmla="*/ 1281816 w 12192000"/>
              <a:gd name="connsiteY101" fmla="*/ 520946 h 4939827"/>
              <a:gd name="connsiteX102" fmla="*/ 1486347 w 12192000"/>
              <a:gd name="connsiteY102" fmla="*/ 487310 h 4939827"/>
              <a:gd name="connsiteX103" fmla="*/ 1568079 w 12192000"/>
              <a:gd name="connsiteY103" fmla="*/ 462531 h 4939827"/>
              <a:gd name="connsiteX104" fmla="*/ 1622516 w 12192000"/>
              <a:gd name="connsiteY104" fmla="*/ 466058 h 4939827"/>
              <a:gd name="connsiteX105" fmla="*/ 1655457 w 12192000"/>
              <a:gd name="connsiteY105" fmla="*/ 465359 h 4939827"/>
              <a:gd name="connsiteX106" fmla="*/ 1717454 w 12192000"/>
              <a:gd name="connsiteY106" fmla="*/ 417203 h 4939827"/>
              <a:gd name="connsiteX107" fmla="*/ 1913794 w 12192000"/>
              <a:gd name="connsiteY107" fmla="*/ 365255 h 4939827"/>
              <a:gd name="connsiteX108" fmla="*/ 2129762 w 12192000"/>
              <a:gd name="connsiteY108" fmla="*/ 367832 h 4939827"/>
              <a:gd name="connsiteX109" fmla="*/ 2376970 w 12192000"/>
              <a:gd name="connsiteY109" fmla="*/ 350129 h 4939827"/>
              <a:gd name="connsiteX110" fmla="*/ 2480155 w 12192000"/>
              <a:gd name="connsiteY110" fmla="*/ 359227 h 4939827"/>
              <a:gd name="connsiteX111" fmla="*/ 2586782 w 12192000"/>
              <a:gd name="connsiteY111" fmla="*/ 339352 h 4939827"/>
              <a:gd name="connsiteX112" fmla="*/ 2679617 w 12192000"/>
              <a:gd name="connsiteY112" fmla="*/ 305383 h 4939827"/>
              <a:gd name="connsiteX113" fmla="*/ 2788947 w 12192000"/>
              <a:gd name="connsiteY113" fmla="*/ 250375 h 4939827"/>
              <a:gd name="connsiteX114" fmla="*/ 2965530 w 12192000"/>
              <a:gd name="connsiteY114" fmla="*/ 245958 h 4939827"/>
              <a:gd name="connsiteX115" fmla="*/ 3103677 w 12192000"/>
              <a:gd name="connsiteY115" fmla="*/ 209527 h 4939827"/>
              <a:gd name="connsiteX116" fmla="*/ 3126759 w 12192000"/>
              <a:gd name="connsiteY116" fmla="*/ 211226 h 4939827"/>
              <a:gd name="connsiteX117" fmla="*/ 3164020 w 12192000"/>
              <a:gd name="connsiteY117" fmla="*/ 212779 h 4939827"/>
              <a:gd name="connsiteX118" fmla="*/ 3285019 w 12192000"/>
              <a:gd name="connsiteY118" fmla="*/ 220535 h 4939827"/>
              <a:gd name="connsiteX119" fmla="*/ 3365154 w 12192000"/>
              <a:gd name="connsiteY119" fmla="*/ 226416 h 4939827"/>
              <a:gd name="connsiteX120" fmla="*/ 3367507 w 12192000"/>
              <a:gd name="connsiteY120" fmla="*/ 225416 h 4939827"/>
              <a:gd name="connsiteX121" fmla="*/ 3387567 w 12192000"/>
              <a:gd name="connsiteY121" fmla="*/ 227103 h 4939827"/>
              <a:gd name="connsiteX122" fmla="*/ 3498001 w 12192000"/>
              <a:gd name="connsiteY122" fmla="*/ 231941 h 4939827"/>
              <a:gd name="connsiteX123" fmla="*/ 3561557 w 12192000"/>
              <a:gd name="connsiteY123" fmla="*/ 228095 h 4939827"/>
              <a:gd name="connsiteX124" fmla="*/ 3611920 w 12192000"/>
              <a:gd name="connsiteY124" fmla="*/ 218094 h 4939827"/>
              <a:gd name="connsiteX125" fmla="*/ 3620528 w 12192000"/>
              <a:gd name="connsiteY125" fmla="*/ 218788 h 4939827"/>
              <a:gd name="connsiteX126" fmla="*/ 3620766 w 12192000"/>
              <a:gd name="connsiteY126" fmla="*/ 218511 h 4939827"/>
              <a:gd name="connsiteX127" fmla="*/ 3629977 w 12192000"/>
              <a:gd name="connsiteY127" fmla="*/ 218664 h 4939827"/>
              <a:gd name="connsiteX128" fmla="*/ 3636217 w 12192000"/>
              <a:gd name="connsiteY128" fmla="*/ 220048 h 4939827"/>
              <a:gd name="connsiteX129" fmla="*/ 3709484 w 12192000"/>
              <a:gd name="connsiteY129" fmla="*/ 186927 h 4939827"/>
              <a:gd name="connsiteX130" fmla="*/ 3761342 w 12192000"/>
              <a:gd name="connsiteY130" fmla="*/ 177474 h 4939827"/>
              <a:gd name="connsiteX131" fmla="*/ 3799748 w 12192000"/>
              <a:gd name="connsiteY131" fmla="*/ 167154 h 4939827"/>
              <a:gd name="connsiteX132" fmla="*/ 3922756 w 12192000"/>
              <a:gd name="connsiteY132" fmla="*/ 194044 h 4939827"/>
              <a:gd name="connsiteX133" fmla="*/ 4028476 w 12192000"/>
              <a:gd name="connsiteY133" fmla="*/ 223679 h 4939827"/>
              <a:gd name="connsiteX134" fmla="*/ 4191582 w 12192000"/>
              <a:gd name="connsiteY134" fmla="*/ 238952 h 4939827"/>
              <a:gd name="connsiteX135" fmla="*/ 4251024 w 12192000"/>
              <a:gd name="connsiteY135" fmla="*/ 240874 h 4939827"/>
              <a:gd name="connsiteX136" fmla="*/ 4355275 w 12192000"/>
              <a:gd name="connsiteY136" fmla="*/ 260205 h 4939827"/>
              <a:gd name="connsiteX137" fmla="*/ 4423807 w 12192000"/>
              <a:gd name="connsiteY137" fmla="*/ 270366 h 4939827"/>
              <a:gd name="connsiteX138" fmla="*/ 4558432 w 12192000"/>
              <a:gd name="connsiteY138" fmla="*/ 269194 h 4939827"/>
              <a:gd name="connsiteX139" fmla="*/ 4635061 w 12192000"/>
              <a:gd name="connsiteY139" fmla="*/ 280682 h 4939827"/>
              <a:gd name="connsiteX140" fmla="*/ 4807427 w 12192000"/>
              <a:gd name="connsiteY140" fmla="*/ 276835 h 4939827"/>
              <a:gd name="connsiteX141" fmla="*/ 5028933 w 12192000"/>
              <a:gd name="connsiteY141" fmla="*/ 183887 h 4939827"/>
              <a:gd name="connsiteX142" fmla="*/ 5093642 w 12192000"/>
              <a:gd name="connsiteY142" fmla="*/ 177214 h 4939827"/>
              <a:gd name="connsiteX143" fmla="*/ 5102642 w 12192000"/>
              <a:gd name="connsiteY143" fmla="*/ 186816 h 4939827"/>
              <a:gd name="connsiteX144" fmla="*/ 5193590 w 12192000"/>
              <a:gd name="connsiteY144" fmla="*/ 156458 h 4939827"/>
              <a:gd name="connsiteX145" fmla="*/ 5323922 w 12192000"/>
              <a:gd name="connsiteY145" fmla="*/ 146332 h 4939827"/>
              <a:gd name="connsiteX146" fmla="*/ 5421860 w 12192000"/>
              <a:gd name="connsiteY146" fmla="*/ 167298 h 4939827"/>
              <a:gd name="connsiteX147" fmla="*/ 5476948 w 12192000"/>
              <a:gd name="connsiteY147" fmla="*/ 173249 h 4939827"/>
              <a:gd name="connsiteX148" fmla="*/ 5516842 w 12192000"/>
              <a:gd name="connsiteY148" fmla="*/ 184018 h 4939827"/>
              <a:gd name="connsiteX149" fmla="*/ 5619415 w 12192000"/>
              <a:gd name="connsiteY149" fmla="*/ 176781 h 4939827"/>
              <a:gd name="connsiteX150" fmla="*/ 5789867 w 12192000"/>
              <a:gd name="connsiteY150" fmla="*/ 150304 h 4939827"/>
              <a:gd name="connsiteX151" fmla="*/ 5825953 w 12192000"/>
              <a:gd name="connsiteY151" fmla="*/ 147907 h 4939827"/>
              <a:gd name="connsiteX152" fmla="*/ 5856168 w 12192000"/>
              <a:gd name="connsiteY152" fmla="*/ 158719 h 4939827"/>
              <a:gd name="connsiteX153" fmla="*/ 5862476 w 12192000"/>
              <a:gd name="connsiteY153" fmla="*/ 172447 h 4939827"/>
              <a:gd name="connsiteX154" fmla="*/ 5882195 w 12192000"/>
              <a:gd name="connsiteY154" fmla="*/ 173195 h 4939827"/>
              <a:gd name="connsiteX155" fmla="*/ 5887271 w 12192000"/>
              <a:gd name="connsiteY155" fmla="*/ 176084 h 4939827"/>
              <a:gd name="connsiteX156" fmla="*/ 5921577 w 12192000"/>
              <a:gd name="connsiteY156" fmla="*/ 169858 h 4939827"/>
              <a:gd name="connsiteX157" fmla="*/ 5983240 w 12192000"/>
              <a:gd name="connsiteY157" fmla="*/ 152755 h 4939827"/>
              <a:gd name="connsiteX158" fmla="*/ 6152287 w 12192000"/>
              <a:gd name="connsiteY158" fmla="*/ 116736 h 4939827"/>
              <a:gd name="connsiteX159" fmla="*/ 6415830 w 12192000"/>
              <a:gd name="connsiteY159" fmla="*/ 136006 h 4939827"/>
              <a:gd name="connsiteX160" fmla="*/ 6756965 w 12192000"/>
              <a:gd name="connsiteY160" fmla="*/ 57636 h 4939827"/>
              <a:gd name="connsiteX161" fmla="*/ 6819400 w 12192000"/>
              <a:gd name="connsiteY161" fmla="*/ 30742 h 4939827"/>
              <a:gd name="connsiteX162" fmla="*/ 6986370 w 12192000"/>
              <a:gd name="connsiteY162" fmla="*/ 12659 h 4939827"/>
              <a:gd name="connsiteX163" fmla="*/ 6989536 w 12192000"/>
              <a:gd name="connsiteY163" fmla="*/ 14528 h 4939827"/>
              <a:gd name="connsiteX164" fmla="*/ 7015933 w 12192000"/>
              <a:gd name="connsiteY164" fmla="*/ 9653 h 4939827"/>
              <a:gd name="connsiteX165" fmla="*/ 7020592 w 12192000"/>
              <a:gd name="connsiteY165" fmla="*/ 1651 h 4939827"/>
              <a:gd name="connsiteX166" fmla="*/ 7025905 w 12192000"/>
              <a:gd name="connsiteY166" fmla="*/ 0 h 4939827"/>
              <a:gd name="connsiteX0" fmla="*/ 7025905 w 12192000"/>
              <a:gd name="connsiteY0" fmla="*/ 0 h 4939827"/>
              <a:gd name="connsiteX1" fmla="*/ 7032579 w 12192000"/>
              <a:gd name="connsiteY1" fmla="*/ 2808 h 4939827"/>
              <a:gd name="connsiteX2" fmla="*/ 7079505 w 12192000"/>
              <a:gd name="connsiteY2" fmla="*/ 12971 h 4939827"/>
              <a:gd name="connsiteX3" fmla="*/ 7158791 w 12192000"/>
              <a:gd name="connsiteY3" fmla="*/ 12462 h 4939827"/>
              <a:gd name="connsiteX4" fmla="*/ 7233338 w 12192000"/>
              <a:gd name="connsiteY4" fmla="*/ 24846 h 4939827"/>
              <a:gd name="connsiteX5" fmla="*/ 7259791 w 12192000"/>
              <a:gd name="connsiteY5" fmla="*/ 29557 h 4939827"/>
              <a:gd name="connsiteX6" fmla="*/ 7263923 w 12192000"/>
              <a:gd name="connsiteY6" fmla="*/ 35029 h 4939827"/>
              <a:gd name="connsiteX7" fmla="*/ 7281549 w 12192000"/>
              <a:gd name="connsiteY7" fmla="*/ 39654 h 4939827"/>
              <a:gd name="connsiteX8" fmla="*/ 7374735 w 12192000"/>
              <a:gd name="connsiteY8" fmla="*/ 65326 h 4939827"/>
              <a:gd name="connsiteX9" fmla="*/ 7376078 w 12192000"/>
              <a:gd name="connsiteY9" fmla="*/ 63849 h 4939827"/>
              <a:gd name="connsiteX10" fmla="*/ 7402026 w 12192000"/>
              <a:gd name="connsiteY10" fmla="*/ 60308 h 4939827"/>
              <a:gd name="connsiteX11" fmla="*/ 7415091 w 12192000"/>
              <a:gd name="connsiteY11" fmla="*/ 77403 h 4939827"/>
              <a:gd name="connsiteX12" fmla="*/ 7488682 w 12192000"/>
              <a:gd name="connsiteY12" fmla="*/ 83440 h 4939827"/>
              <a:gd name="connsiteX13" fmla="*/ 7588044 w 12192000"/>
              <a:gd name="connsiteY13" fmla="*/ 110756 h 4939827"/>
              <a:gd name="connsiteX14" fmla="*/ 7732750 w 12192000"/>
              <a:gd name="connsiteY14" fmla="*/ 145456 h 4939827"/>
              <a:gd name="connsiteX15" fmla="*/ 7785900 w 12192000"/>
              <a:gd name="connsiteY15" fmla="*/ 154493 h 4939827"/>
              <a:gd name="connsiteX16" fmla="*/ 7877301 w 12192000"/>
              <a:gd name="connsiteY16" fmla="*/ 186153 h 4939827"/>
              <a:gd name="connsiteX17" fmla="*/ 7952584 w 12192000"/>
              <a:gd name="connsiteY17" fmla="*/ 170181 h 4939827"/>
              <a:gd name="connsiteX18" fmla="*/ 8009534 w 12192000"/>
              <a:gd name="connsiteY18" fmla="*/ 176441 h 4939827"/>
              <a:gd name="connsiteX19" fmla="*/ 8058681 w 12192000"/>
              <a:gd name="connsiteY19" fmla="*/ 219431 h 4939827"/>
              <a:gd name="connsiteX20" fmla="*/ 8126175 w 12192000"/>
              <a:gd name="connsiteY20" fmla="*/ 240005 h 4939827"/>
              <a:gd name="connsiteX21" fmla="*/ 8166439 w 12192000"/>
              <a:gd name="connsiteY21" fmla="*/ 252699 h 4939827"/>
              <a:gd name="connsiteX22" fmla="*/ 8281371 w 12192000"/>
              <a:gd name="connsiteY22" fmla="*/ 256875 h 4939827"/>
              <a:gd name="connsiteX23" fmla="*/ 8381609 w 12192000"/>
              <a:gd name="connsiteY23" fmla="*/ 240618 h 4939827"/>
              <a:gd name="connsiteX24" fmla="*/ 8406759 w 12192000"/>
              <a:gd name="connsiteY24" fmla="*/ 232517 h 4939827"/>
              <a:gd name="connsiteX25" fmla="*/ 8426506 w 12192000"/>
              <a:gd name="connsiteY25" fmla="*/ 241842 h 4939827"/>
              <a:gd name="connsiteX26" fmla="*/ 8427949 w 12192000"/>
              <a:gd name="connsiteY26" fmla="*/ 240981 h 4939827"/>
              <a:gd name="connsiteX27" fmla="*/ 8441468 w 12192000"/>
              <a:gd name="connsiteY27" fmla="*/ 241157 h 4939827"/>
              <a:gd name="connsiteX28" fmla="*/ 8565757 w 12192000"/>
              <a:gd name="connsiteY28" fmla="*/ 255317 h 4939827"/>
              <a:gd name="connsiteX29" fmla="*/ 8573171 w 12192000"/>
              <a:gd name="connsiteY29" fmla="*/ 258426 h 4939827"/>
              <a:gd name="connsiteX30" fmla="*/ 8573548 w 12192000"/>
              <a:gd name="connsiteY30" fmla="*/ 258241 h 4939827"/>
              <a:gd name="connsiteX31" fmla="*/ 8581827 w 12192000"/>
              <a:gd name="connsiteY31" fmla="*/ 261028 h 4939827"/>
              <a:gd name="connsiteX32" fmla="*/ 8586687 w 12192000"/>
              <a:gd name="connsiteY32" fmla="*/ 264089 h 4939827"/>
              <a:gd name="connsiteX33" fmla="*/ 8601067 w 12192000"/>
              <a:gd name="connsiteY33" fmla="*/ 270114 h 4939827"/>
              <a:gd name="connsiteX34" fmla="*/ 8672650 w 12192000"/>
              <a:gd name="connsiteY34" fmla="*/ 254821 h 4939827"/>
              <a:gd name="connsiteX35" fmla="*/ 8785543 w 12192000"/>
              <a:gd name="connsiteY35" fmla="*/ 263406 h 4939827"/>
              <a:gd name="connsiteX36" fmla="*/ 8830588 w 12192000"/>
              <a:gd name="connsiteY36" fmla="*/ 265483 h 4939827"/>
              <a:gd name="connsiteX37" fmla="*/ 8905142 w 12192000"/>
              <a:gd name="connsiteY37" fmla="*/ 264958 h 4939827"/>
              <a:gd name="connsiteX38" fmla="*/ 8968582 w 12192000"/>
              <a:gd name="connsiteY38" fmla="*/ 262728 h 4939827"/>
              <a:gd name="connsiteX39" fmla="*/ 8972994 w 12192000"/>
              <a:gd name="connsiteY39" fmla="*/ 263284 h 4939827"/>
              <a:gd name="connsiteX40" fmla="*/ 9004605 w 12192000"/>
              <a:gd name="connsiteY40" fmla="*/ 258041 h 4939827"/>
              <a:gd name="connsiteX41" fmla="*/ 9016165 w 12192000"/>
              <a:gd name="connsiteY41" fmla="*/ 261258 h 4939827"/>
              <a:gd name="connsiteX42" fmla="*/ 9043297 w 12192000"/>
              <a:gd name="connsiteY42" fmla="*/ 281547 h 4939827"/>
              <a:gd name="connsiteX43" fmla="*/ 9048315 w 12192000"/>
              <a:gd name="connsiteY43" fmla="*/ 279264 h 4939827"/>
              <a:gd name="connsiteX44" fmla="*/ 9054706 w 12192000"/>
              <a:gd name="connsiteY44" fmla="*/ 278538 h 4939827"/>
              <a:gd name="connsiteX45" fmla="*/ 9070919 w 12192000"/>
              <a:gd name="connsiteY45" fmla="*/ 281810 h 4939827"/>
              <a:gd name="connsiteX46" fmla="*/ 9076813 w 12192000"/>
              <a:gd name="connsiteY46" fmla="*/ 283909 h 4939827"/>
              <a:gd name="connsiteX47" fmla="*/ 9085871 w 12192000"/>
              <a:gd name="connsiteY47" fmla="*/ 285133 h 4939827"/>
              <a:gd name="connsiteX48" fmla="*/ 9086159 w 12192000"/>
              <a:gd name="connsiteY48" fmla="*/ 284887 h 4939827"/>
              <a:gd name="connsiteX49" fmla="*/ 9134606 w 12192000"/>
              <a:gd name="connsiteY49" fmla="*/ 288168 h 4939827"/>
              <a:gd name="connsiteX50" fmla="*/ 9195590 w 12192000"/>
              <a:gd name="connsiteY50" fmla="*/ 279568 h 4939827"/>
              <a:gd name="connsiteX51" fmla="*/ 9219336 w 12192000"/>
              <a:gd name="connsiteY51" fmla="*/ 278133 h 4939827"/>
              <a:gd name="connsiteX52" fmla="*/ 9232362 w 12192000"/>
              <a:gd name="connsiteY52" fmla="*/ 275894 h 4939827"/>
              <a:gd name="connsiteX53" fmla="*/ 9233396 w 12192000"/>
              <a:gd name="connsiteY53" fmla="*/ 274803 h 4939827"/>
              <a:gd name="connsiteX54" fmla="*/ 9256213 w 12192000"/>
              <a:gd name="connsiteY54" fmla="*/ 281576 h 4939827"/>
              <a:gd name="connsiteX55" fmla="*/ 9262377 w 12192000"/>
              <a:gd name="connsiteY55" fmla="*/ 286635 h 4939827"/>
              <a:gd name="connsiteX56" fmla="*/ 9287089 w 12192000"/>
              <a:gd name="connsiteY56" fmla="*/ 303891 h 4939827"/>
              <a:gd name="connsiteX57" fmla="*/ 9371484 w 12192000"/>
              <a:gd name="connsiteY57" fmla="*/ 329634 h 4939827"/>
              <a:gd name="connsiteX58" fmla="*/ 9404829 w 12192000"/>
              <a:gd name="connsiteY58" fmla="*/ 339038 h 4939827"/>
              <a:gd name="connsiteX59" fmla="*/ 9427021 w 12192000"/>
              <a:gd name="connsiteY59" fmla="*/ 358784 h 4939827"/>
              <a:gd name="connsiteX60" fmla="*/ 9670844 w 12192000"/>
              <a:gd name="connsiteY60" fmla="*/ 405128 h 4939827"/>
              <a:gd name="connsiteX61" fmla="*/ 9816083 w 12192000"/>
              <a:gd name="connsiteY61" fmla="*/ 416573 h 4939827"/>
              <a:gd name="connsiteX62" fmla="*/ 9936741 w 12192000"/>
              <a:gd name="connsiteY62" fmla="*/ 437044 h 4939827"/>
              <a:gd name="connsiteX63" fmla="*/ 10050093 w 12192000"/>
              <a:gd name="connsiteY63" fmla="*/ 443783 h 4939827"/>
              <a:gd name="connsiteX64" fmla="*/ 10130090 w 12192000"/>
              <a:gd name="connsiteY64" fmla="*/ 459520 h 4939827"/>
              <a:gd name="connsiteX65" fmla="*/ 10173456 w 12192000"/>
              <a:gd name="connsiteY65" fmla="*/ 457749 h 4939827"/>
              <a:gd name="connsiteX66" fmla="*/ 10218232 w 12192000"/>
              <a:gd name="connsiteY66" fmla="*/ 459820 h 4939827"/>
              <a:gd name="connsiteX67" fmla="*/ 10354176 w 12192000"/>
              <a:gd name="connsiteY67" fmla="*/ 471377 h 4939827"/>
              <a:gd name="connsiteX68" fmla="*/ 10430681 w 12192000"/>
              <a:gd name="connsiteY68" fmla="*/ 481226 h 4939827"/>
              <a:gd name="connsiteX69" fmla="*/ 10478169 w 12192000"/>
              <a:gd name="connsiteY69" fmla="*/ 481774 h 4939827"/>
              <a:gd name="connsiteX70" fmla="*/ 10540907 w 12192000"/>
              <a:gd name="connsiteY70" fmla="*/ 485607 h 4939827"/>
              <a:gd name="connsiteX71" fmla="*/ 10614941 w 12192000"/>
              <a:gd name="connsiteY71" fmla="*/ 487592 h 4939827"/>
              <a:gd name="connsiteX72" fmla="*/ 10674098 w 12192000"/>
              <a:gd name="connsiteY72" fmla="*/ 521656 h 4939827"/>
              <a:gd name="connsiteX73" fmla="*/ 10874834 w 12192000"/>
              <a:gd name="connsiteY73" fmla="*/ 574867 h 4939827"/>
              <a:gd name="connsiteX74" fmla="*/ 10944981 w 12192000"/>
              <a:gd name="connsiteY74" fmla="*/ 615042 h 4939827"/>
              <a:gd name="connsiteX75" fmla="*/ 11006376 w 12192000"/>
              <a:gd name="connsiteY75" fmla="*/ 645957 h 4939827"/>
              <a:gd name="connsiteX76" fmla="*/ 11076308 w 12192000"/>
              <a:gd name="connsiteY76" fmla="*/ 675698 h 4939827"/>
              <a:gd name="connsiteX77" fmla="*/ 11148789 w 12192000"/>
              <a:gd name="connsiteY77" fmla="*/ 685041 h 4939827"/>
              <a:gd name="connsiteX78" fmla="*/ 11249129 w 12192000"/>
              <a:gd name="connsiteY78" fmla="*/ 684218 h 4939827"/>
              <a:gd name="connsiteX79" fmla="*/ 11299915 w 12192000"/>
              <a:gd name="connsiteY79" fmla="*/ 692177 h 4939827"/>
              <a:gd name="connsiteX80" fmla="*/ 11386973 w 12192000"/>
              <a:gd name="connsiteY80" fmla="*/ 708209 h 4939827"/>
              <a:gd name="connsiteX81" fmla="*/ 11500105 w 12192000"/>
              <a:gd name="connsiteY81" fmla="*/ 735014 h 4939827"/>
              <a:gd name="connsiteX82" fmla="*/ 11621735 w 12192000"/>
              <a:gd name="connsiteY82" fmla="*/ 789584 h 4939827"/>
              <a:gd name="connsiteX83" fmla="*/ 11691200 w 12192000"/>
              <a:gd name="connsiteY83" fmla="*/ 867902 h 4939827"/>
              <a:gd name="connsiteX84" fmla="*/ 11819427 w 12192000"/>
              <a:gd name="connsiteY84" fmla="*/ 911634 h 4939827"/>
              <a:gd name="connsiteX85" fmla="*/ 11969720 w 12192000"/>
              <a:gd name="connsiteY85" fmla="*/ 964737 h 4939827"/>
              <a:gd name="connsiteX86" fmla="*/ 12055766 w 12192000"/>
              <a:gd name="connsiteY86" fmla="*/ 991268 h 4939827"/>
              <a:gd name="connsiteX87" fmla="*/ 12171539 w 12192000"/>
              <a:gd name="connsiteY87" fmla="*/ 995427 h 4939827"/>
              <a:gd name="connsiteX88" fmla="*/ 12187831 w 12192000"/>
              <a:gd name="connsiteY88" fmla="*/ 996580 h 4939827"/>
              <a:gd name="connsiteX89" fmla="*/ 12192000 w 12192000"/>
              <a:gd name="connsiteY89" fmla="*/ 996726 h 4939827"/>
              <a:gd name="connsiteX90" fmla="*/ 12192000 w 12192000"/>
              <a:gd name="connsiteY90" fmla="*/ 4939827 h 4939827"/>
              <a:gd name="connsiteX91" fmla="*/ 0 w 12192000"/>
              <a:gd name="connsiteY91" fmla="*/ 4939827 h 4939827"/>
              <a:gd name="connsiteX92" fmla="*/ 0 w 12192000"/>
              <a:gd name="connsiteY92" fmla="*/ 512043 h 4939827"/>
              <a:gd name="connsiteX93" fmla="*/ 7381 w 12192000"/>
              <a:gd name="connsiteY93" fmla="*/ 512580 h 4939827"/>
              <a:gd name="connsiteX94" fmla="*/ 100029 w 12192000"/>
              <a:gd name="connsiteY94" fmla="*/ 504758 h 4939827"/>
              <a:gd name="connsiteX95" fmla="*/ 155244 w 12192000"/>
              <a:gd name="connsiteY95" fmla="*/ 525130 h 4939827"/>
              <a:gd name="connsiteX96" fmla="*/ 254366 w 12192000"/>
              <a:gd name="connsiteY96" fmla="*/ 534449 h 4939827"/>
              <a:gd name="connsiteX97" fmla="*/ 447292 w 12192000"/>
              <a:gd name="connsiteY97" fmla="*/ 542725 h 4939827"/>
              <a:gd name="connsiteX98" fmla="*/ 628105 w 12192000"/>
              <a:gd name="connsiteY98" fmla="*/ 547853 h 4939827"/>
              <a:gd name="connsiteX99" fmla="*/ 783146 w 12192000"/>
              <a:gd name="connsiteY99" fmla="*/ 591799 h 4939827"/>
              <a:gd name="connsiteX100" fmla="*/ 1043676 w 12192000"/>
              <a:gd name="connsiteY100" fmla="*/ 591887 h 4939827"/>
              <a:gd name="connsiteX101" fmla="*/ 1281816 w 12192000"/>
              <a:gd name="connsiteY101" fmla="*/ 520946 h 4939827"/>
              <a:gd name="connsiteX102" fmla="*/ 1486347 w 12192000"/>
              <a:gd name="connsiteY102" fmla="*/ 487310 h 4939827"/>
              <a:gd name="connsiteX103" fmla="*/ 1568079 w 12192000"/>
              <a:gd name="connsiteY103" fmla="*/ 462531 h 4939827"/>
              <a:gd name="connsiteX104" fmla="*/ 1622516 w 12192000"/>
              <a:gd name="connsiteY104" fmla="*/ 466058 h 4939827"/>
              <a:gd name="connsiteX105" fmla="*/ 1655457 w 12192000"/>
              <a:gd name="connsiteY105" fmla="*/ 465359 h 4939827"/>
              <a:gd name="connsiteX106" fmla="*/ 1717454 w 12192000"/>
              <a:gd name="connsiteY106" fmla="*/ 417203 h 4939827"/>
              <a:gd name="connsiteX107" fmla="*/ 1913794 w 12192000"/>
              <a:gd name="connsiteY107" fmla="*/ 365255 h 4939827"/>
              <a:gd name="connsiteX108" fmla="*/ 2129762 w 12192000"/>
              <a:gd name="connsiteY108" fmla="*/ 367832 h 4939827"/>
              <a:gd name="connsiteX109" fmla="*/ 2376970 w 12192000"/>
              <a:gd name="connsiteY109" fmla="*/ 350129 h 4939827"/>
              <a:gd name="connsiteX110" fmla="*/ 2480155 w 12192000"/>
              <a:gd name="connsiteY110" fmla="*/ 359227 h 4939827"/>
              <a:gd name="connsiteX111" fmla="*/ 2586782 w 12192000"/>
              <a:gd name="connsiteY111" fmla="*/ 339352 h 4939827"/>
              <a:gd name="connsiteX112" fmla="*/ 2679617 w 12192000"/>
              <a:gd name="connsiteY112" fmla="*/ 305383 h 4939827"/>
              <a:gd name="connsiteX113" fmla="*/ 2788947 w 12192000"/>
              <a:gd name="connsiteY113" fmla="*/ 250375 h 4939827"/>
              <a:gd name="connsiteX114" fmla="*/ 2965530 w 12192000"/>
              <a:gd name="connsiteY114" fmla="*/ 245958 h 4939827"/>
              <a:gd name="connsiteX115" fmla="*/ 3103677 w 12192000"/>
              <a:gd name="connsiteY115" fmla="*/ 209527 h 4939827"/>
              <a:gd name="connsiteX116" fmla="*/ 3126759 w 12192000"/>
              <a:gd name="connsiteY116" fmla="*/ 211226 h 4939827"/>
              <a:gd name="connsiteX117" fmla="*/ 3164020 w 12192000"/>
              <a:gd name="connsiteY117" fmla="*/ 212779 h 4939827"/>
              <a:gd name="connsiteX118" fmla="*/ 3285019 w 12192000"/>
              <a:gd name="connsiteY118" fmla="*/ 220535 h 4939827"/>
              <a:gd name="connsiteX119" fmla="*/ 3365154 w 12192000"/>
              <a:gd name="connsiteY119" fmla="*/ 226416 h 4939827"/>
              <a:gd name="connsiteX120" fmla="*/ 3367507 w 12192000"/>
              <a:gd name="connsiteY120" fmla="*/ 225416 h 4939827"/>
              <a:gd name="connsiteX121" fmla="*/ 3387567 w 12192000"/>
              <a:gd name="connsiteY121" fmla="*/ 227103 h 4939827"/>
              <a:gd name="connsiteX122" fmla="*/ 3498001 w 12192000"/>
              <a:gd name="connsiteY122" fmla="*/ 231941 h 4939827"/>
              <a:gd name="connsiteX123" fmla="*/ 3561557 w 12192000"/>
              <a:gd name="connsiteY123" fmla="*/ 228095 h 4939827"/>
              <a:gd name="connsiteX124" fmla="*/ 3611920 w 12192000"/>
              <a:gd name="connsiteY124" fmla="*/ 218094 h 4939827"/>
              <a:gd name="connsiteX125" fmla="*/ 3620528 w 12192000"/>
              <a:gd name="connsiteY125" fmla="*/ 218788 h 4939827"/>
              <a:gd name="connsiteX126" fmla="*/ 3620766 w 12192000"/>
              <a:gd name="connsiteY126" fmla="*/ 218511 h 4939827"/>
              <a:gd name="connsiteX127" fmla="*/ 3629977 w 12192000"/>
              <a:gd name="connsiteY127" fmla="*/ 218664 h 4939827"/>
              <a:gd name="connsiteX128" fmla="*/ 3636217 w 12192000"/>
              <a:gd name="connsiteY128" fmla="*/ 220048 h 4939827"/>
              <a:gd name="connsiteX129" fmla="*/ 3709484 w 12192000"/>
              <a:gd name="connsiteY129" fmla="*/ 186927 h 4939827"/>
              <a:gd name="connsiteX130" fmla="*/ 3761342 w 12192000"/>
              <a:gd name="connsiteY130" fmla="*/ 177474 h 4939827"/>
              <a:gd name="connsiteX131" fmla="*/ 3799748 w 12192000"/>
              <a:gd name="connsiteY131" fmla="*/ 167154 h 4939827"/>
              <a:gd name="connsiteX132" fmla="*/ 3922756 w 12192000"/>
              <a:gd name="connsiteY132" fmla="*/ 194044 h 4939827"/>
              <a:gd name="connsiteX133" fmla="*/ 4028476 w 12192000"/>
              <a:gd name="connsiteY133" fmla="*/ 223679 h 4939827"/>
              <a:gd name="connsiteX134" fmla="*/ 4191582 w 12192000"/>
              <a:gd name="connsiteY134" fmla="*/ 238952 h 4939827"/>
              <a:gd name="connsiteX135" fmla="*/ 4251024 w 12192000"/>
              <a:gd name="connsiteY135" fmla="*/ 240874 h 4939827"/>
              <a:gd name="connsiteX136" fmla="*/ 4355275 w 12192000"/>
              <a:gd name="connsiteY136" fmla="*/ 260205 h 4939827"/>
              <a:gd name="connsiteX137" fmla="*/ 4423807 w 12192000"/>
              <a:gd name="connsiteY137" fmla="*/ 270366 h 4939827"/>
              <a:gd name="connsiteX138" fmla="*/ 4558432 w 12192000"/>
              <a:gd name="connsiteY138" fmla="*/ 269194 h 4939827"/>
              <a:gd name="connsiteX139" fmla="*/ 4635061 w 12192000"/>
              <a:gd name="connsiteY139" fmla="*/ 280682 h 4939827"/>
              <a:gd name="connsiteX140" fmla="*/ 4807427 w 12192000"/>
              <a:gd name="connsiteY140" fmla="*/ 276835 h 4939827"/>
              <a:gd name="connsiteX141" fmla="*/ 5028933 w 12192000"/>
              <a:gd name="connsiteY141" fmla="*/ 183887 h 4939827"/>
              <a:gd name="connsiteX142" fmla="*/ 5093642 w 12192000"/>
              <a:gd name="connsiteY142" fmla="*/ 177214 h 4939827"/>
              <a:gd name="connsiteX143" fmla="*/ 5102642 w 12192000"/>
              <a:gd name="connsiteY143" fmla="*/ 186816 h 4939827"/>
              <a:gd name="connsiteX144" fmla="*/ 5193590 w 12192000"/>
              <a:gd name="connsiteY144" fmla="*/ 156458 h 4939827"/>
              <a:gd name="connsiteX145" fmla="*/ 5323922 w 12192000"/>
              <a:gd name="connsiteY145" fmla="*/ 146332 h 4939827"/>
              <a:gd name="connsiteX146" fmla="*/ 5421860 w 12192000"/>
              <a:gd name="connsiteY146" fmla="*/ 167298 h 4939827"/>
              <a:gd name="connsiteX147" fmla="*/ 5476948 w 12192000"/>
              <a:gd name="connsiteY147" fmla="*/ 173249 h 4939827"/>
              <a:gd name="connsiteX148" fmla="*/ 5516842 w 12192000"/>
              <a:gd name="connsiteY148" fmla="*/ 184018 h 4939827"/>
              <a:gd name="connsiteX149" fmla="*/ 5619415 w 12192000"/>
              <a:gd name="connsiteY149" fmla="*/ 176781 h 4939827"/>
              <a:gd name="connsiteX150" fmla="*/ 5789867 w 12192000"/>
              <a:gd name="connsiteY150" fmla="*/ 150304 h 4939827"/>
              <a:gd name="connsiteX151" fmla="*/ 5825953 w 12192000"/>
              <a:gd name="connsiteY151" fmla="*/ 147907 h 4939827"/>
              <a:gd name="connsiteX152" fmla="*/ 5856168 w 12192000"/>
              <a:gd name="connsiteY152" fmla="*/ 158719 h 4939827"/>
              <a:gd name="connsiteX153" fmla="*/ 5862476 w 12192000"/>
              <a:gd name="connsiteY153" fmla="*/ 172447 h 4939827"/>
              <a:gd name="connsiteX154" fmla="*/ 5882195 w 12192000"/>
              <a:gd name="connsiteY154" fmla="*/ 173195 h 4939827"/>
              <a:gd name="connsiteX155" fmla="*/ 5887271 w 12192000"/>
              <a:gd name="connsiteY155" fmla="*/ 176084 h 4939827"/>
              <a:gd name="connsiteX156" fmla="*/ 5921577 w 12192000"/>
              <a:gd name="connsiteY156" fmla="*/ 169858 h 4939827"/>
              <a:gd name="connsiteX157" fmla="*/ 5983240 w 12192000"/>
              <a:gd name="connsiteY157" fmla="*/ 152755 h 4939827"/>
              <a:gd name="connsiteX158" fmla="*/ 6152287 w 12192000"/>
              <a:gd name="connsiteY158" fmla="*/ 116736 h 4939827"/>
              <a:gd name="connsiteX159" fmla="*/ 6415830 w 12192000"/>
              <a:gd name="connsiteY159" fmla="*/ 136006 h 4939827"/>
              <a:gd name="connsiteX160" fmla="*/ 6756965 w 12192000"/>
              <a:gd name="connsiteY160" fmla="*/ 57636 h 4939827"/>
              <a:gd name="connsiteX161" fmla="*/ 6819400 w 12192000"/>
              <a:gd name="connsiteY161" fmla="*/ 30742 h 4939827"/>
              <a:gd name="connsiteX162" fmla="*/ 6986370 w 12192000"/>
              <a:gd name="connsiteY162" fmla="*/ 12659 h 4939827"/>
              <a:gd name="connsiteX163" fmla="*/ 6989536 w 12192000"/>
              <a:gd name="connsiteY163" fmla="*/ 14528 h 4939827"/>
              <a:gd name="connsiteX164" fmla="*/ 7015933 w 12192000"/>
              <a:gd name="connsiteY164" fmla="*/ 9653 h 4939827"/>
              <a:gd name="connsiteX165" fmla="*/ 7020592 w 12192000"/>
              <a:gd name="connsiteY165" fmla="*/ 1651 h 4939827"/>
              <a:gd name="connsiteX166" fmla="*/ 7025905 w 12192000"/>
              <a:gd name="connsiteY166" fmla="*/ 0 h 4939827"/>
              <a:gd name="connsiteX0" fmla="*/ 7025905 w 12192000"/>
              <a:gd name="connsiteY0" fmla="*/ 0 h 4939827"/>
              <a:gd name="connsiteX1" fmla="*/ 7032579 w 12192000"/>
              <a:gd name="connsiteY1" fmla="*/ 2808 h 4939827"/>
              <a:gd name="connsiteX2" fmla="*/ 7079505 w 12192000"/>
              <a:gd name="connsiteY2" fmla="*/ 12971 h 4939827"/>
              <a:gd name="connsiteX3" fmla="*/ 7158791 w 12192000"/>
              <a:gd name="connsiteY3" fmla="*/ 12462 h 4939827"/>
              <a:gd name="connsiteX4" fmla="*/ 7233338 w 12192000"/>
              <a:gd name="connsiteY4" fmla="*/ 24846 h 4939827"/>
              <a:gd name="connsiteX5" fmla="*/ 7259791 w 12192000"/>
              <a:gd name="connsiteY5" fmla="*/ 29557 h 4939827"/>
              <a:gd name="connsiteX6" fmla="*/ 7263923 w 12192000"/>
              <a:gd name="connsiteY6" fmla="*/ 35029 h 4939827"/>
              <a:gd name="connsiteX7" fmla="*/ 7281549 w 12192000"/>
              <a:gd name="connsiteY7" fmla="*/ 39654 h 4939827"/>
              <a:gd name="connsiteX8" fmla="*/ 7374735 w 12192000"/>
              <a:gd name="connsiteY8" fmla="*/ 65326 h 4939827"/>
              <a:gd name="connsiteX9" fmla="*/ 7376078 w 12192000"/>
              <a:gd name="connsiteY9" fmla="*/ 63849 h 4939827"/>
              <a:gd name="connsiteX10" fmla="*/ 7402026 w 12192000"/>
              <a:gd name="connsiteY10" fmla="*/ 60308 h 4939827"/>
              <a:gd name="connsiteX11" fmla="*/ 7415091 w 12192000"/>
              <a:gd name="connsiteY11" fmla="*/ 77403 h 4939827"/>
              <a:gd name="connsiteX12" fmla="*/ 7488682 w 12192000"/>
              <a:gd name="connsiteY12" fmla="*/ 83440 h 4939827"/>
              <a:gd name="connsiteX13" fmla="*/ 7588044 w 12192000"/>
              <a:gd name="connsiteY13" fmla="*/ 110756 h 4939827"/>
              <a:gd name="connsiteX14" fmla="*/ 7732750 w 12192000"/>
              <a:gd name="connsiteY14" fmla="*/ 145456 h 4939827"/>
              <a:gd name="connsiteX15" fmla="*/ 7785900 w 12192000"/>
              <a:gd name="connsiteY15" fmla="*/ 154493 h 4939827"/>
              <a:gd name="connsiteX16" fmla="*/ 7877301 w 12192000"/>
              <a:gd name="connsiteY16" fmla="*/ 186153 h 4939827"/>
              <a:gd name="connsiteX17" fmla="*/ 7952584 w 12192000"/>
              <a:gd name="connsiteY17" fmla="*/ 170181 h 4939827"/>
              <a:gd name="connsiteX18" fmla="*/ 8009534 w 12192000"/>
              <a:gd name="connsiteY18" fmla="*/ 176441 h 4939827"/>
              <a:gd name="connsiteX19" fmla="*/ 8058681 w 12192000"/>
              <a:gd name="connsiteY19" fmla="*/ 219431 h 4939827"/>
              <a:gd name="connsiteX20" fmla="*/ 8126175 w 12192000"/>
              <a:gd name="connsiteY20" fmla="*/ 240005 h 4939827"/>
              <a:gd name="connsiteX21" fmla="*/ 8166439 w 12192000"/>
              <a:gd name="connsiteY21" fmla="*/ 252699 h 4939827"/>
              <a:gd name="connsiteX22" fmla="*/ 8281371 w 12192000"/>
              <a:gd name="connsiteY22" fmla="*/ 256875 h 4939827"/>
              <a:gd name="connsiteX23" fmla="*/ 8381609 w 12192000"/>
              <a:gd name="connsiteY23" fmla="*/ 240618 h 4939827"/>
              <a:gd name="connsiteX24" fmla="*/ 8406759 w 12192000"/>
              <a:gd name="connsiteY24" fmla="*/ 232517 h 4939827"/>
              <a:gd name="connsiteX25" fmla="*/ 8426506 w 12192000"/>
              <a:gd name="connsiteY25" fmla="*/ 241842 h 4939827"/>
              <a:gd name="connsiteX26" fmla="*/ 8427949 w 12192000"/>
              <a:gd name="connsiteY26" fmla="*/ 240981 h 4939827"/>
              <a:gd name="connsiteX27" fmla="*/ 8441468 w 12192000"/>
              <a:gd name="connsiteY27" fmla="*/ 241157 h 4939827"/>
              <a:gd name="connsiteX28" fmla="*/ 8565757 w 12192000"/>
              <a:gd name="connsiteY28" fmla="*/ 255317 h 4939827"/>
              <a:gd name="connsiteX29" fmla="*/ 8573171 w 12192000"/>
              <a:gd name="connsiteY29" fmla="*/ 258426 h 4939827"/>
              <a:gd name="connsiteX30" fmla="*/ 8573548 w 12192000"/>
              <a:gd name="connsiteY30" fmla="*/ 258241 h 4939827"/>
              <a:gd name="connsiteX31" fmla="*/ 8581827 w 12192000"/>
              <a:gd name="connsiteY31" fmla="*/ 261028 h 4939827"/>
              <a:gd name="connsiteX32" fmla="*/ 8586687 w 12192000"/>
              <a:gd name="connsiteY32" fmla="*/ 264089 h 4939827"/>
              <a:gd name="connsiteX33" fmla="*/ 8601067 w 12192000"/>
              <a:gd name="connsiteY33" fmla="*/ 270114 h 4939827"/>
              <a:gd name="connsiteX34" fmla="*/ 8672650 w 12192000"/>
              <a:gd name="connsiteY34" fmla="*/ 254821 h 4939827"/>
              <a:gd name="connsiteX35" fmla="*/ 8785543 w 12192000"/>
              <a:gd name="connsiteY35" fmla="*/ 263406 h 4939827"/>
              <a:gd name="connsiteX36" fmla="*/ 8830588 w 12192000"/>
              <a:gd name="connsiteY36" fmla="*/ 265483 h 4939827"/>
              <a:gd name="connsiteX37" fmla="*/ 8905142 w 12192000"/>
              <a:gd name="connsiteY37" fmla="*/ 264958 h 4939827"/>
              <a:gd name="connsiteX38" fmla="*/ 8968582 w 12192000"/>
              <a:gd name="connsiteY38" fmla="*/ 262728 h 4939827"/>
              <a:gd name="connsiteX39" fmla="*/ 8972994 w 12192000"/>
              <a:gd name="connsiteY39" fmla="*/ 263284 h 4939827"/>
              <a:gd name="connsiteX40" fmla="*/ 9004605 w 12192000"/>
              <a:gd name="connsiteY40" fmla="*/ 258041 h 4939827"/>
              <a:gd name="connsiteX41" fmla="*/ 9016165 w 12192000"/>
              <a:gd name="connsiteY41" fmla="*/ 261258 h 4939827"/>
              <a:gd name="connsiteX42" fmla="*/ 9043297 w 12192000"/>
              <a:gd name="connsiteY42" fmla="*/ 281547 h 4939827"/>
              <a:gd name="connsiteX43" fmla="*/ 9048315 w 12192000"/>
              <a:gd name="connsiteY43" fmla="*/ 279264 h 4939827"/>
              <a:gd name="connsiteX44" fmla="*/ 9054706 w 12192000"/>
              <a:gd name="connsiteY44" fmla="*/ 278538 h 4939827"/>
              <a:gd name="connsiteX45" fmla="*/ 9070919 w 12192000"/>
              <a:gd name="connsiteY45" fmla="*/ 281810 h 4939827"/>
              <a:gd name="connsiteX46" fmla="*/ 9076813 w 12192000"/>
              <a:gd name="connsiteY46" fmla="*/ 283909 h 4939827"/>
              <a:gd name="connsiteX47" fmla="*/ 9085871 w 12192000"/>
              <a:gd name="connsiteY47" fmla="*/ 285133 h 4939827"/>
              <a:gd name="connsiteX48" fmla="*/ 9086159 w 12192000"/>
              <a:gd name="connsiteY48" fmla="*/ 284887 h 4939827"/>
              <a:gd name="connsiteX49" fmla="*/ 9134606 w 12192000"/>
              <a:gd name="connsiteY49" fmla="*/ 288168 h 4939827"/>
              <a:gd name="connsiteX50" fmla="*/ 9195590 w 12192000"/>
              <a:gd name="connsiteY50" fmla="*/ 279568 h 4939827"/>
              <a:gd name="connsiteX51" fmla="*/ 9219336 w 12192000"/>
              <a:gd name="connsiteY51" fmla="*/ 278133 h 4939827"/>
              <a:gd name="connsiteX52" fmla="*/ 9232362 w 12192000"/>
              <a:gd name="connsiteY52" fmla="*/ 275894 h 4939827"/>
              <a:gd name="connsiteX53" fmla="*/ 9233396 w 12192000"/>
              <a:gd name="connsiteY53" fmla="*/ 274803 h 4939827"/>
              <a:gd name="connsiteX54" fmla="*/ 9256213 w 12192000"/>
              <a:gd name="connsiteY54" fmla="*/ 281576 h 4939827"/>
              <a:gd name="connsiteX55" fmla="*/ 9287089 w 12192000"/>
              <a:gd name="connsiteY55" fmla="*/ 303891 h 4939827"/>
              <a:gd name="connsiteX56" fmla="*/ 9371484 w 12192000"/>
              <a:gd name="connsiteY56" fmla="*/ 329634 h 4939827"/>
              <a:gd name="connsiteX57" fmla="*/ 9404829 w 12192000"/>
              <a:gd name="connsiteY57" fmla="*/ 339038 h 4939827"/>
              <a:gd name="connsiteX58" fmla="*/ 9427021 w 12192000"/>
              <a:gd name="connsiteY58" fmla="*/ 358784 h 4939827"/>
              <a:gd name="connsiteX59" fmla="*/ 9670844 w 12192000"/>
              <a:gd name="connsiteY59" fmla="*/ 405128 h 4939827"/>
              <a:gd name="connsiteX60" fmla="*/ 9816083 w 12192000"/>
              <a:gd name="connsiteY60" fmla="*/ 416573 h 4939827"/>
              <a:gd name="connsiteX61" fmla="*/ 9936741 w 12192000"/>
              <a:gd name="connsiteY61" fmla="*/ 437044 h 4939827"/>
              <a:gd name="connsiteX62" fmla="*/ 10050093 w 12192000"/>
              <a:gd name="connsiteY62" fmla="*/ 443783 h 4939827"/>
              <a:gd name="connsiteX63" fmla="*/ 10130090 w 12192000"/>
              <a:gd name="connsiteY63" fmla="*/ 459520 h 4939827"/>
              <a:gd name="connsiteX64" fmla="*/ 10173456 w 12192000"/>
              <a:gd name="connsiteY64" fmla="*/ 457749 h 4939827"/>
              <a:gd name="connsiteX65" fmla="*/ 10218232 w 12192000"/>
              <a:gd name="connsiteY65" fmla="*/ 459820 h 4939827"/>
              <a:gd name="connsiteX66" fmla="*/ 10354176 w 12192000"/>
              <a:gd name="connsiteY66" fmla="*/ 471377 h 4939827"/>
              <a:gd name="connsiteX67" fmla="*/ 10430681 w 12192000"/>
              <a:gd name="connsiteY67" fmla="*/ 481226 h 4939827"/>
              <a:gd name="connsiteX68" fmla="*/ 10478169 w 12192000"/>
              <a:gd name="connsiteY68" fmla="*/ 481774 h 4939827"/>
              <a:gd name="connsiteX69" fmla="*/ 10540907 w 12192000"/>
              <a:gd name="connsiteY69" fmla="*/ 485607 h 4939827"/>
              <a:gd name="connsiteX70" fmla="*/ 10614941 w 12192000"/>
              <a:gd name="connsiteY70" fmla="*/ 487592 h 4939827"/>
              <a:gd name="connsiteX71" fmla="*/ 10674098 w 12192000"/>
              <a:gd name="connsiteY71" fmla="*/ 521656 h 4939827"/>
              <a:gd name="connsiteX72" fmla="*/ 10874834 w 12192000"/>
              <a:gd name="connsiteY72" fmla="*/ 574867 h 4939827"/>
              <a:gd name="connsiteX73" fmla="*/ 10944981 w 12192000"/>
              <a:gd name="connsiteY73" fmla="*/ 615042 h 4939827"/>
              <a:gd name="connsiteX74" fmla="*/ 11006376 w 12192000"/>
              <a:gd name="connsiteY74" fmla="*/ 645957 h 4939827"/>
              <a:gd name="connsiteX75" fmla="*/ 11076308 w 12192000"/>
              <a:gd name="connsiteY75" fmla="*/ 675698 h 4939827"/>
              <a:gd name="connsiteX76" fmla="*/ 11148789 w 12192000"/>
              <a:gd name="connsiteY76" fmla="*/ 685041 h 4939827"/>
              <a:gd name="connsiteX77" fmla="*/ 11249129 w 12192000"/>
              <a:gd name="connsiteY77" fmla="*/ 684218 h 4939827"/>
              <a:gd name="connsiteX78" fmla="*/ 11299915 w 12192000"/>
              <a:gd name="connsiteY78" fmla="*/ 692177 h 4939827"/>
              <a:gd name="connsiteX79" fmla="*/ 11386973 w 12192000"/>
              <a:gd name="connsiteY79" fmla="*/ 708209 h 4939827"/>
              <a:gd name="connsiteX80" fmla="*/ 11500105 w 12192000"/>
              <a:gd name="connsiteY80" fmla="*/ 735014 h 4939827"/>
              <a:gd name="connsiteX81" fmla="*/ 11621735 w 12192000"/>
              <a:gd name="connsiteY81" fmla="*/ 789584 h 4939827"/>
              <a:gd name="connsiteX82" fmla="*/ 11691200 w 12192000"/>
              <a:gd name="connsiteY82" fmla="*/ 867902 h 4939827"/>
              <a:gd name="connsiteX83" fmla="*/ 11819427 w 12192000"/>
              <a:gd name="connsiteY83" fmla="*/ 911634 h 4939827"/>
              <a:gd name="connsiteX84" fmla="*/ 11969720 w 12192000"/>
              <a:gd name="connsiteY84" fmla="*/ 964737 h 4939827"/>
              <a:gd name="connsiteX85" fmla="*/ 12055766 w 12192000"/>
              <a:gd name="connsiteY85" fmla="*/ 991268 h 4939827"/>
              <a:gd name="connsiteX86" fmla="*/ 12171539 w 12192000"/>
              <a:gd name="connsiteY86" fmla="*/ 995427 h 4939827"/>
              <a:gd name="connsiteX87" fmla="*/ 12187831 w 12192000"/>
              <a:gd name="connsiteY87" fmla="*/ 996580 h 4939827"/>
              <a:gd name="connsiteX88" fmla="*/ 12192000 w 12192000"/>
              <a:gd name="connsiteY88" fmla="*/ 996726 h 4939827"/>
              <a:gd name="connsiteX89" fmla="*/ 12192000 w 12192000"/>
              <a:gd name="connsiteY89" fmla="*/ 4939827 h 4939827"/>
              <a:gd name="connsiteX90" fmla="*/ 0 w 12192000"/>
              <a:gd name="connsiteY90" fmla="*/ 4939827 h 4939827"/>
              <a:gd name="connsiteX91" fmla="*/ 0 w 12192000"/>
              <a:gd name="connsiteY91" fmla="*/ 512043 h 4939827"/>
              <a:gd name="connsiteX92" fmla="*/ 7381 w 12192000"/>
              <a:gd name="connsiteY92" fmla="*/ 512580 h 4939827"/>
              <a:gd name="connsiteX93" fmla="*/ 100029 w 12192000"/>
              <a:gd name="connsiteY93" fmla="*/ 504758 h 4939827"/>
              <a:gd name="connsiteX94" fmla="*/ 155244 w 12192000"/>
              <a:gd name="connsiteY94" fmla="*/ 525130 h 4939827"/>
              <a:gd name="connsiteX95" fmla="*/ 254366 w 12192000"/>
              <a:gd name="connsiteY95" fmla="*/ 534449 h 4939827"/>
              <a:gd name="connsiteX96" fmla="*/ 447292 w 12192000"/>
              <a:gd name="connsiteY96" fmla="*/ 542725 h 4939827"/>
              <a:gd name="connsiteX97" fmla="*/ 628105 w 12192000"/>
              <a:gd name="connsiteY97" fmla="*/ 547853 h 4939827"/>
              <a:gd name="connsiteX98" fmla="*/ 783146 w 12192000"/>
              <a:gd name="connsiteY98" fmla="*/ 591799 h 4939827"/>
              <a:gd name="connsiteX99" fmla="*/ 1043676 w 12192000"/>
              <a:gd name="connsiteY99" fmla="*/ 591887 h 4939827"/>
              <a:gd name="connsiteX100" fmla="*/ 1281816 w 12192000"/>
              <a:gd name="connsiteY100" fmla="*/ 520946 h 4939827"/>
              <a:gd name="connsiteX101" fmla="*/ 1486347 w 12192000"/>
              <a:gd name="connsiteY101" fmla="*/ 487310 h 4939827"/>
              <a:gd name="connsiteX102" fmla="*/ 1568079 w 12192000"/>
              <a:gd name="connsiteY102" fmla="*/ 462531 h 4939827"/>
              <a:gd name="connsiteX103" fmla="*/ 1622516 w 12192000"/>
              <a:gd name="connsiteY103" fmla="*/ 466058 h 4939827"/>
              <a:gd name="connsiteX104" fmla="*/ 1655457 w 12192000"/>
              <a:gd name="connsiteY104" fmla="*/ 465359 h 4939827"/>
              <a:gd name="connsiteX105" fmla="*/ 1717454 w 12192000"/>
              <a:gd name="connsiteY105" fmla="*/ 417203 h 4939827"/>
              <a:gd name="connsiteX106" fmla="*/ 1913794 w 12192000"/>
              <a:gd name="connsiteY106" fmla="*/ 365255 h 4939827"/>
              <a:gd name="connsiteX107" fmla="*/ 2129762 w 12192000"/>
              <a:gd name="connsiteY107" fmla="*/ 367832 h 4939827"/>
              <a:gd name="connsiteX108" fmla="*/ 2376970 w 12192000"/>
              <a:gd name="connsiteY108" fmla="*/ 350129 h 4939827"/>
              <a:gd name="connsiteX109" fmla="*/ 2480155 w 12192000"/>
              <a:gd name="connsiteY109" fmla="*/ 359227 h 4939827"/>
              <a:gd name="connsiteX110" fmla="*/ 2586782 w 12192000"/>
              <a:gd name="connsiteY110" fmla="*/ 339352 h 4939827"/>
              <a:gd name="connsiteX111" fmla="*/ 2679617 w 12192000"/>
              <a:gd name="connsiteY111" fmla="*/ 305383 h 4939827"/>
              <a:gd name="connsiteX112" fmla="*/ 2788947 w 12192000"/>
              <a:gd name="connsiteY112" fmla="*/ 250375 h 4939827"/>
              <a:gd name="connsiteX113" fmla="*/ 2965530 w 12192000"/>
              <a:gd name="connsiteY113" fmla="*/ 245958 h 4939827"/>
              <a:gd name="connsiteX114" fmla="*/ 3103677 w 12192000"/>
              <a:gd name="connsiteY114" fmla="*/ 209527 h 4939827"/>
              <a:gd name="connsiteX115" fmla="*/ 3126759 w 12192000"/>
              <a:gd name="connsiteY115" fmla="*/ 211226 h 4939827"/>
              <a:gd name="connsiteX116" fmla="*/ 3164020 w 12192000"/>
              <a:gd name="connsiteY116" fmla="*/ 212779 h 4939827"/>
              <a:gd name="connsiteX117" fmla="*/ 3285019 w 12192000"/>
              <a:gd name="connsiteY117" fmla="*/ 220535 h 4939827"/>
              <a:gd name="connsiteX118" fmla="*/ 3365154 w 12192000"/>
              <a:gd name="connsiteY118" fmla="*/ 226416 h 4939827"/>
              <a:gd name="connsiteX119" fmla="*/ 3367507 w 12192000"/>
              <a:gd name="connsiteY119" fmla="*/ 225416 h 4939827"/>
              <a:gd name="connsiteX120" fmla="*/ 3387567 w 12192000"/>
              <a:gd name="connsiteY120" fmla="*/ 227103 h 4939827"/>
              <a:gd name="connsiteX121" fmla="*/ 3498001 w 12192000"/>
              <a:gd name="connsiteY121" fmla="*/ 231941 h 4939827"/>
              <a:gd name="connsiteX122" fmla="*/ 3561557 w 12192000"/>
              <a:gd name="connsiteY122" fmla="*/ 228095 h 4939827"/>
              <a:gd name="connsiteX123" fmla="*/ 3611920 w 12192000"/>
              <a:gd name="connsiteY123" fmla="*/ 218094 h 4939827"/>
              <a:gd name="connsiteX124" fmla="*/ 3620528 w 12192000"/>
              <a:gd name="connsiteY124" fmla="*/ 218788 h 4939827"/>
              <a:gd name="connsiteX125" fmla="*/ 3620766 w 12192000"/>
              <a:gd name="connsiteY125" fmla="*/ 218511 h 4939827"/>
              <a:gd name="connsiteX126" fmla="*/ 3629977 w 12192000"/>
              <a:gd name="connsiteY126" fmla="*/ 218664 h 4939827"/>
              <a:gd name="connsiteX127" fmla="*/ 3636217 w 12192000"/>
              <a:gd name="connsiteY127" fmla="*/ 220048 h 4939827"/>
              <a:gd name="connsiteX128" fmla="*/ 3709484 w 12192000"/>
              <a:gd name="connsiteY128" fmla="*/ 186927 h 4939827"/>
              <a:gd name="connsiteX129" fmla="*/ 3761342 w 12192000"/>
              <a:gd name="connsiteY129" fmla="*/ 177474 h 4939827"/>
              <a:gd name="connsiteX130" fmla="*/ 3799748 w 12192000"/>
              <a:gd name="connsiteY130" fmla="*/ 167154 h 4939827"/>
              <a:gd name="connsiteX131" fmla="*/ 3922756 w 12192000"/>
              <a:gd name="connsiteY131" fmla="*/ 194044 h 4939827"/>
              <a:gd name="connsiteX132" fmla="*/ 4028476 w 12192000"/>
              <a:gd name="connsiteY132" fmla="*/ 223679 h 4939827"/>
              <a:gd name="connsiteX133" fmla="*/ 4191582 w 12192000"/>
              <a:gd name="connsiteY133" fmla="*/ 238952 h 4939827"/>
              <a:gd name="connsiteX134" fmla="*/ 4251024 w 12192000"/>
              <a:gd name="connsiteY134" fmla="*/ 240874 h 4939827"/>
              <a:gd name="connsiteX135" fmla="*/ 4355275 w 12192000"/>
              <a:gd name="connsiteY135" fmla="*/ 260205 h 4939827"/>
              <a:gd name="connsiteX136" fmla="*/ 4423807 w 12192000"/>
              <a:gd name="connsiteY136" fmla="*/ 270366 h 4939827"/>
              <a:gd name="connsiteX137" fmla="*/ 4558432 w 12192000"/>
              <a:gd name="connsiteY137" fmla="*/ 269194 h 4939827"/>
              <a:gd name="connsiteX138" fmla="*/ 4635061 w 12192000"/>
              <a:gd name="connsiteY138" fmla="*/ 280682 h 4939827"/>
              <a:gd name="connsiteX139" fmla="*/ 4807427 w 12192000"/>
              <a:gd name="connsiteY139" fmla="*/ 276835 h 4939827"/>
              <a:gd name="connsiteX140" fmla="*/ 5028933 w 12192000"/>
              <a:gd name="connsiteY140" fmla="*/ 183887 h 4939827"/>
              <a:gd name="connsiteX141" fmla="*/ 5093642 w 12192000"/>
              <a:gd name="connsiteY141" fmla="*/ 177214 h 4939827"/>
              <a:gd name="connsiteX142" fmla="*/ 5102642 w 12192000"/>
              <a:gd name="connsiteY142" fmla="*/ 186816 h 4939827"/>
              <a:gd name="connsiteX143" fmla="*/ 5193590 w 12192000"/>
              <a:gd name="connsiteY143" fmla="*/ 156458 h 4939827"/>
              <a:gd name="connsiteX144" fmla="*/ 5323922 w 12192000"/>
              <a:gd name="connsiteY144" fmla="*/ 146332 h 4939827"/>
              <a:gd name="connsiteX145" fmla="*/ 5421860 w 12192000"/>
              <a:gd name="connsiteY145" fmla="*/ 167298 h 4939827"/>
              <a:gd name="connsiteX146" fmla="*/ 5476948 w 12192000"/>
              <a:gd name="connsiteY146" fmla="*/ 173249 h 4939827"/>
              <a:gd name="connsiteX147" fmla="*/ 5516842 w 12192000"/>
              <a:gd name="connsiteY147" fmla="*/ 184018 h 4939827"/>
              <a:gd name="connsiteX148" fmla="*/ 5619415 w 12192000"/>
              <a:gd name="connsiteY148" fmla="*/ 176781 h 4939827"/>
              <a:gd name="connsiteX149" fmla="*/ 5789867 w 12192000"/>
              <a:gd name="connsiteY149" fmla="*/ 150304 h 4939827"/>
              <a:gd name="connsiteX150" fmla="*/ 5825953 w 12192000"/>
              <a:gd name="connsiteY150" fmla="*/ 147907 h 4939827"/>
              <a:gd name="connsiteX151" fmla="*/ 5856168 w 12192000"/>
              <a:gd name="connsiteY151" fmla="*/ 158719 h 4939827"/>
              <a:gd name="connsiteX152" fmla="*/ 5862476 w 12192000"/>
              <a:gd name="connsiteY152" fmla="*/ 172447 h 4939827"/>
              <a:gd name="connsiteX153" fmla="*/ 5882195 w 12192000"/>
              <a:gd name="connsiteY153" fmla="*/ 173195 h 4939827"/>
              <a:gd name="connsiteX154" fmla="*/ 5887271 w 12192000"/>
              <a:gd name="connsiteY154" fmla="*/ 176084 h 4939827"/>
              <a:gd name="connsiteX155" fmla="*/ 5921577 w 12192000"/>
              <a:gd name="connsiteY155" fmla="*/ 169858 h 4939827"/>
              <a:gd name="connsiteX156" fmla="*/ 5983240 w 12192000"/>
              <a:gd name="connsiteY156" fmla="*/ 152755 h 4939827"/>
              <a:gd name="connsiteX157" fmla="*/ 6152287 w 12192000"/>
              <a:gd name="connsiteY157" fmla="*/ 116736 h 4939827"/>
              <a:gd name="connsiteX158" fmla="*/ 6415830 w 12192000"/>
              <a:gd name="connsiteY158" fmla="*/ 136006 h 4939827"/>
              <a:gd name="connsiteX159" fmla="*/ 6756965 w 12192000"/>
              <a:gd name="connsiteY159" fmla="*/ 57636 h 4939827"/>
              <a:gd name="connsiteX160" fmla="*/ 6819400 w 12192000"/>
              <a:gd name="connsiteY160" fmla="*/ 30742 h 4939827"/>
              <a:gd name="connsiteX161" fmla="*/ 6986370 w 12192000"/>
              <a:gd name="connsiteY161" fmla="*/ 12659 h 4939827"/>
              <a:gd name="connsiteX162" fmla="*/ 6989536 w 12192000"/>
              <a:gd name="connsiteY162" fmla="*/ 14528 h 4939827"/>
              <a:gd name="connsiteX163" fmla="*/ 7015933 w 12192000"/>
              <a:gd name="connsiteY163" fmla="*/ 9653 h 4939827"/>
              <a:gd name="connsiteX164" fmla="*/ 7020592 w 12192000"/>
              <a:gd name="connsiteY164" fmla="*/ 1651 h 4939827"/>
              <a:gd name="connsiteX165" fmla="*/ 7025905 w 12192000"/>
              <a:gd name="connsiteY165" fmla="*/ 0 h 4939827"/>
              <a:gd name="connsiteX0" fmla="*/ 7025905 w 12192000"/>
              <a:gd name="connsiteY0" fmla="*/ 0 h 4939827"/>
              <a:gd name="connsiteX1" fmla="*/ 7032579 w 12192000"/>
              <a:gd name="connsiteY1" fmla="*/ 2808 h 4939827"/>
              <a:gd name="connsiteX2" fmla="*/ 7079505 w 12192000"/>
              <a:gd name="connsiteY2" fmla="*/ 12971 h 4939827"/>
              <a:gd name="connsiteX3" fmla="*/ 7158791 w 12192000"/>
              <a:gd name="connsiteY3" fmla="*/ 12462 h 4939827"/>
              <a:gd name="connsiteX4" fmla="*/ 7233338 w 12192000"/>
              <a:gd name="connsiteY4" fmla="*/ 24846 h 4939827"/>
              <a:gd name="connsiteX5" fmla="*/ 7259791 w 12192000"/>
              <a:gd name="connsiteY5" fmla="*/ 29557 h 4939827"/>
              <a:gd name="connsiteX6" fmla="*/ 7263923 w 12192000"/>
              <a:gd name="connsiteY6" fmla="*/ 35029 h 4939827"/>
              <a:gd name="connsiteX7" fmla="*/ 7281549 w 12192000"/>
              <a:gd name="connsiteY7" fmla="*/ 39654 h 4939827"/>
              <a:gd name="connsiteX8" fmla="*/ 7374735 w 12192000"/>
              <a:gd name="connsiteY8" fmla="*/ 65326 h 4939827"/>
              <a:gd name="connsiteX9" fmla="*/ 7376078 w 12192000"/>
              <a:gd name="connsiteY9" fmla="*/ 63849 h 4939827"/>
              <a:gd name="connsiteX10" fmla="*/ 7402026 w 12192000"/>
              <a:gd name="connsiteY10" fmla="*/ 60308 h 4939827"/>
              <a:gd name="connsiteX11" fmla="*/ 7415091 w 12192000"/>
              <a:gd name="connsiteY11" fmla="*/ 77403 h 4939827"/>
              <a:gd name="connsiteX12" fmla="*/ 7488682 w 12192000"/>
              <a:gd name="connsiteY12" fmla="*/ 83440 h 4939827"/>
              <a:gd name="connsiteX13" fmla="*/ 7588044 w 12192000"/>
              <a:gd name="connsiteY13" fmla="*/ 110756 h 4939827"/>
              <a:gd name="connsiteX14" fmla="*/ 7732750 w 12192000"/>
              <a:gd name="connsiteY14" fmla="*/ 145456 h 4939827"/>
              <a:gd name="connsiteX15" fmla="*/ 7785900 w 12192000"/>
              <a:gd name="connsiteY15" fmla="*/ 154493 h 4939827"/>
              <a:gd name="connsiteX16" fmla="*/ 7877301 w 12192000"/>
              <a:gd name="connsiteY16" fmla="*/ 186153 h 4939827"/>
              <a:gd name="connsiteX17" fmla="*/ 7952584 w 12192000"/>
              <a:gd name="connsiteY17" fmla="*/ 170181 h 4939827"/>
              <a:gd name="connsiteX18" fmla="*/ 8009534 w 12192000"/>
              <a:gd name="connsiteY18" fmla="*/ 176441 h 4939827"/>
              <a:gd name="connsiteX19" fmla="*/ 8058681 w 12192000"/>
              <a:gd name="connsiteY19" fmla="*/ 219431 h 4939827"/>
              <a:gd name="connsiteX20" fmla="*/ 8126175 w 12192000"/>
              <a:gd name="connsiteY20" fmla="*/ 240005 h 4939827"/>
              <a:gd name="connsiteX21" fmla="*/ 8166439 w 12192000"/>
              <a:gd name="connsiteY21" fmla="*/ 252699 h 4939827"/>
              <a:gd name="connsiteX22" fmla="*/ 8281371 w 12192000"/>
              <a:gd name="connsiteY22" fmla="*/ 256875 h 4939827"/>
              <a:gd name="connsiteX23" fmla="*/ 8381609 w 12192000"/>
              <a:gd name="connsiteY23" fmla="*/ 240618 h 4939827"/>
              <a:gd name="connsiteX24" fmla="*/ 8406759 w 12192000"/>
              <a:gd name="connsiteY24" fmla="*/ 232517 h 4939827"/>
              <a:gd name="connsiteX25" fmla="*/ 8426506 w 12192000"/>
              <a:gd name="connsiteY25" fmla="*/ 241842 h 4939827"/>
              <a:gd name="connsiteX26" fmla="*/ 8427949 w 12192000"/>
              <a:gd name="connsiteY26" fmla="*/ 240981 h 4939827"/>
              <a:gd name="connsiteX27" fmla="*/ 8441468 w 12192000"/>
              <a:gd name="connsiteY27" fmla="*/ 241157 h 4939827"/>
              <a:gd name="connsiteX28" fmla="*/ 8565757 w 12192000"/>
              <a:gd name="connsiteY28" fmla="*/ 255317 h 4939827"/>
              <a:gd name="connsiteX29" fmla="*/ 8573171 w 12192000"/>
              <a:gd name="connsiteY29" fmla="*/ 258426 h 4939827"/>
              <a:gd name="connsiteX30" fmla="*/ 8573548 w 12192000"/>
              <a:gd name="connsiteY30" fmla="*/ 258241 h 4939827"/>
              <a:gd name="connsiteX31" fmla="*/ 8581827 w 12192000"/>
              <a:gd name="connsiteY31" fmla="*/ 261028 h 4939827"/>
              <a:gd name="connsiteX32" fmla="*/ 8586687 w 12192000"/>
              <a:gd name="connsiteY32" fmla="*/ 264089 h 4939827"/>
              <a:gd name="connsiteX33" fmla="*/ 8601067 w 12192000"/>
              <a:gd name="connsiteY33" fmla="*/ 270114 h 4939827"/>
              <a:gd name="connsiteX34" fmla="*/ 8672650 w 12192000"/>
              <a:gd name="connsiteY34" fmla="*/ 254821 h 4939827"/>
              <a:gd name="connsiteX35" fmla="*/ 8785543 w 12192000"/>
              <a:gd name="connsiteY35" fmla="*/ 263406 h 4939827"/>
              <a:gd name="connsiteX36" fmla="*/ 8830588 w 12192000"/>
              <a:gd name="connsiteY36" fmla="*/ 265483 h 4939827"/>
              <a:gd name="connsiteX37" fmla="*/ 8905142 w 12192000"/>
              <a:gd name="connsiteY37" fmla="*/ 264958 h 4939827"/>
              <a:gd name="connsiteX38" fmla="*/ 8968582 w 12192000"/>
              <a:gd name="connsiteY38" fmla="*/ 262728 h 4939827"/>
              <a:gd name="connsiteX39" fmla="*/ 8972994 w 12192000"/>
              <a:gd name="connsiteY39" fmla="*/ 263284 h 4939827"/>
              <a:gd name="connsiteX40" fmla="*/ 9004605 w 12192000"/>
              <a:gd name="connsiteY40" fmla="*/ 258041 h 4939827"/>
              <a:gd name="connsiteX41" fmla="*/ 9016165 w 12192000"/>
              <a:gd name="connsiteY41" fmla="*/ 261258 h 4939827"/>
              <a:gd name="connsiteX42" fmla="*/ 9043297 w 12192000"/>
              <a:gd name="connsiteY42" fmla="*/ 281547 h 4939827"/>
              <a:gd name="connsiteX43" fmla="*/ 9048315 w 12192000"/>
              <a:gd name="connsiteY43" fmla="*/ 279264 h 4939827"/>
              <a:gd name="connsiteX44" fmla="*/ 9054706 w 12192000"/>
              <a:gd name="connsiteY44" fmla="*/ 278538 h 4939827"/>
              <a:gd name="connsiteX45" fmla="*/ 9070919 w 12192000"/>
              <a:gd name="connsiteY45" fmla="*/ 281810 h 4939827"/>
              <a:gd name="connsiteX46" fmla="*/ 9076813 w 12192000"/>
              <a:gd name="connsiteY46" fmla="*/ 283909 h 4939827"/>
              <a:gd name="connsiteX47" fmla="*/ 9085871 w 12192000"/>
              <a:gd name="connsiteY47" fmla="*/ 285133 h 4939827"/>
              <a:gd name="connsiteX48" fmla="*/ 9086159 w 12192000"/>
              <a:gd name="connsiteY48" fmla="*/ 284887 h 4939827"/>
              <a:gd name="connsiteX49" fmla="*/ 9134606 w 12192000"/>
              <a:gd name="connsiteY49" fmla="*/ 288168 h 4939827"/>
              <a:gd name="connsiteX50" fmla="*/ 9195590 w 12192000"/>
              <a:gd name="connsiteY50" fmla="*/ 279568 h 4939827"/>
              <a:gd name="connsiteX51" fmla="*/ 9219336 w 12192000"/>
              <a:gd name="connsiteY51" fmla="*/ 278133 h 4939827"/>
              <a:gd name="connsiteX52" fmla="*/ 9232362 w 12192000"/>
              <a:gd name="connsiteY52" fmla="*/ 275894 h 4939827"/>
              <a:gd name="connsiteX53" fmla="*/ 9233396 w 12192000"/>
              <a:gd name="connsiteY53" fmla="*/ 274803 h 4939827"/>
              <a:gd name="connsiteX54" fmla="*/ 9256213 w 12192000"/>
              <a:gd name="connsiteY54" fmla="*/ 281576 h 4939827"/>
              <a:gd name="connsiteX55" fmla="*/ 9371484 w 12192000"/>
              <a:gd name="connsiteY55" fmla="*/ 329634 h 4939827"/>
              <a:gd name="connsiteX56" fmla="*/ 9404829 w 12192000"/>
              <a:gd name="connsiteY56" fmla="*/ 339038 h 4939827"/>
              <a:gd name="connsiteX57" fmla="*/ 9427021 w 12192000"/>
              <a:gd name="connsiteY57" fmla="*/ 358784 h 4939827"/>
              <a:gd name="connsiteX58" fmla="*/ 9670844 w 12192000"/>
              <a:gd name="connsiteY58" fmla="*/ 405128 h 4939827"/>
              <a:gd name="connsiteX59" fmla="*/ 9816083 w 12192000"/>
              <a:gd name="connsiteY59" fmla="*/ 416573 h 4939827"/>
              <a:gd name="connsiteX60" fmla="*/ 9936741 w 12192000"/>
              <a:gd name="connsiteY60" fmla="*/ 437044 h 4939827"/>
              <a:gd name="connsiteX61" fmla="*/ 10050093 w 12192000"/>
              <a:gd name="connsiteY61" fmla="*/ 443783 h 4939827"/>
              <a:gd name="connsiteX62" fmla="*/ 10130090 w 12192000"/>
              <a:gd name="connsiteY62" fmla="*/ 459520 h 4939827"/>
              <a:gd name="connsiteX63" fmla="*/ 10173456 w 12192000"/>
              <a:gd name="connsiteY63" fmla="*/ 457749 h 4939827"/>
              <a:gd name="connsiteX64" fmla="*/ 10218232 w 12192000"/>
              <a:gd name="connsiteY64" fmla="*/ 459820 h 4939827"/>
              <a:gd name="connsiteX65" fmla="*/ 10354176 w 12192000"/>
              <a:gd name="connsiteY65" fmla="*/ 471377 h 4939827"/>
              <a:gd name="connsiteX66" fmla="*/ 10430681 w 12192000"/>
              <a:gd name="connsiteY66" fmla="*/ 481226 h 4939827"/>
              <a:gd name="connsiteX67" fmla="*/ 10478169 w 12192000"/>
              <a:gd name="connsiteY67" fmla="*/ 481774 h 4939827"/>
              <a:gd name="connsiteX68" fmla="*/ 10540907 w 12192000"/>
              <a:gd name="connsiteY68" fmla="*/ 485607 h 4939827"/>
              <a:gd name="connsiteX69" fmla="*/ 10614941 w 12192000"/>
              <a:gd name="connsiteY69" fmla="*/ 487592 h 4939827"/>
              <a:gd name="connsiteX70" fmla="*/ 10674098 w 12192000"/>
              <a:gd name="connsiteY70" fmla="*/ 521656 h 4939827"/>
              <a:gd name="connsiteX71" fmla="*/ 10874834 w 12192000"/>
              <a:gd name="connsiteY71" fmla="*/ 574867 h 4939827"/>
              <a:gd name="connsiteX72" fmla="*/ 10944981 w 12192000"/>
              <a:gd name="connsiteY72" fmla="*/ 615042 h 4939827"/>
              <a:gd name="connsiteX73" fmla="*/ 11006376 w 12192000"/>
              <a:gd name="connsiteY73" fmla="*/ 645957 h 4939827"/>
              <a:gd name="connsiteX74" fmla="*/ 11076308 w 12192000"/>
              <a:gd name="connsiteY74" fmla="*/ 675698 h 4939827"/>
              <a:gd name="connsiteX75" fmla="*/ 11148789 w 12192000"/>
              <a:gd name="connsiteY75" fmla="*/ 685041 h 4939827"/>
              <a:gd name="connsiteX76" fmla="*/ 11249129 w 12192000"/>
              <a:gd name="connsiteY76" fmla="*/ 684218 h 4939827"/>
              <a:gd name="connsiteX77" fmla="*/ 11299915 w 12192000"/>
              <a:gd name="connsiteY77" fmla="*/ 692177 h 4939827"/>
              <a:gd name="connsiteX78" fmla="*/ 11386973 w 12192000"/>
              <a:gd name="connsiteY78" fmla="*/ 708209 h 4939827"/>
              <a:gd name="connsiteX79" fmla="*/ 11500105 w 12192000"/>
              <a:gd name="connsiteY79" fmla="*/ 735014 h 4939827"/>
              <a:gd name="connsiteX80" fmla="*/ 11621735 w 12192000"/>
              <a:gd name="connsiteY80" fmla="*/ 789584 h 4939827"/>
              <a:gd name="connsiteX81" fmla="*/ 11691200 w 12192000"/>
              <a:gd name="connsiteY81" fmla="*/ 867902 h 4939827"/>
              <a:gd name="connsiteX82" fmla="*/ 11819427 w 12192000"/>
              <a:gd name="connsiteY82" fmla="*/ 911634 h 4939827"/>
              <a:gd name="connsiteX83" fmla="*/ 11969720 w 12192000"/>
              <a:gd name="connsiteY83" fmla="*/ 964737 h 4939827"/>
              <a:gd name="connsiteX84" fmla="*/ 12055766 w 12192000"/>
              <a:gd name="connsiteY84" fmla="*/ 991268 h 4939827"/>
              <a:gd name="connsiteX85" fmla="*/ 12171539 w 12192000"/>
              <a:gd name="connsiteY85" fmla="*/ 995427 h 4939827"/>
              <a:gd name="connsiteX86" fmla="*/ 12187831 w 12192000"/>
              <a:gd name="connsiteY86" fmla="*/ 996580 h 4939827"/>
              <a:gd name="connsiteX87" fmla="*/ 12192000 w 12192000"/>
              <a:gd name="connsiteY87" fmla="*/ 996726 h 4939827"/>
              <a:gd name="connsiteX88" fmla="*/ 12192000 w 12192000"/>
              <a:gd name="connsiteY88" fmla="*/ 4939827 h 4939827"/>
              <a:gd name="connsiteX89" fmla="*/ 0 w 12192000"/>
              <a:gd name="connsiteY89" fmla="*/ 4939827 h 4939827"/>
              <a:gd name="connsiteX90" fmla="*/ 0 w 12192000"/>
              <a:gd name="connsiteY90" fmla="*/ 512043 h 4939827"/>
              <a:gd name="connsiteX91" fmla="*/ 7381 w 12192000"/>
              <a:gd name="connsiteY91" fmla="*/ 512580 h 4939827"/>
              <a:gd name="connsiteX92" fmla="*/ 100029 w 12192000"/>
              <a:gd name="connsiteY92" fmla="*/ 504758 h 4939827"/>
              <a:gd name="connsiteX93" fmla="*/ 155244 w 12192000"/>
              <a:gd name="connsiteY93" fmla="*/ 525130 h 4939827"/>
              <a:gd name="connsiteX94" fmla="*/ 254366 w 12192000"/>
              <a:gd name="connsiteY94" fmla="*/ 534449 h 4939827"/>
              <a:gd name="connsiteX95" fmla="*/ 447292 w 12192000"/>
              <a:gd name="connsiteY95" fmla="*/ 542725 h 4939827"/>
              <a:gd name="connsiteX96" fmla="*/ 628105 w 12192000"/>
              <a:gd name="connsiteY96" fmla="*/ 547853 h 4939827"/>
              <a:gd name="connsiteX97" fmla="*/ 783146 w 12192000"/>
              <a:gd name="connsiteY97" fmla="*/ 591799 h 4939827"/>
              <a:gd name="connsiteX98" fmla="*/ 1043676 w 12192000"/>
              <a:gd name="connsiteY98" fmla="*/ 591887 h 4939827"/>
              <a:gd name="connsiteX99" fmla="*/ 1281816 w 12192000"/>
              <a:gd name="connsiteY99" fmla="*/ 520946 h 4939827"/>
              <a:gd name="connsiteX100" fmla="*/ 1486347 w 12192000"/>
              <a:gd name="connsiteY100" fmla="*/ 487310 h 4939827"/>
              <a:gd name="connsiteX101" fmla="*/ 1568079 w 12192000"/>
              <a:gd name="connsiteY101" fmla="*/ 462531 h 4939827"/>
              <a:gd name="connsiteX102" fmla="*/ 1622516 w 12192000"/>
              <a:gd name="connsiteY102" fmla="*/ 466058 h 4939827"/>
              <a:gd name="connsiteX103" fmla="*/ 1655457 w 12192000"/>
              <a:gd name="connsiteY103" fmla="*/ 465359 h 4939827"/>
              <a:gd name="connsiteX104" fmla="*/ 1717454 w 12192000"/>
              <a:gd name="connsiteY104" fmla="*/ 417203 h 4939827"/>
              <a:gd name="connsiteX105" fmla="*/ 1913794 w 12192000"/>
              <a:gd name="connsiteY105" fmla="*/ 365255 h 4939827"/>
              <a:gd name="connsiteX106" fmla="*/ 2129762 w 12192000"/>
              <a:gd name="connsiteY106" fmla="*/ 367832 h 4939827"/>
              <a:gd name="connsiteX107" fmla="*/ 2376970 w 12192000"/>
              <a:gd name="connsiteY107" fmla="*/ 350129 h 4939827"/>
              <a:gd name="connsiteX108" fmla="*/ 2480155 w 12192000"/>
              <a:gd name="connsiteY108" fmla="*/ 359227 h 4939827"/>
              <a:gd name="connsiteX109" fmla="*/ 2586782 w 12192000"/>
              <a:gd name="connsiteY109" fmla="*/ 339352 h 4939827"/>
              <a:gd name="connsiteX110" fmla="*/ 2679617 w 12192000"/>
              <a:gd name="connsiteY110" fmla="*/ 305383 h 4939827"/>
              <a:gd name="connsiteX111" fmla="*/ 2788947 w 12192000"/>
              <a:gd name="connsiteY111" fmla="*/ 250375 h 4939827"/>
              <a:gd name="connsiteX112" fmla="*/ 2965530 w 12192000"/>
              <a:gd name="connsiteY112" fmla="*/ 245958 h 4939827"/>
              <a:gd name="connsiteX113" fmla="*/ 3103677 w 12192000"/>
              <a:gd name="connsiteY113" fmla="*/ 209527 h 4939827"/>
              <a:gd name="connsiteX114" fmla="*/ 3126759 w 12192000"/>
              <a:gd name="connsiteY114" fmla="*/ 211226 h 4939827"/>
              <a:gd name="connsiteX115" fmla="*/ 3164020 w 12192000"/>
              <a:gd name="connsiteY115" fmla="*/ 212779 h 4939827"/>
              <a:gd name="connsiteX116" fmla="*/ 3285019 w 12192000"/>
              <a:gd name="connsiteY116" fmla="*/ 220535 h 4939827"/>
              <a:gd name="connsiteX117" fmla="*/ 3365154 w 12192000"/>
              <a:gd name="connsiteY117" fmla="*/ 226416 h 4939827"/>
              <a:gd name="connsiteX118" fmla="*/ 3367507 w 12192000"/>
              <a:gd name="connsiteY118" fmla="*/ 225416 h 4939827"/>
              <a:gd name="connsiteX119" fmla="*/ 3387567 w 12192000"/>
              <a:gd name="connsiteY119" fmla="*/ 227103 h 4939827"/>
              <a:gd name="connsiteX120" fmla="*/ 3498001 w 12192000"/>
              <a:gd name="connsiteY120" fmla="*/ 231941 h 4939827"/>
              <a:gd name="connsiteX121" fmla="*/ 3561557 w 12192000"/>
              <a:gd name="connsiteY121" fmla="*/ 228095 h 4939827"/>
              <a:gd name="connsiteX122" fmla="*/ 3611920 w 12192000"/>
              <a:gd name="connsiteY122" fmla="*/ 218094 h 4939827"/>
              <a:gd name="connsiteX123" fmla="*/ 3620528 w 12192000"/>
              <a:gd name="connsiteY123" fmla="*/ 218788 h 4939827"/>
              <a:gd name="connsiteX124" fmla="*/ 3620766 w 12192000"/>
              <a:gd name="connsiteY124" fmla="*/ 218511 h 4939827"/>
              <a:gd name="connsiteX125" fmla="*/ 3629977 w 12192000"/>
              <a:gd name="connsiteY125" fmla="*/ 218664 h 4939827"/>
              <a:gd name="connsiteX126" fmla="*/ 3636217 w 12192000"/>
              <a:gd name="connsiteY126" fmla="*/ 220048 h 4939827"/>
              <a:gd name="connsiteX127" fmla="*/ 3709484 w 12192000"/>
              <a:gd name="connsiteY127" fmla="*/ 186927 h 4939827"/>
              <a:gd name="connsiteX128" fmla="*/ 3761342 w 12192000"/>
              <a:gd name="connsiteY128" fmla="*/ 177474 h 4939827"/>
              <a:gd name="connsiteX129" fmla="*/ 3799748 w 12192000"/>
              <a:gd name="connsiteY129" fmla="*/ 167154 h 4939827"/>
              <a:gd name="connsiteX130" fmla="*/ 3922756 w 12192000"/>
              <a:gd name="connsiteY130" fmla="*/ 194044 h 4939827"/>
              <a:gd name="connsiteX131" fmla="*/ 4028476 w 12192000"/>
              <a:gd name="connsiteY131" fmla="*/ 223679 h 4939827"/>
              <a:gd name="connsiteX132" fmla="*/ 4191582 w 12192000"/>
              <a:gd name="connsiteY132" fmla="*/ 238952 h 4939827"/>
              <a:gd name="connsiteX133" fmla="*/ 4251024 w 12192000"/>
              <a:gd name="connsiteY133" fmla="*/ 240874 h 4939827"/>
              <a:gd name="connsiteX134" fmla="*/ 4355275 w 12192000"/>
              <a:gd name="connsiteY134" fmla="*/ 260205 h 4939827"/>
              <a:gd name="connsiteX135" fmla="*/ 4423807 w 12192000"/>
              <a:gd name="connsiteY135" fmla="*/ 270366 h 4939827"/>
              <a:gd name="connsiteX136" fmla="*/ 4558432 w 12192000"/>
              <a:gd name="connsiteY136" fmla="*/ 269194 h 4939827"/>
              <a:gd name="connsiteX137" fmla="*/ 4635061 w 12192000"/>
              <a:gd name="connsiteY137" fmla="*/ 280682 h 4939827"/>
              <a:gd name="connsiteX138" fmla="*/ 4807427 w 12192000"/>
              <a:gd name="connsiteY138" fmla="*/ 276835 h 4939827"/>
              <a:gd name="connsiteX139" fmla="*/ 5028933 w 12192000"/>
              <a:gd name="connsiteY139" fmla="*/ 183887 h 4939827"/>
              <a:gd name="connsiteX140" fmla="*/ 5093642 w 12192000"/>
              <a:gd name="connsiteY140" fmla="*/ 177214 h 4939827"/>
              <a:gd name="connsiteX141" fmla="*/ 5102642 w 12192000"/>
              <a:gd name="connsiteY141" fmla="*/ 186816 h 4939827"/>
              <a:gd name="connsiteX142" fmla="*/ 5193590 w 12192000"/>
              <a:gd name="connsiteY142" fmla="*/ 156458 h 4939827"/>
              <a:gd name="connsiteX143" fmla="*/ 5323922 w 12192000"/>
              <a:gd name="connsiteY143" fmla="*/ 146332 h 4939827"/>
              <a:gd name="connsiteX144" fmla="*/ 5421860 w 12192000"/>
              <a:gd name="connsiteY144" fmla="*/ 167298 h 4939827"/>
              <a:gd name="connsiteX145" fmla="*/ 5476948 w 12192000"/>
              <a:gd name="connsiteY145" fmla="*/ 173249 h 4939827"/>
              <a:gd name="connsiteX146" fmla="*/ 5516842 w 12192000"/>
              <a:gd name="connsiteY146" fmla="*/ 184018 h 4939827"/>
              <a:gd name="connsiteX147" fmla="*/ 5619415 w 12192000"/>
              <a:gd name="connsiteY147" fmla="*/ 176781 h 4939827"/>
              <a:gd name="connsiteX148" fmla="*/ 5789867 w 12192000"/>
              <a:gd name="connsiteY148" fmla="*/ 150304 h 4939827"/>
              <a:gd name="connsiteX149" fmla="*/ 5825953 w 12192000"/>
              <a:gd name="connsiteY149" fmla="*/ 147907 h 4939827"/>
              <a:gd name="connsiteX150" fmla="*/ 5856168 w 12192000"/>
              <a:gd name="connsiteY150" fmla="*/ 158719 h 4939827"/>
              <a:gd name="connsiteX151" fmla="*/ 5862476 w 12192000"/>
              <a:gd name="connsiteY151" fmla="*/ 172447 h 4939827"/>
              <a:gd name="connsiteX152" fmla="*/ 5882195 w 12192000"/>
              <a:gd name="connsiteY152" fmla="*/ 173195 h 4939827"/>
              <a:gd name="connsiteX153" fmla="*/ 5887271 w 12192000"/>
              <a:gd name="connsiteY153" fmla="*/ 176084 h 4939827"/>
              <a:gd name="connsiteX154" fmla="*/ 5921577 w 12192000"/>
              <a:gd name="connsiteY154" fmla="*/ 169858 h 4939827"/>
              <a:gd name="connsiteX155" fmla="*/ 5983240 w 12192000"/>
              <a:gd name="connsiteY155" fmla="*/ 152755 h 4939827"/>
              <a:gd name="connsiteX156" fmla="*/ 6152287 w 12192000"/>
              <a:gd name="connsiteY156" fmla="*/ 116736 h 4939827"/>
              <a:gd name="connsiteX157" fmla="*/ 6415830 w 12192000"/>
              <a:gd name="connsiteY157" fmla="*/ 136006 h 4939827"/>
              <a:gd name="connsiteX158" fmla="*/ 6756965 w 12192000"/>
              <a:gd name="connsiteY158" fmla="*/ 57636 h 4939827"/>
              <a:gd name="connsiteX159" fmla="*/ 6819400 w 12192000"/>
              <a:gd name="connsiteY159" fmla="*/ 30742 h 4939827"/>
              <a:gd name="connsiteX160" fmla="*/ 6986370 w 12192000"/>
              <a:gd name="connsiteY160" fmla="*/ 12659 h 4939827"/>
              <a:gd name="connsiteX161" fmla="*/ 6989536 w 12192000"/>
              <a:gd name="connsiteY161" fmla="*/ 14528 h 4939827"/>
              <a:gd name="connsiteX162" fmla="*/ 7015933 w 12192000"/>
              <a:gd name="connsiteY162" fmla="*/ 9653 h 4939827"/>
              <a:gd name="connsiteX163" fmla="*/ 7020592 w 12192000"/>
              <a:gd name="connsiteY163" fmla="*/ 1651 h 4939827"/>
              <a:gd name="connsiteX164" fmla="*/ 7025905 w 12192000"/>
              <a:gd name="connsiteY164" fmla="*/ 0 h 4939827"/>
              <a:gd name="connsiteX0" fmla="*/ 7025905 w 12192000"/>
              <a:gd name="connsiteY0" fmla="*/ 0 h 4939827"/>
              <a:gd name="connsiteX1" fmla="*/ 7032579 w 12192000"/>
              <a:gd name="connsiteY1" fmla="*/ 2808 h 4939827"/>
              <a:gd name="connsiteX2" fmla="*/ 7079505 w 12192000"/>
              <a:gd name="connsiteY2" fmla="*/ 12971 h 4939827"/>
              <a:gd name="connsiteX3" fmla="*/ 7158791 w 12192000"/>
              <a:gd name="connsiteY3" fmla="*/ 12462 h 4939827"/>
              <a:gd name="connsiteX4" fmla="*/ 7233338 w 12192000"/>
              <a:gd name="connsiteY4" fmla="*/ 24846 h 4939827"/>
              <a:gd name="connsiteX5" fmla="*/ 7259791 w 12192000"/>
              <a:gd name="connsiteY5" fmla="*/ 29557 h 4939827"/>
              <a:gd name="connsiteX6" fmla="*/ 7263923 w 12192000"/>
              <a:gd name="connsiteY6" fmla="*/ 35029 h 4939827"/>
              <a:gd name="connsiteX7" fmla="*/ 7281549 w 12192000"/>
              <a:gd name="connsiteY7" fmla="*/ 39654 h 4939827"/>
              <a:gd name="connsiteX8" fmla="*/ 7374735 w 12192000"/>
              <a:gd name="connsiteY8" fmla="*/ 65326 h 4939827"/>
              <a:gd name="connsiteX9" fmla="*/ 7376078 w 12192000"/>
              <a:gd name="connsiteY9" fmla="*/ 63849 h 4939827"/>
              <a:gd name="connsiteX10" fmla="*/ 7402026 w 12192000"/>
              <a:gd name="connsiteY10" fmla="*/ 60308 h 4939827"/>
              <a:gd name="connsiteX11" fmla="*/ 7415091 w 12192000"/>
              <a:gd name="connsiteY11" fmla="*/ 77403 h 4939827"/>
              <a:gd name="connsiteX12" fmla="*/ 7488682 w 12192000"/>
              <a:gd name="connsiteY12" fmla="*/ 83440 h 4939827"/>
              <a:gd name="connsiteX13" fmla="*/ 7732750 w 12192000"/>
              <a:gd name="connsiteY13" fmla="*/ 145456 h 4939827"/>
              <a:gd name="connsiteX14" fmla="*/ 7785900 w 12192000"/>
              <a:gd name="connsiteY14" fmla="*/ 154493 h 4939827"/>
              <a:gd name="connsiteX15" fmla="*/ 7877301 w 12192000"/>
              <a:gd name="connsiteY15" fmla="*/ 186153 h 4939827"/>
              <a:gd name="connsiteX16" fmla="*/ 7952584 w 12192000"/>
              <a:gd name="connsiteY16" fmla="*/ 170181 h 4939827"/>
              <a:gd name="connsiteX17" fmla="*/ 8009534 w 12192000"/>
              <a:gd name="connsiteY17" fmla="*/ 176441 h 4939827"/>
              <a:gd name="connsiteX18" fmla="*/ 8058681 w 12192000"/>
              <a:gd name="connsiteY18" fmla="*/ 219431 h 4939827"/>
              <a:gd name="connsiteX19" fmla="*/ 8126175 w 12192000"/>
              <a:gd name="connsiteY19" fmla="*/ 240005 h 4939827"/>
              <a:gd name="connsiteX20" fmla="*/ 8166439 w 12192000"/>
              <a:gd name="connsiteY20" fmla="*/ 252699 h 4939827"/>
              <a:gd name="connsiteX21" fmla="*/ 8281371 w 12192000"/>
              <a:gd name="connsiteY21" fmla="*/ 256875 h 4939827"/>
              <a:gd name="connsiteX22" fmla="*/ 8381609 w 12192000"/>
              <a:gd name="connsiteY22" fmla="*/ 240618 h 4939827"/>
              <a:gd name="connsiteX23" fmla="*/ 8406759 w 12192000"/>
              <a:gd name="connsiteY23" fmla="*/ 232517 h 4939827"/>
              <a:gd name="connsiteX24" fmla="*/ 8426506 w 12192000"/>
              <a:gd name="connsiteY24" fmla="*/ 241842 h 4939827"/>
              <a:gd name="connsiteX25" fmla="*/ 8427949 w 12192000"/>
              <a:gd name="connsiteY25" fmla="*/ 240981 h 4939827"/>
              <a:gd name="connsiteX26" fmla="*/ 8441468 w 12192000"/>
              <a:gd name="connsiteY26" fmla="*/ 241157 h 4939827"/>
              <a:gd name="connsiteX27" fmla="*/ 8565757 w 12192000"/>
              <a:gd name="connsiteY27" fmla="*/ 255317 h 4939827"/>
              <a:gd name="connsiteX28" fmla="*/ 8573171 w 12192000"/>
              <a:gd name="connsiteY28" fmla="*/ 258426 h 4939827"/>
              <a:gd name="connsiteX29" fmla="*/ 8573548 w 12192000"/>
              <a:gd name="connsiteY29" fmla="*/ 258241 h 4939827"/>
              <a:gd name="connsiteX30" fmla="*/ 8581827 w 12192000"/>
              <a:gd name="connsiteY30" fmla="*/ 261028 h 4939827"/>
              <a:gd name="connsiteX31" fmla="*/ 8586687 w 12192000"/>
              <a:gd name="connsiteY31" fmla="*/ 264089 h 4939827"/>
              <a:gd name="connsiteX32" fmla="*/ 8601067 w 12192000"/>
              <a:gd name="connsiteY32" fmla="*/ 270114 h 4939827"/>
              <a:gd name="connsiteX33" fmla="*/ 8672650 w 12192000"/>
              <a:gd name="connsiteY33" fmla="*/ 254821 h 4939827"/>
              <a:gd name="connsiteX34" fmla="*/ 8785543 w 12192000"/>
              <a:gd name="connsiteY34" fmla="*/ 263406 h 4939827"/>
              <a:gd name="connsiteX35" fmla="*/ 8830588 w 12192000"/>
              <a:gd name="connsiteY35" fmla="*/ 265483 h 4939827"/>
              <a:gd name="connsiteX36" fmla="*/ 8905142 w 12192000"/>
              <a:gd name="connsiteY36" fmla="*/ 264958 h 4939827"/>
              <a:gd name="connsiteX37" fmla="*/ 8968582 w 12192000"/>
              <a:gd name="connsiteY37" fmla="*/ 262728 h 4939827"/>
              <a:gd name="connsiteX38" fmla="*/ 8972994 w 12192000"/>
              <a:gd name="connsiteY38" fmla="*/ 263284 h 4939827"/>
              <a:gd name="connsiteX39" fmla="*/ 9004605 w 12192000"/>
              <a:gd name="connsiteY39" fmla="*/ 258041 h 4939827"/>
              <a:gd name="connsiteX40" fmla="*/ 9016165 w 12192000"/>
              <a:gd name="connsiteY40" fmla="*/ 261258 h 4939827"/>
              <a:gd name="connsiteX41" fmla="*/ 9043297 w 12192000"/>
              <a:gd name="connsiteY41" fmla="*/ 281547 h 4939827"/>
              <a:gd name="connsiteX42" fmla="*/ 9048315 w 12192000"/>
              <a:gd name="connsiteY42" fmla="*/ 279264 h 4939827"/>
              <a:gd name="connsiteX43" fmla="*/ 9054706 w 12192000"/>
              <a:gd name="connsiteY43" fmla="*/ 278538 h 4939827"/>
              <a:gd name="connsiteX44" fmla="*/ 9070919 w 12192000"/>
              <a:gd name="connsiteY44" fmla="*/ 281810 h 4939827"/>
              <a:gd name="connsiteX45" fmla="*/ 9076813 w 12192000"/>
              <a:gd name="connsiteY45" fmla="*/ 283909 h 4939827"/>
              <a:gd name="connsiteX46" fmla="*/ 9085871 w 12192000"/>
              <a:gd name="connsiteY46" fmla="*/ 285133 h 4939827"/>
              <a:gd name="connsiteX47" fmla="*/ 9086159 w 12192000"/>
              <a:gd name="connsiteY47" fmla="*/ 284887 h 4939827"/>
              <a:gd name="connsiteX48" fmla="*/ 9134606 w 12192000"/>
              <a:gd name="connsiteY48" fmla="*/ 288168 h 4939827"/>
              <a:gd name="connsiteX49" fmla="*/ 9195590 w 12192000"/>
              <a:gd name="connsiteY49" fmla="*/ 279568 h 4939827"/>
              <a:gd name="connsiteX50" fmla="*/ 9219336 w 12192000"/>
              <a:gd name="connsiteY50" fmla="*/ 278133 h 4939827"/>
              <a:gd name="connsiteX51" fmla="*/ 9232362 w 12192000"/>
              <a:gd name="connsiteY51" fmla="*/ 275894 h 4939827"/>
              <a:gd name="connsiteX52" fmla="*/ 9233396 w 12192000"/>
              <a:gd name="connsiteY52" fmla="*/ 274803 h 4939827"/>
              <a:gd name="connsiteX53" fmla="*/ 9256213 w 12192000"/>
              <a:gd name="connsiteY53" fmla="*/ 281576 h 4939827"/>
              <a:gd name="connsiteX54" fmla="*/ 9371484 w 12192000"/>
              <a:gd name="connsiteY54" fmla="*/ 329634 h 4939827"/>
              <a:gd name="connsiteX55" fmla="*/ 9404829 w 12192000"/>
              <a:gd name="connsiteY55" fmla="*/ 339038 h 4939827"/>
              <a:gd name="connsiteX56" fmla="*/ 9427021 w 12192000"/>
              <a:gd name="connsiteY56" fmla="*/ 358784 h 4939827"/>
              <a:gd name="connsiteX57" fmla="*/ 9670844 w 12192000"/>
              <a:gd name="connsiteY57" fmla="*/ 405128 h 4939827"/>
              <a:gd name="connsiteX58" fmla="*/ 9816083 w 12192000"/>
              <a:gd name="connsiteY58" fmla="*/ 416573 h 4939827"/>
              <a:gd name="connsiteX59" fmla="*/ 9936741 w 12192000"/>
              <a:gd name="connsiteY59" fmla="*/ 437044 h 4939827"/>
              <a:gd name="connsiteX60" fmla="*/ 10050093 w 12192000"/>
              <a:gd name="connsiteY60" fmla="*/ 443783 h 4939827"/>
              <a:gd name="connsiteX61" fmla="*/ 10130090 w 12192000"/>
              <a:gd name="connsiteY61" fmla="*/ 459520 h 4939827"/>
              <a:gd name="connsiteX62" fmla="*/ 10173456 w 12192000"/>
              <a:gd name="connsiteY62" fmla="*/ 457749 h 4939827"/>
              <a:gd name="connsiteX63" fmla="*/ 10218232 w 12192000"/>
              <a:gd name="connsiteY63" fmla="*/ 459820 h 4939827"/>
              <a:gd name="connsiteX64" fmla="*/ 10354176 w 12192000"/>
              <a:gd name="connsiteY64" fmla="*/ 471377 h 4939827"/>
              <a:gd name="connsiteX65" fmla="*/ 10430681 w 12192000"/>
              <a:gd name="connsiteY65" fmla="*/ 481226 h 4939827"/>
              <a:gd name="connsiteX66" fmla="*/ 10478169 w 12192000"/>
              <a:gd name="connsiteY66" fmla="*/ 481774 h 4939827"/>
              <a:gd name="connsiteX67" fmla="*/ 10540907 w 12192000"/>
              <a:gd name="connsiteY67" fmla="*/ 485607 h 4939827"/>
              <a:gd name="connsiteX68" fmla="*/ 10614941 w 12192000"/>
              <a:gd name="connsiteY68" fmla="*/ 487592 h 4939827"/>
              <a:gd name="connsiteX69" fmla="*/ 10674098 w 12192000"/>
              <a:gd name="connsiteY69" fmla="*/ 521656 h 4939827"/>
              <a:gd name="connsiteX70" fmla="*/ 10874834 w 12192000"/>
              <a:gd name="connsiteY70" fmla="*/ 574867 h 4939827"/>
              <a:gd name="connsiteX71" fmla="*/ 10944981 w 12192000"/>
              <a:gd name="connsiteY71" fmla="*/ 615042 h 4939827"/>
              <a:gd name="connsiteX72" fmla="*/ 11006376 w 12192000"/>
              <a:gd name="connsiteY72" fmla="*/ 645957 h 4939827"/>
              <a:gd name="connsiteX73" fmla="*/ 11076308 w 12192000"/>
              <a:gd name="connsiteY73" fmla="*/ 675698 h 4939827"/>
              <a:gd name="connsiteX74" fmla="*/ 11148789 w 12192000"/>
              <a:gd name="connsiteY74" fmla="*/ 685041 h 4939827"/>
              <a:gd name="connsiteX75" fmla="*/ 11249129 w 12192000"/>
              <a:gd name="connsiteY75" fmla="*/ 684218 h 4939827"/>
              <a:gd name="connsiteX76" fmla="*/ 11299915 w 12192000"/>
              <a:gd name="connsiteY76" fmla="*/ 692177 h 4939827"/>
              <a:gd name="connsiteX77" fmla="*/ 11386973 w 12192000"/>
              <a:gd name="connsiteY77" fmla="*/ 708209 h 4939827"/>
              <a:gd name="connsiteX78" fmla="*/ 11500105 w 12192000"/>
              <a:gd name="connsiteY78" fmla="*/ 735014 h 4939827"/>
              <a:gd name="connsiteX79" fmla="*/ 11621735 w 12192000"/>
              <a:gd name="connsiteY79" fmla="*/ 789584 h 4939827"/>
              <a:gd name="connsiteX80" fmla="*/ 11691200 w 12192000"/>
              <a:gd name="connsiteY80" fmla="*/ 867902 h 4939827"/>
              <a:gd name="connsiteX81" fmla="*/ 11819427 w 12192000"/>
              <a:gd name="connsiteY81" fmla="*/ 911634 h 4939827"/>
              <a:gd name="connsiteX82" fmla="*/ 11969720 w 12192000"/>
              <a:gd name="connsiteY82" fmla="*/ 964737 h 4939827"/>
              <a:gd name="connsiteX83" fmla="*/ 12055766 w 12192000"/>
              <a:gd name="connsiteY83" fmla="*/ 991268 h 4939827"/>
              <a:gd name="connsiteX84" fmla="*/ 12171539 w 12192000"/>
              <a:gd name="connsiteY84" fmla="*/ 995427 h 4939827"/>
              <a:gd name="connsiteX85" fmla="*/ 12187831 w 12192000"/>
              <a:gd name="connsiteY85" fmla="*/ 996580 h 4939827"/>
              <a:gd name="connsiteX86" fmla="*/ 12192000 w 12192000"/>
              <a:gd name="connsiteY86" fmla="*/ 996726 h 4939827"/>
              <a:gd name="connsiteX87" fmla="*/ 12192000 w 12192000"/>
              <a:gd name="connsiteY87" fmla="*/ 4939827 h 4939827"/>
              <a:gd name="connsiteX88" fmla="*/ 0 w 12192000"/>
              <a:gd name="connsiteY88" fmla="*/ 4939827 h 4939827"/>
              <a:gd name="connsiteX89" fmla="*/ 0 w 12192000"/>
              <a:gd name="connsiteY89" fmla="*/ 512043 h 4939827"/>
              <a:gd name="connsiteX90" fmla="*/ 7381 w 12192000"/>
              <a:gd name="connsiteY90" fmla="*/ 512580 h 4939827"/>
              <a:gd name="connsiteX91" fmla="*/ 100029 w 12192000"/>
              <a:gd name="connsiteY91" fmla="*/ 504758 h 4939827"/>
              <a:gd name="connsiteX92" fmla="*/ 155244 w 12192000"/>
              <a:gd name="connsiteY92" fmla="*/ 525130 h 4939827"/>
              <a:gd name="connsiteX93" fmla="*/ 254366 w 12192000"/>
              <a:gd name="connsiteY93" fmla="*/ 534449 h 4939827"/>
              <a:gd name="connsiteX94" fmla="*/ 447292 w 12192000"/>
              <a:gd name="connsiteY94" fmla="*/ 542725 h 4939827"/>
              <a:gd name="connsiteX95" fmla="*/ 628105 w 12192000"/>
              <a:gd name="connsiteY95" fmla="*/ 547853 h 4939827"/>
              <a:gd name="connsiteX96" fmla="*/ 783146 w 12192000"/>
              <a:gd name="connsiteY96" fmla="*/ 591799 h 4939827"/>
              <a:gd name="connsiteX97" fmla="*/ 1043676 w 12192000"/>
              <a:gd name="connsiteY97" fmla="*/ 591887 h 4939827"/>
              <a:gd name="connsiteX98" fmla="*/ 1281816 w 12192000"/>
              <a:gd name="connsiteY98" fmla="*/ 520946 h 4939827"/>
              <a:gd name="connsiteX99" fmla="*/ 1486347 w 12192000"/>
              <a:gd name="connsiteY99" fmla="*/ 487310 h 4939827"/>
              <a:gd name="connsiteX100" fmla="*/ 1568079 w 12192000"/>
              <a:gd name="connsiteY100" fmla="*/ 462531 h 4939827"/>
              <a:gd name="connsiteX101" fmla="*/ 1622516 w 12192000"/>
              <a:gd name="connsiteY101" fmla="*/ 466058 h 4939827"/>
              <a:gd name="connsiteX102" fmla="*/ 1655457 w 12192000"/>
              <a:gd name="connsiteY102" fmla="*/ 465359 h 4939827"/>
              <a:gd name="connsiteX103" fmla="*/ 1717454 w 12192000"/>
              <a:gd name="connsiteY103" fmla="*/ 417203 h 4939827"/>
              <a:gd name="connsiteX104" fmla="*/ 1913794 w 12192000"/>
              <a:gd name="connsiteY104" fmla="*/ 365255 h 4939827"/>
              <a:gd name="connsiteX105" fmla="*/ 2129762 w 12192000"/>
              <a:gd name="connsiteY105" fmla="*/ 367832 h 4939827"/>
              <a:gd name="connsiteX106" fmla="*/ 2376970 w 12192000"/>
              <a:gd name="connsiteY106" fmla="*/ 350129 h 4939827"/>
              <a:gd name="connsiteX107" fmla="*/ 2480155 w 12192000"/>
              <a:gd name="connsiteY107" fmla="*/ 359227 h 4939827"/>
              <a:gd name="connsiteX108" fmla="*/ 2586782 w 12192000"/>
              <a:gd name="connsiteY108" fmla="*/ 339352 h 4939827"/>
              <a:gd name="connsiteX109" fmla="*/ 2679617 w 12192000"/>
              <a:gd name="connsiteY109" fmla="*/ 305383 h 4939827"/>
              <a:gd name="connsiteX110" fmla="*/ 2788947 w 12192000"/>
              <a:gd name="connsiteY110" fmla="*/ 250375 h 4939827"/>
              <a:gd name="connsiteX111" fmla="*/ 2965530 w 12192000"/>
              <a:gd name="connsiteY111" fmla="*/ 245958 h 4939827"/>
              <a:gd name="connsiteX112" fmla="*/ 3103677 w 12192000"/>
              <a:gd name="connsiteY112" fmla="*/ 209527 h 4939827"/>
              <a:gd name="connsiteX113" fmla="*/ 3126759 w 12192000"/>
              <a:gd name="connsiteY113" fmla="*/ 211226 h 4939827"/>
              <a:gd name="connsiteX114" fmla="*/ 3164020 w 12192000"/>
              <a:gd name="connsiteY114" fmla="*/ 212779 h 4939827"/>
              <a:gd name="connsiteX115" fmla="*/ 3285019 w 12192000"/>
              <a:gd name="connsiteY115" fmla="*/ 220535 h 4939827"/>
              <a:gd name="connsiteX116" fmla="*/ 3365154 w 12192000"/>
              <a:gd name="connsiteY116" fmla="*/ 226416 h 4939827"/>
              <a:gd name="connsiteX117" fmla="*/ 3367507 w 12192000"/>
              <a:gd name="connsiteY117" fmla="*/ 225416 h 4939827"/>
              <a:gd name="connsiteX118" fmla="*/ 3387567 w 12192000"/>
              <a:gd name="connsiteY118" fmla="*/ 227103 h 4939827"/>
              <a:gd name="connsiteX119" fmla="*/ 3498001 w 12192000"/>
              <a:gd name="connsiteY119" fmla="*/ 231941 h 4939827"/>
              <a:gd name="connsiteX120" fmla="*/ 3561557 w 12192000"/>
              <a:gd name="connsiteY120" fmla="*/ 228095 h 4939827"/>
              <a:gd name="connsiteX121" fmla="*/ 3611920 w 12192000"/>
              <a:gd name="connsiteY121" fmla="*/ 218094 h 4939827"/>
              <a:gd name="connsiteX122" fmla="*/ 3620528 w 12192000"/>
              <a:gd name="connsiteY122" fmla="*/ 218788 h 4939827"/>
              <a:gd name="connsiteX123" fmla="*/ 3620766 w 12192000"/>
              <a:gd name="connsiteY123" fmla="*/ 218511 h 4939827"/>
              <a:gd name="connsiteX124" fmla="*/ 3629977 w 12192000"/>
              <a:gd name="connsiteY124" fmla="*/ 218664 h 4939827"/>
              <a:gd name="connsiteX125" fmla="*/ 3636217 w 12192000"/>
              <a:gd name="connsiteY125" fmla="*/ 220048 h 4939827"/>
              <a:gd name="connsiteX126" fmla="*/ 3709484 w 12192000"/>
              <a:gd name="connsiteY126" fmla="*/ 186927 h 4939827"/>
              <a:gd name="connsiteX127" fmla="*/ 3761342 w 12192000"/>
              <a:gd name="connsiteY127" fmla="*/ 177474 h 4939827"/>
              <a:gd name="connsiteX128" fmla="*/ 3799748 w 12192000"/>
              <a:gd name="connsiteY128" fmla="*/ 167154 h 4939827"/>
              <a:gd name="connsiteX129" fmla="*/ 3922756 w 12192000"/>
              <a:gd name="connsiteY129" fmla="*/ 194044 h 4939827"/>
              <a:gd name="connsiteX130" fmla="*/ 4028476 w 12192000"/>
              <a:gd name="connsiteY130" fmla="*/ 223679 h 4939827"/>
              <a:gd name="connsiteX131" fmla="*/ 4191582 w 12192000"/>
              <a:gd name="connsiteY131" fmla="*/ 238952 h 4939827"/>
              <a:gd name="connsiteX132" fmla="*/ 4251024 w 12192000"/>
              <a:gd name="connsiteY132" fmla="*/ 240874 h 4939827"/>
              <a:gd name="connsiteX133" fmla="*/ 4355275 w 12192000"/>
              <a:gd name="connsiteY133" fmla="*/ 260205 h 4939827"/>
              <a:gd name="connsiteX134" fmla="*/ 4423807 w 12192000"/>
              <a:gd name="connsiteY134" fmla="*/ 270366 h 4939827"/>
              <a:gd name="connsiteX135" fmla="*/ 4558432 w 12192000"/>
              <a:gd name="connsiteY135" fmla="*/ 269194 h 4939827"/>
              <a:gd name="connsiteX136" fmla="*/ 4635061 w 12192000"/>
              <a:gd name="connsiteY136" fmla="*/ 280682 h 4939827"/>
              <a:gd name="connsiteX137" fmla="*/ 4807427 w 12192000"/>
              <a:gd name="connsiteY137" fmla="*/ 276835 h 4939827"/>
              <a:gd name="connsiteX138" fmla="*/ 5028933 w 12192000"/>
              <a:gd name="connsiteY138" fmla="*/ 183887 h 4939827"/>
              <a:gd name="connsiteX139" fmla="*/ 5093642 w 12192000"/>
              <a:gd name="connsiteY139" fmla="*/ 177214 h 4939827"/>
              <a:gd name="connsiteX140" fmla="*/ 5102642 w 12192000"/>
              <a:gd name="connsiteY140" fmla="*/ 186816 h 4939827"/>
              <a:gd name="connsiteX141" fmla="*/ 5193590 w 12192000"/>
              <a:gd name="connsiteY141" fmla="*/ 156458 h 4939827"/>
              <a:gd name="connsiteX142" fmla="*/ 5323922 w 12192000"/>
              <a:gd name="connsiteY142" fmla="*/ 146332 h 4939827"/>
              <a:gd name="connsiteX143" fmla="*/ 5421860 w 12192000"/>
              <a:gd name="connsiteY143" fmla="*/ 167298 h 4939827"/>
              <a:gd name="connsiteX144" fmla="*/ 5476948 w 12192000"/>
              <a:gd name="connsiteY144" fmla="*/ 173249 h 4939827"/>
              <a:gd name="connsiteX145" fmla="*/ 5516842 w 12192000"/>
              <a:gd name="connsiteY145" fmla="*/ 184018 h 4939827"/>
              <a:gd name="connsiteX146" fmla="*/ 5619415 w 12192000"/>
              <a:gd name="connsiteY146" fmla="*/ 176781 h 4939827"/>
              <a:gd name="connsiteX147" fmla="*/ 5789867 w 12192000"/>
              <a:gd name="connsiteY147" fmla="*/ 150304 h 4939827"/>
              <a:gd name="connsiteX148" fmla="*/ 5825953 w 12192000"/>
              <a:gd name="connsiteY148" fmla="*/ 147907 h 4939827"/>
              <a:gd name="connsiteX149" fmla="*/ 5856168 w 12192000"/>
              <a:gd name="connsiteY149" fmla="*/ 158719 h 4939827"/>
              <a:gd name="connsiteX150" fmla="*/ 5862476 w 12192000"/>
              <a:gd name="connsiteY150" fmla="*/ 172447 h 4939827"/>
              <a:gd name="connsiteX151" fmla="*/ 5882195 w 12192000"/>
              <a:gd name="connsiteY151" fmla="*/ 173195 h 4939827"/>
              <a:gd name="connsiteX152" fmla="*/ 5887271 w 12192000"/>
              <a:gd name="connsiteY152" fmla="*/ 176084 h 4939827"/>
              <a:gd name="connsiteX153" fmla="*/ 5921577 w 12192000"/>
              <a:gd name="connsiteY153" fmla="*/ 169858 h 4939827"/>
              <a:gd name="connsiteX154" fmla="*/ 5983240 w 12192000"/>
              <a:gd name="connsiteY154" fmla="*/ 152755 h 4939827"/>
              <a:gd name="connsiteX155" fmla="*/ 6152287 w 12192000"/>
              <a:gd name="connsiteY155" fmla="*/ 116736 h 4939827"/>
              <a:gd name="connsiteX156" fmla="*/ 6415830 w 12192000"/>
              <a:gd name="connsiteY156" fmla="*/ 136006 h 4939827"/>
              <a:gd name="connsiteX157" fmla="*/ 6756965 w 12192000"/>
              <a:gd name="connsiteY157" fmla="*/ 57636 h 4939827"/>
              <a:gd name="connsiteX158" fmla="*/ 6819400 w 12192000"/>
              <a:gd name="connsiteY158" fmla="*/ 30742 h 4939827"/>
              <a:gd name="connsiteX159" fmla="*/ 6986370 w 12192000"/>
              <a:gd name="connsiteY159" fmla="*/ 12659 h 4939827"/>
              <a:gd name="connsiteX160" fmla="*/ 6989536 w 12192000"/>
              <a:gd name="connsiteY160" fmla="*/ 14528 h 4939827"/>
              <a:gd name="connsiteX161" fmla="*/ 7015933 w 12192000"/>
              <a:gd name="connsiteY161" fmla="*/ 9653 h 4939827"/>
              <a:gd name="connsiteX162" fmla="*/ 7020592 w 12192000"/>
              <a:gd name="connsiteY162" fmla="*/ 1651 h 4939827"/>
              <a:gd name="connsiteX163" fmla="*/ 7025905 w 12192000"/>
              <a:gd name="connsiteY163" fmla="*/ 0 h 4939827"/>
              <a:gd name="connsiteX0" fmla="*/ 7025905 w 12192000"/>
              <a:gd name="connsiteY0" fmla="*/ 0 h 4939827"/>
              <a:gd name="connsiteX1" fmla="*/ 7032579 w 12192000"/>
              <a:gd name="connsiteY1" fmla="*/ 2808 h 4939827"/>
              <a:gd name="connsiteX2" fmla="*/ 7079505 w 12192000"/>
              <a:gd name="connsiteY2" fmla="*/ 12971 h 4939827"/>
              <a:gd name="connsiteX3" fmla="*/ 7158791 w 12192000"/>
              <a:gd name="connsiteY3" fmla="*/ 12462 h 4939827"/>
              <a:gd name="connsiteX4" fmla="*/ 7233338 w 12192000"/>
              <a:gd name="connsiteY4" fmla="*/ 24846 h 4939827"/>
              <a:gd name="connsiteX5" fmla="*/ 7259791 w 12192000"/>
              <a:gd name="connsiteY5" fmla="*/ 29557 h 4939827"/>
              <a:gd name="connsiteX6" fmla="*/ 7263923 w 12192000"/>
              <a:gd name="connsiteY6" fmla="*/ 35029 h 4939827"/>
              <a:gd name="connsiteX7" fmla="*/ 7281549 w 12192000"/>
              <a:gd name="connsiteY7" fmla="*/ 39654 h 4939827"/>
              <a:gd name="connsiteX8" fmla="*/ 7374735 w 12192000"/>
              <a:gd name="connsiteY8" fmla="*/ 65326 h 4939827"/>
              <a:gd name="connsiteX9" fmla="*/ 7376078 w 12192000"/>
              <a:gd name="connsiteY9" fmla="*/ 63849 h 4939827"/>
              <a:gd name="connsiteX10" fmla="*/ 7402026 w 12192000"/>
              <a:gd name="connsiteY10" fmla="*/ 60308 h 4939827"/>
              <a:gd name="connsiteX11" fmla="*/ 7415091 w 12192000"/>
              <a:gd name="connsiteY11" fmla="*/ 77403 h 4939827"/>
              <a:gd name="connsiteX12" fmla="*/ 7488682 w 12192000"/>
              <a:gd name="connsiteY12" fmla="*/ 83440 h 4939827"/>
              <a:gd name="connsiteX13" fmla="*/ 7732750 w 12192000"/>
              <a:gd name="connsiteY13" fmla="*/ 145456 h 4939827"/>
              <a:gd name="connsiteX14" fmla="*/ 7785900 w 12192000"/>
              <a:gd name="connsiteY14" fmla="*/ 154493 h 4939827"/>
              <a:gd name="connsiteX15" fmla="*/ 7952584 w 12192000"/>
              <a:gd name="connsiteY15" fmla="*/ 170181 h 4939827"/>
              <a:gd name="connsiteX16" fmla="*/ 8009534 w 12192000"/>
              <a:gd name="connsiteY16" fmla="*/ 176441 h 4939827"/>
              <a:gd name="connsiteX17" fmla="*/ 8058681 w 12192000"/>
              <a:gd name="connsiteY17" fmla="*/ 219431 h 4939827"/>
              <a:gd name="connsiteX18" fmla="*/ 8126175 w 12192000"/>
              <a:gd name="connsiteY18" fmla="*/ 240005 h 4939827"/>
              <a:gd name="connsiteX19" fmla="*/ 8166439 w 12192000"/>
              <a:gd name="connsiteY19" fmla="*/ 252699 h 4939827"/>
              <a:gd name="connsiteX20" fmla="*/ 8281371 w 12192000"/>
              <a:gd name="connsiteY20" fmla="*/ 256875 h 4939827"/>
              <a:gd name="connsiteX21" fmla="*/ 8381609 w 12192000"/>
              <a:gd name="connsiteY21" fmla="*/ 240618 h 4939827"/>
              <a:gd name="connsiteX22" fmla="*/ 8406759 w 12192000"/>
              <a:gd name="connsiteY22" fmla="*/ 232517 h 4939827"/>
              <a:gd name="connsiteX23" fmla="*/ 8426506 w 12192000"/>
              <a:gd name="connsiteY23" fmla="*/ 241842 h 4939827"/>
              <a:gd name="connsiteX24" fmla="*/ 8427949 w 12192000"/>
              <a:gd name="connsiteY24" fmla="*/ 240981 h 4939827"/>
              <a:gd name="connsiteX25" fmla="*/ 8441468 w 12192000"/>
              <a:gd name="connsiteY25" fmla="*/ 241157 h 4939827"/>
              <a:gd name="connsiteX26" fmla="*/ 8565757 w 12192000"/>
              <a:gd name="connsiteY26" fmla="*/ 255317 h 4939827"/>
              <a:gd name="connsiteX27" fmla="*/ 8573171 w 12192000"/>
              <a:gd name="connsiteY27" fmla="*/ 258426 h 4939827"/>
              <a:gd name="connsiteX28" fmla="*/ 8573548 w 12192000"/>
              <a:gd name="connsiteY28" fmla="*/ 258241 h 4939827"/>
              <a:gd name="connsiteX29" fmla="*/ 8581827 w 12192000"/>
              <a:gd name="connsiteY29" fmla="*/ 261028 h 4939827"/>
              <a:gd name="connsiteX30" fmla="*/ 8586687 w 12192000"/>
              <a:gd name="connsiteY30" fmla="*/ 264089 h 4939827"/>
              <a:gd name="connsiteX31" fmla="*/ 8601067 w 12192000"/>
              <a:gd name="connsiteY31" fmla="*/ 270114 h 4939827"/>
              <a:gd name="connsiteX32" fmla="*/ 8672650 w 12192000"/>
              <a:gd name="connsiteY32" fmla="*/ 254821 h 4939827"/>
              <a:gd name="connsiteX33" fmla="*/ 8785543 w 12192000"/>
              <a:gd name="connsiteY33" fmla="*/ 263406 h 4939827"/>
              <a:gd name="connsiteX34" fmla="*/ 8830588 w 12192000"/>
              <a:gd name="connsiteY34" fmla="*/ 265483 h 4939827"/>
              <a:gd name="connsiteX35" fmla="*/ 8905142 w 12192000"/>
              <a:gd name="connsiteY35" fmla="*/ 264958 h 4939827"/>
              <a:gd name="connsiteX36" fmla="*/ 8968582 w 12192000"/>
              <a:gd name="connsiteY36" fmla="*/ 262728 h 4939827"/>
              <a:gd name="connsiteX37" fmla="*/ 8972994 w 12192000"/>
              <a:gd name="connsiteY37" fmla="*/ 263284 h 4939827"/>
              <a:gd name="connsiteX38" fmla="*/ 9004605 w 12192000"/>
              <a:gd name="connsiteY38" fmla="*/ 258041 h 4939827"/>
              <a:gd name="connsiteX39" fmla="*/ 9016165 w 12192000"/>
              <a:gd name="connsiteY39" fmla="*/ 261258 h 4939827"/>
              <a:gd name="connsiteX40" fmla="*/ 9043297 w 12192000"/>
              <a:gd name="connsiteY40" fmla="*/ 281547 h 4939827"/>
              <a:gd name="connsiteX41" fmla="*/ 9048315 w 12192000"/>
              <a:gd name="connsiteY41" fmla="*/ 279264 h 4939827"/>
              <a:gd name="connsiteX42" fmla="*/ 9054706 w 12192000"/>
              <a:gd name="connsiteY42" fmla="*/ 278538 h 4939827"/>
              <a:gd name="connsiteX43" fmla="*/ 9070919 w 12192000"/>
              <a:gd name="connsiteY43" fmla="*/ 281810 h 4939827"/>
              <a:gd name="connsiteX44" fmla="*/ 9076813 w 12192000"/>
              <a:gd name="connsiteY44" fmla="*/ 283909 h 4939827"/>
              <a:gd name="connsiteX45" fmla="*/ 9085871 w 12192000"/>
              <a:gd name="connsiteY45" fmla="*/ 285133 h 4939827"/>
              <a:gd name="connsiteX46" fmla="*/ 9086159 w 12192000"/>
              <a:gd name="connsiteY46" fmla="*/ 284887 h 4939827"/>
              <a:gd name="connsiteX47" fmla="*/ 9134606 w 12192000"/>
              <a:gd name="connsiteY47" fmla="*/ 288168 h 4939827"/>
              <a:gd name="connsiteX48" fmla="*/ 9195590 w 12192000"/>
              <a:gd name="connsiteY48" fmla="*/ 279568 h 4939827"/>
              <a:gd name="connsiteX49" fmla="*/ 9219336 w 12192000"/>
              <a:gd name="connsiteY49" fmla="*/ 278133 h 4939827"/>
              <a:gd name="connsiteX50" fmla="*/ 9232362 w 12192000"/>
              <a:gd name="connsiteY50" fmla="*/ 275894 h 4939827"/>
              <a:gd name="connsiteX51" fmla="*/ 9233396 w 12192000"/>
              <a:gd name="connsiteY51" fmla="*/ 274803 h 4939827"/>
              <a:gd name="connsiteX52" fmla="*/ 9256213 w 12192000"/>
              <a:gd name="connsiteY52" fmla="*/ 281576 h 4939827"/>
              <a:gd name="connsiteX53" fmla="*/ 9371484 w 12192000"/>
              <a:gd name="connsiteY53" fmla="*/ 329634 h 4939827"/>
              <a:gd name="connsiteX54" fmla="*/ 9404829 w 12192000"/>
              <a:gd name="connsiteY54" fmla="*/ 339038 h 4939827"/>
              <a:gd name="connsiteX55" fmla="*/ 9427021 w 12192000"/>
              <a:gd name="connsiteY55" fmla="*/ 358784 h 4939827"/>
              <a:gd name="connsiteX56" fmla="*/ 9670844 w 12192000"/>
              <a:gd name="connsiteY56" fmla="*/ 405128 h 4939827"/>
              <a:gd name="connsiteX57" fmla="*/ 9816083 w 12192000"/>
              <a:gd name="connsiteY57" fmla="*/ 416573 h 4939827"/>
              <a:gd name="connsiteX58" fmla="*/ 9936741 w 12192000"/>
              <a:gd name="connsiteY58" fmla="*/ 437044 h 4939827"/>
              <a:gd name="connsiteX59" fmla="*/ 10050093 w 12192000"/>
              <a:gd name="connsiteY59" fmla="*/ 443783 h 4939827"/>
              <a:gd name="connsiteX60" fmla="*/ 10130090 w 12192000"/>
              <a:gd name="connsiteY60" fmla="*/ 459520 h 4939827"/>
              <a:gd name="connsiteX61" fmla="*/ 10173456 w 12192000"/>
              <a:gd name="connsiteY61" fmla="*/ 457749 h 4939827"/>
              <a:gd name="connsiteX62" fmla="*/ 10218232 w 12192000"/>
              <a:gd name="connsiteY62" fmla="*/ 459820 h 4939827"/>
              <a:gd name="connsiteX63" fmla="*/ 10354176 w 12192000"/>
              <a:gd name="connsiteY63" fmla="*/ 471377 h 4939827"/>
              <a:gd name="connsiteX64" fmla="*/ 10430681 w 12192000"/>
              <a:gd name="connsiteY64" fmla="*/ 481226 h 4939827"/>
              <a:gd name="connsiteX65" fmla="*/ 10478169 w 12192000"/>
              <a:gd name="connsiteY65" fmla="*/ 481774 h 4939827"/>
              <a:gd name="connsiteX66" fmla="*/ 10540907 w 12192000"/>
              <a:gd name="connsiteY66" fmla="*/ 485607 h 4939827"/>
              <a:gd name="connsiteX67" fmla="*/ 10614941 w 12192000"/>
              <a:gd name="connsiteY67" fmla="*/ 487592 h 4939827"/>
              <a:gd name="connsiteX68" fmla="*/ 10674098 w 12192000"/>
              <a:gd name="connsiteY68" fmla="*/ 521656 h 4939827"/>
              <a:gd name="connsiteX69" fmla="*/ 10874834 w 12192000"/>
              <a:gd name="connsiteY69" fmla="*/ 574867 h 4939827"/>
              <a:gd name="connsiteX70" fmla="*/ 10944981 w 12192000"/>
              <a:gd name="connsiteY70" fmla="*/ 615042 h 4939827"/>
              <a:gd name="connsiteX71" fmla="*/ 11006376 w 12192000"/>
              <a:gd name="connsiteY71" fmla="*/ 645957 h 4939827"/>
              <a:gd name="connsiteX72" fmla="*/ 11076308 w 12192000"/>
              <a:gd name="connsiteY72" fmla="*/ 675698 h 4939827"/>
              <a:gd name="connsiteX73" fmla="*/ 11148789 w 12192000"/>
              <a:gd name="connsiteY73" fmla="*/ 685041 h 4939827"/>
              <a:gd name="connsiteX74" fmla="*/ 11249129 w 12192000"/>
              <a:gd name="connsiteY74" fmla="*/ 684218 h 4939827"/>
              <a:gd name="connsiteX75" fmla="*/ 11299915 w 12192000"/>
              <a:gd name="connsiteY75" fmla="*/ 692177 h 4939827"/>
              <a:gd name="connsiteX76" fmla="*/ 11386973 w 12192000"/>
              <a:gd name="connsiteY76" fmla="*/ 708209 h 4939827"/>
              <a:gd name="connsiteX77" fmla="*/ 11500105 w 12192000"/>
              <a:gd name="connsiteY77" fmla="*/ 735014 h 4939827"/>
              <a:gd name="connsiteX78" fmla="*/ 11621735 w 12192000"/>
              <a:gd name="connsiteY78" fmla="*/ 789584 h 4939827"/>
              <a:gd name="connsiteX79" fmla="*/ 11691200 w 12192000"/>
              <a:gd name="connsiteY79" fmla="*/ 867902 h 4939827"/>
              <a:gd name="connsiteX80" fmla="*/ 11819427 w 12192000"/>
              <a:gd name="connsiteY80" fmla="*/ 911634 h 4939827"/>
              <a:gd name="connsiteX81" fmla="*/ 11969720 w 12192000"/>
              <a:gd name="connsiteY81" fmla="*/ 964737 h 4939827"/>
              <a:gd name="connsiteX82" fmla="*/ 12055766 w 12192000"/>
              <a:gd name="connsiteY82" fmla="*/ 991268 h 4939827"/>
              <a:gd name="connsiteX83" fmla="*/ 12171539 w 12192000"/>
              <a:gd name="connsiteY83" fmla="*/ 995427 h 4939827"/>
              <a:gd name="connsiteX84" fmla="*/ 12187831 w 12192000"/>
              <a:gd name="connsiteY84" fmla="*/ 996580 h 4939827"/>
              <a:gd name="connsiteX85" fmla="*/ 12192000 w 12192000"/>
              <a:gd name="connsiteY85" fmla="*/ 996726 h 4939827"/>
              <a:gd name="connsiteX86" fmla="*/ 12192000 w 12192000"/>
              <a:gd name="connsiteY86" fmla="*/ 4939827 h 4939827"/>
              <a:gd name="connsiteX87" fmla="*/ 0 w 12192000"/>
              <a:gd name="connsiteY87" fmla="*/ 4939827 h 4939827"/>
              <a:gd name="connsiteX88" fmla="*/ 0 w 12192000"/>
              <a:gd name="connsiteY88" fmla="*/ 512043 h 4939827"/>
              <a:gd name="connsiteX89" fmla="*/ 7381 w 12192000"/>
              <a:gd name="connsiteY89" fmla="*/ 512580 h 4939827"/>
              <a:gd name="connsiteX90" fmla="*/ 100029 w 12192000"/>
              <a:gd name="connsiteY90" fmla="*/ 504758 h 4939827"/>
              <a:gd name="connsiteX91" fmla="*/ 155244 w 12192000"/>
              <a:gd name="connsiteY91" fmla="*/ 525130 h 4939827"/>
              <a:gd name="connsiteX92" fmla="*/ 254366 w 12192000"/>
              <a:gd name="connsiteY92" fmla="*/ 534449 h 4939827"/>
              <a:gd name="connsiteX93" fmla="*/ 447292 w 12192000"/>
              <a:gd name="connsiteY93" fmla="*/ 542725 h 4939827"/>
              <a:gd name="connsiteX94" fmla="*/ 628105 w 12192000"/>
              <a:gd name="connsiteY94" fmla="*/ 547853 h 4939827"/>
              <a:gd name="connsiteX95" fmla="*/ 783146 w 12192000"/>
              <a:gd name="connsiteY95" fmla="*/ 591799 h 4939827"/>
              <a:gd name="connsiteX96" fmla="*/ 1043676 w 12192000"/>
              <a:gd name="connsiteY96" fmla="*/ 591887 h 4939827"/>
              <a:gd name="connsiteX97" fmla="*/ 1281816 w 12192000"/>
              <a:gd name="connsiteY97" fmla="*/ 520946 h 4939827"/>
              <a:gd name="connsiteX98" fmla="*/ 1486347 w 12192000"/>
              <a:gd name="connsiteY98" fmla="*/ 487310 h 4939827"/>
              <a:gd name="connsiteX99" fmla="*/ 1568079 w 12192000"/>
              <a:gd name="connsiteY99" fmla="*/ 462531 h 4939827"/>
              <a:gd name="connsiteX100" fmla="*/ 1622516 w 12192000"/>
              <a:gd name="connsiteY100" fmla="*/ 466058 h 4939827"/>
              <a:gd name="connsiteX101" fmla="*/ 1655457 w 12192000"/>
              <a:gd name="connsiteY101" fmla="*/ 465359 h 4939827"/>
              <a:gd name="connsiteX102" fmla="*/ 1717454 w 12192000"/>
              <a:gd name="connsiteY102" fmla="*/ 417203 h 4939827"/>
              <a:gd name="connsiteX103" fmla="*/ 1913794 w 12192000"/>
              <a:gd name="connsiteY103" fmla="*/ 365255 h 4939827"/>
              <a:gd name="connsiteX104" fmla="*/ 2129762 w 12192000"/>
              <a:gd name="connsiteY104" fmla="*/ 367832 h 4939827"/>
              <a:gd name="connsiteX105" fmla="*/ 2376970 w 12192000"/>
              <a:gd name="connsiteY105" fmla="*/ 350129 h 4939827"/>
              <a:gd name="connsiteX106" fmla="*/ 2480155 w 12192000"/>
              <a:gd name="connsiteY106" fmla="*/ 359227 h 4939827"/>
              <a:gd name="connsiteX107" fmla="*/ 2586782 w 12192000"/>
              <a:gd name="connsiteY107" fmla="*/ 339352 h 4939827"/>
              <a:gd name="connsiteX108" fmla="*/ 2679617 w 12192000"/>
              <a:gd name="connsiteY108" fmla="*/ 305383 h 4939827"/>
              <a:gd name="connsiteX109" fmla="*/ 2788947 w 12192000"/>
              <a:gd name="connsiteY109" fmla="*/ 250375 h 4939827"/>
              <a:gd name="connsiteX110" fmla="*/ 2965530 w 12192000"/>
              <a:gd name="connsiteY110" fmla="*/ 245958 h 4939827"/>
              <a:gd name="connsiteX111" fmla="*/ 3103677 w 12192000"/>
              <a:gd name="connsiteY111" fmla="*/ 209527 h 4939827"/>
              <a:gd name="connsiteX112" fmla="*/ 3126759 w 12192000"/>
              <a:gd name="connsiteY112" fmla="*/ 211226 h 4939827"/>
              <a:gd name="connsiteX113" fmla="*/ 3164020 w 12192000"/>
              <a:gd name="connsiteY113" fmla="*/ 212779 h 4939827"/>
              <a:gd name="connsiteX114" fmla="*/ 3285019 w 12192000"/>
              <a:gd name="connsiteY114" fmla="*/ 220535 h 4939827"/>
              <a:gd name="connsiteX115" fmla="*/ 3365154 w 12192000"/>
              <a:gd name="connsiteY115" fmla="*/ 226416 h 4939827"/>
              <a:gd name="connsiteX116" fmla="*/ 3367507 w 12192000"/>
              <a:gd name="connsiteY116" fmla="*/ 225416 h 4939827"/>
              <a:gd name="connsiteX117" fmla="*/ 3387567 w 12192000"/>
              <a:gd name="connsiteY117" fmla="*/ 227103 h 4939827"/>
              <a:gd name="connsiteX118" fmla="*/ 3498001 w 12192000"/>
              <a:gd name="connsiteY118" fmla="*/ 231941 h 4939827"/>
              <a:gd name="connsiteX119" fmla="*/ 3561557 w 12192000"/>
              <a:gd name="connsiteY119" fmla="*/ 228095 h 4939827"/>
              <a:gd name="connsiteX120" fmla="*/ 3611920 w 12192000"/>
              <a:gd name="connsiteY120" fmla="*/ 218094 h 4939827"/>
              <a:gd name="connsiteX121" fmla="*/ 3620528 w 12192000"/>
              <a:gd name="connsiteY121" fmla="*/ 218788 h 4939827"/>
              <a:gd name="connsiteX122" fmla="*/ 3620766 w 12192000"/>
              <a:gd name="connsiteY122" fmla="*/ 218511 h 4939827"/>
              <a:gd name="connsiteX123" fmla="*/ 3629977 w 12192000"/>
              <a:gd name="connsiteY123" fmla="*/ 218664 h 4939827"/>
              <a:gd name="connsiteX124" fmla="*/ 3636217 w 12192000"/>
              <a:gd name="connsiteY124" fmla="*/ 220048 h 4939827"/>
              <a:gd name="connsiteX125" fmla="*/ 3709484 w 12192000"/>
              <a:gd name="connsiteY125" fmla="*/ 186927 h 4939827"/>
              <a:gd name="connsiteX126" fmla="*/ 3761342 w 12192000"/>
              <a:gd name="connsiteY126" fmla="*/ 177474 h 4939827"/>
              <a:gd name="connsiteX127" fmla="*/ 3799748 w 12192000"/>
              <a:gd name="connsiteY127" fmla="*/ 167154 h 4939827"/>
              <a:gd name="connsiteX128" fmla="*/ 3922756 w 12192000"/>
              <a:gd name="connsiteY128" fmla="*/ 194044 h 4939827"/>
              <a:gd name="connsiteX129" fmla="*/ 4028476 w 12192000"/>
              <a:gd name="connsiteY129" fmla="*/ 223679 h 4939827"/>
              <a:gd name="connsiteX130" fmla="*/ 4191582 w 12192000"/>
              <a:gd name="connsiteY130" fmla="*/ 238952 h 4939827"/>
              <a:gd name="connsiteX131" fmla="*/ 4251024 w 12192000"/>
              <a:gd name="connsiteY131" fmla="*/ 240874 h 4939827"/>
              <a:gd name="connsiteX132" fmla="*/ 4355275 w 12192000"/>
              <a:gd name="connsiteY132" fmla="*/ 260205 h 4939827"/>
              <a:gd name="connsiteX133" fmla="*/ 4423807 w 12192000"/>
              <a:gd name="connsiteY133" fmla="*/ 270366 h 4939827"/>
              <a:gd name="connsiteX134" fmla="*/ 4558432 w 12192000"/>
              <a:gd name="connsiteY134" fmla="*/ 269194 h 4939827"/>
              <a:gd name="connsiteX135" fmla="*/ 4635061 w 12192000"/>
              <a:gd name="connsiteY135" fmla="*/ 280682 h 4939827"/>
              <a:gd name="connsiteX136" fmla="*/ 4807427 w 12192000"/>
              <a:gd name="connsiteY136" fmla="*/ 276835 h 4939827"/>
              <a:gd name="connsiteX137" fmla="*/ 5028933 w 12192000"/>
              <a:gd name="connsiteY137" fmla="*/ 183887 h 4939827"/>
              <a:gd name="connsiteX138" fmla="*/ 5093642 w 12192000"/>
              <a:gd name="connsiteY138" fmla="*/ 177214 h 4939827"/>
              <a:gd name="connsiteX139" fmla="*/ 5102642 w 12192000"/>
              <a:gd name="connsiteY139" fmla="*/ 186816 h 4939827"/>
              <a:gd name="connsiteX140" fmla="*/ 5193590 w 12192000"/>
              <a:gd name="connsiteY140" fmla="*/ 156458 h 4939827"/>
              <a:gd name="connsiteX141" fmla="*/ 5323922 w 12192000"/>
              <a:gd name="connsiteY141" fmla="*/ 146332 h 4939827"/>
              <a:gd name="connsiteX142" fmla="*/ 5421860 w 12192000"/>
              <a:gd name="connsiteY142" fmla="*/ 167298 h 4939827"/>
              <a:gd name="connsiteX143" fmla="*/ 5476948 w 12192000"/>
              <a:gd name="connsiteY143" fmla="*/ 173249 h 4939827"/>
              <a:gd name="connsiteX144" fmla="*/ 5516842 w 12192000"/>
              <a:gd name="connsiteY144" fmla="*/ 184018 h 4939827"/>
              <a:gd name="connsiteX145" fmla="*/ 5619415 w 12192000"/>
              <a:gd name="connsiteY145" fmla="*/ 176781 h 4939827"/>
              <a:gd name="connsiteX146" fmla="*/ 5789867 w 12192000"/>
              <a:gd name="connsiteY146" fmla="*/ 150304 h 4939827"/>
              <a:gd name="connsiteX147" fmla="*/ 5825953 w 12192000"/>
              <a:gd name="connsiteY147" fmla="*/ 147907 h 4939827"/>
              <a:gd name="connsiteX148" fmla="*/ 5856168 w 12192000"/>
              <a:gd name="connsiteY148" fmla="*/ 158719 h 4939827"/>
              <a:gd name="connsiteX149" fmla="*/ 5862476 w 12192000"/>
              <a:gd name="connsiteY149" fmla="*/ 172447 h 4939827"/>
              <a:gd name="connsiteX150" fmla="*/ 5882195 w 12192000"/>
              <a:gd name="connsiteY150" fmla="*/ 173195 h 4939827"/>
              <a:gd name="connsiteX151" fmla="*/ 5887271 w 12192000"/>
              <a:gd name="connsiteY151" fmla="*/ 176084 h 4939827"/>
              <a:gd name="connsiteX152" fmla="*/ 5921577 w 12192000"/>
              <a:gd name="connsiteY152" fmla="*/ 169858 h 4939827"/>
              <a:gd name="connsiteX153" fmla="*/ 5983240 w 12192000"/>
              <a:gd name="connsiteY153" fmla="*/ 152755 h 4939827"/>
              <a:gd name="connsiteX154" fmla="*/ 6152287 w 12192000"/>
              <a:gd name="connsiteY154" fmla="*/ 116736 h 4939827"/>
              <a:gd name="connsiteX155" fmla="*/ 6415830 w 12192000"/>
              <a:gd name="connsiteY155" fmla="*/ 136006 h 4939827"/>
              <a:gd name="connsiteX156" fmla="*/ 6756965 w 12192000"/>
              <a:gd name="connsiteY156" fmla="*/ 57636 h 4939827"/>
              <a:gd name="connsiteX157" fmla="*/ 6819400 w 12192000"/>
              <a:gd name="connsiteY157" fmla="*/ 30742 h 4939827"/>
              <a:gd name="connsiteX158" fmla="*/ 6986370 w 12192000"/>
              <a:gd name="connsiteY158" fmla="*/ 12659 h 4939827"/>
              <a:gd name="connsiteX159" fmla="*/ 6989536 w 12192000"/>
              <a:gd name="connsiteY159" fmla="*/ 14528 h 4939827"/>
              <a:gd name="connsiteX160" fmla="*/ 7015933 w 12192000"/>
              <a:gd name="connsiteY160" fmla="*/ 9653 h 4939827"/>
              <a:gd name="connsiteX161" fmla="*/ 7020592 w 12192000"/>
              <a:gd name="connsiteY161" fmla="*/ 1651 h 4939827"/>
              <a:gd name="connsiteX162" fmla="*/ 7025905 w 12192000"/>
              <a:gd name="connsiteY162" fmla="*/ 0 h 4939827"/>
              <a:gd name="connsiteX0" fmla="*/ 7025905 w 12192000"/>
              <a:gd name="connsiteY0" fmla="*/ 0 h 4939827"/>
              <a:gd name="connsiteX1" fmla="*/ 7032579 w 12192000"/>
              <a:gd name="connsiteY1" fmla="*/ 2808 h 4939827"/>
              <a:gd name="connsiteX2" fmla="*/ 7079505 w 12192000"/>
              <a:gd name="connsiteY2" fmla="*/ 12971 h 4939827"/>
              <a:gd name="connsiteX3" fmla="*/ 7158791 w 12192000"/>
              <a:gd name="connsiteY3" fmla="*/ 12462 h 4939827"/>
              <a:gd name="connsiteX4" fmla="*/ 7233338 w 12192000"/>
              <a:gd name="connsiteY4" fmla="*/ 24846 h 4939827"/>
              <a:gd name="connsiteX5" fmla="*/ 7259791 w 12192000"/>
              <a:gd name="connsiteY5" fmla="*/ 29557 h 4939827"/>
              <a:gd name="connsiteX6" fmla="*/ 7263923 w 12192000"/>
              <a:gd name="connsiteY6" fmla="*/ 35029 h 4939827"/>
              <a:gd name="connsiteX7" fmla="*/ 7281549 w 12192000"/>
              <a:gd name="connsiteY7" fmla="*/ 39654 h 4939827"/>
              <a:gd name="connsiteX8" fmla="*/ 7374735 w 12192000"/>
              <a:gd name="connsiteY8" fmla="*/ 65326 h 4939827"/>
              <a:gd name="connsiteX9" fmla="*/ 7376078 w 12192000"/>
              <a:gd name="connsiteY9" fmla="*/ 63849 h 4939827"/>
              <a:gd name="connsiteX10" fmla="*/ 7402026 w 12192000"/>
              <a:gd name="connsiteY10" fmla="*/ 60308 h 4939827"/>
              <a:gd name="connsiteX11" fmla="*/ 7415091 w 12192000"/>
              <a:gd name="connsiteY11" fmla="*/ 77403 h 4939827"/>
              <a:gd name="connsiteX12" fmla="*/ 7488682 w 12192000"/>
              <a:gd name="connsiteY12" fmla="*/ 83440 h 4939827"/>
              <a:gd name="connsiteX13" fmla="*/ 7732750 w 12192000"/>
              <a:gd name="connsiteY13" fmla="*/ 145456 h 4939827"/>
              <a:gd name="connsiteX14" fmla="*/ 7785900 w 12192000"/>
              <a:gd name="connsiteY14" fmla="*/ 154493 h 4939827"/>
              <a:gd name="connsiteX15" fmla="*/ 7952584 w 12192000"/>
              <a:gd name="connsiteY15" fmla="*/ 170181 h 4939827"/>
              <a:gd name="connsiteX16" fmla="*/ 8009534 w 12192000"/>
              <a:gd name="connsiteY16" fmla="*/ 176441 h 4939827"/>
              <a:gd name="connsiteX17" fmla="*/ 8058681 w 12192000"/>
              <a:gd name="connsiteY17" fmla="*/ 219431 h 4939827"/>
              <a:gd name="connsiteX18" fmla="*/ 8126175 w 12192000"/>
              <a:gd name="connsiteY18" fmla="*/ 240005 h 4939827"/>
              <a:gd name="connsiteX19" fmla="*/ 8166439 w 12192000"/>
              <a:gd name="connsiteY19" fmla="*/ 252699 h 4939827"/>
              <a:gd name="connsiteX20" fmla="*/ 8281371 w 12192000"/>
              <a:gd name="connsiteY20" fmla="*/ 256875 h 4939827"/>
              <a:gd name="connsiteX21" fmla="*/ 8381609 w 12192000"/>
              <a:gd name="connsiteY21" fmla="*/ 240618 h 4939827"/>
              <a:gd name="connsiteX22" fmla="*/ 8406759 w 12192000"/>
              <a:gd name="connsiteY22" fmla="*/ 232517 h 4939827"/>
              <a:gd name="connsiteX23" fmla="*/ 8426506 w 12192000"/>
              <a:gd name="connsiteY23" fmla="*/ 241842 h 4939827"/>
              <a:gd name="connsiteX24" fmla="*/ 8427949 w 12192000"/>
              <a:gd name="connsiteY24" fmla="*/ 240981 h 4939827"/>
              <a:gd name="connsiteX25" fmla="*/ 8441468 w 12192000"/>
              <a:gd name="connsiteY25" fmla="*/ 241157 h 4939827"/>
              <a:gd name="connsiteX26" fmla="*/ 8565757 w 12192000"/>
              <a:gd name="connsiteY26" fmla="*/ 255317 h 4939827"/>
              <a:gd name="connsiteX27" fmla="*/ 8573171 w 12192000"/>
              <a:gd name="connsiteY27" fmla="*/ 258426 h 4939827"/>
              <a:gd name="connsiteX28" fmla="*/ 8573548 w 12192000"/>
              <a:gd name="connsiteY28" fmla="*/ 258241 h 4939827"/>
              <a:gd name="connsiteX29" fmla="*/ 8581827 w 12192000"/>
              <a:gd name="connsiteY29" fmla="*/ 261028 h 4939827"/>
              <a:gd name="connsiteX30" fmla="*/ 8586687 w 12192000"/>
              <a:gd name="connsiteY30" fmla="*/ 264089 h 4939827"/>
              <a:gd name="connsiteX31" fmla="*/ 8601067 w 12192000"/>
              <a:gd name="connsiteY31" fmla="*/ 270114 h 4939827"/>
              <a:gd name="connsiteX32" fmla="*/ 8672650 w 12192000"/>
              <a:gd name="connsiteY32" fmla="*/ 254821 h 4939827"/>
              <a:gd name="connsiteX33" fmla="*/ 8785543 w 12192000"/>
              <a:gd name="connsiteY33" fmla="*/ 263406 h 4939827"/>
              <a:gd name="connsiteX34" fmla="*/ 8830588 w 12192000"/>
              <a:gd name="connsiteY34" fmla="*/ 265483 h 4939827"/>
              <a:gd name="connsiteX35" fmla="*/ 8905142 w 12192000"/>
              <a:gd name="connsiteY35" fmla="*/ 264958 h 4939827"/>
              <a:gd name="connsiteX36" fmla="*/ 8968582 w 12192000"/>
              <a:gd name="connsiteY36" fmla="*/ 262728 h 4939827"/>
              <a:gd name="connsiteX37" fmla="*/ 8972994 w 12192000"/>
              <a:gd name="connsiteY37" fmla="*/ 263284 h 4939827"/>
              <a:gd name="connsiteX38" fmla="*/ 9004605 w 12192000"/>
              <a:gd name="connsiteY38" fmla="*/ 258041 h 4939827"/>
              <a:gd name="connsiteX39" fmla="*/ 9016165 w 12192000"/>
              <a:gd name="connsiteY39" fmla="*/ 261258 h 4939827"/>
              <a:gd name="connsiteX40" fmla="*/ 9043297 w 12192000"/>
              <a:gd name="connsiteY40" fmla="*/ 281547 h 4939827"/>
              <a:gd name="connsiteX41" fmla="*/ 9048315 w 12192000"/>
              <a:gd name="connsiteY41" fmla="*/ 279264 h 4939827"/>
              <a:gd name="connsiteX42" fmla="*/ 9054706 w 12192000"/>
              <a:gd name="connsiteY42" fmla="*/ 278538 h 4939827"/>
              <a:gd name="connsiteX43" fmla="*/ 9070919 w 12192000"/>
              <a:gd name="connsiteY43" fmla="*/ 281810 h 4939827"/>
              <a:gd name="connsiteX44" fmla="*/ 9076813 w 12192000"/>
              <a:gd name="connsiteY44" fmla="*/ 283909 h 4939827"/>
              <a:gd name="connsiteX45" fmla="*/ 9085871 w 12192000"/>
              <a:gd name="connsiteY45" fmla="*/ 285133 h 4939827"/>
              <a:gd name="connsiteX46" fmla="*/ 9086159 w 12192000"/>
              <a:gd name="connsiteY46" fmla="*/ 284887 h 4939827"/>
              <a:gd name="connsiteX47" fmla="*/ 9134606 w 12192000"/>
              <a:gd name="connsiteY47" fmla="*/ 288168 h 4939827"/>
              <a:gd name="connsiteX48" fmla="*/ 9195590 w 12192000"/>
              <a:gd name="connsiteY48" fmla="*/ 279568 h 4939827"/>
              <a:gd name="connsiteX49" fmla="*/ 9219336 w 12192000"/>
              <a:gd name="connsiteY49" fmla="*/ 278133 h 4939827"/>
              <a:gd name="connsiteX50" fmla="*/ 9232362 w 12192000"/>
              <a:gd name="connsiteY50" fmla="*/ 275894 h 4939827"/>
              <a:gd name="connsiteX51" fmla="*/ 9233396 w 12192000"/>
              <a:gd name="connsiteY51" fmla="*/ 274803 h 4939827"/>
              <a:gd name="connsiteX52" fmla="*/ 9256213 w 12192000"/>
              <a:gd name="connsiteY52" fmla="*/ 281576 h 4939827"/>
              <a:gd name="connsiteX53" fmla="*/ 9371484 w 12192000"/>
              <a:gd name="connsiteY53" fmla="*/ 329634 h 4939827"/>
              <a:gd name="connsiteX54" fmla="*/ 9404829 w 12192000"/>
              <a:gd name="connsiteY54" fmla="*/ 339038 h 4939827"/>
              <a:gd name="connsiteX55" fmla="*/ 9427021 w 12192000"/>
              <a:gd name="connsiteY55" fmla="*/ 358784 h 4939827"/>
              <a:gd name="connsiteX56" fmla="*/ 9670844 w 12192000"/>
              <a:gd name="connsiteY56" fmla="*/ 405128 h 4939827"/>
              <a:gd name="connsiteX57" fmla="*/ 9816083 w 12192000"/>
              <a:gd name="connsiteY57" fmla="*/ 416573 h 4939827"/>
              <a:gd name="connsiteX58" fmla="*/ 9936741 w 12192000"/>
              <a:gd name="connsiteY58" fmla="*/ 437044 h 4939827"/>
              <a:gd name="connsiteX59" fmla="*/ 10050093 w 12192000"/>
              <a:gd name="connsiteY59" fmla="*/ 443783 h 4939827"/>
              <a:gd name="connsiteX60" fmla="*/ 10130090 w 12192000"/>
              <a:gd name="connsiteY60" fmla="*/ 459520 h 4939827"/>
              <a:gd name="connsiteX61" fmla="*/ 10173456 w 12192000"/>
              <a:gd name="connsiteY61" fmla="*/ 457749 h 4939827"/>
              <a:gd name="connsiteX62" fmla="*/ 10218232 w 12192000"/>
              <a:gd name="connsiteY62" fmla="*/ 459820 h 4939827"/>
              <a:gd name="connsiteX63" fmla="*/ 10354176 w 12192000"/>
              <a:gd name="connsiteY63" fmla="*/ 471377 h 4939827"/>
              <a:gd name="connsiteX64" fmla="*/ 10430681 w 12192000"/>
              <a:gd name="connsiteY64" fmla="*/ 481226 h 4939827"/>
              <a:gd name="connsiteX65" fmla="*/ 10478169 w 12192000"/>
              <a:gd name="connsiteY65" fmla="*/ 481774 h 4939827"/>
              <a:gd name="connsiteX66" fmla="*/ 10540907 w 12192000"/>
              <a:gd name="connsiteY66" fmla="*/ 485607 h 4939827"/>
              <a:gd name="connsiteX67" fmla="*/ 10614941 w 12192000"/>
              <a:gd name="connsiteY67" fmla="*/ 487592 h 4939827"/>
              <a:gd name="connsiteX68" fmla="*/ 10674098 w 12192000"/>
              <a:gd name="connsiteY68" fmla="*/ 521656 h 4939827"/>
              <a:gd name="connsiteX69" fmla="*/ 10874834 w 12192000"/>
              <a:gd name="connsiteY69" fmla="*/ 574867 h 4939827"/>
              <a:gd name="connsiteX70" fmla="*/ 10944981 w 12192000"/>
              <a:gd name="connsiteY70" fmla="*/ 615042 h 4939827"/>
              <a:gd name="connsiteX71" fmla="*/ 11006376 w 12192000"/>
              <a:gd name="connsiteY71" fmla="*/ 645957 h 4939827"/>
              <a:gd name="connsiteX72" fmla="*/ 11076308 w 12192000"/>
              <a:gd name="connsiteY72" fmla="*/ 675698 h 4939827"/>
              <a:gd name="connsiteX73" fmla="*/ 11148789 w 12192000"/>
              <a:gd name="connsiteY73" fmla="*/ 685041 h 4939827"/>
              <a:gd name="connsiteX74" fmla="*/ 11249129 w 12192000"/>
              <a:gd name="connsiteY74" fmla="*/ 684218 h 4939827"/>
              <a:gd name="connsiteX75" fmla="*/ 11299915 w 12192000"/>
              <a:gd name="connsiteY75" fmla="*/ 692177 h 4939827"/>
              <a:gd name="connsiteX76" fmla="*/ 11386973 w 12192000"/>
              <a:gd name="connsiteY76" fmla="*/ 708209 h 4939827"/>
              <a:gd name="connsiteX77" fmla="*/ 11500105 w 12192000"/>
              <a:gd name="connsiteY77" fmla="*/ 735014 h 4939827"/>
              <a:gd name="connsiteX78" fmla="*/ 11621735 w 12192000"/>
              <a:gd name="connsiteY78" fmla="*/ 789584 h 4939827"/>
              <a:gd name="connsiteX79" fmla="*/ 11691200 w 12192000"/>
              <a:gd name="connsiteY79" fmla="*/ 867902 h 4939827"/>
              <a:gd name="connsiteX80" fmla="*/ 11819427 w 12192000"/>
              <a:gd name="connsiteY80" fmla="*/ 911634 h 4939827"/>
              <a:gd name="connsiteX81" fmla="*/ 11969720 w 12192000"/>
              <a:gd name="connsiteY81" fmla="*/ 964737 h 4939827"/>
              <a:gd name="connsiteX82" fmla="*/ 12055766 w 12192000"/>
              <a:gd name="connsiteY82" fmla="*/ 991268 h 4939827"/>
              <a:gd name="connsiteX83" fmla="*/ 12171539 w 12192000"/>
              <a:gd name="connsiteY83" fmla="*/ 995427 h 4939827"/>
              <a:gd name="connsiteX84" fmla="*/ 12187831 w 12192000"/>
              <a:gd name="connsiteY84" fmla="*/ 996580 h 4939827"/>
              <a:gd name="connsiteX85" fmla="*/ 12192000 w 12192000"/>
              <a:gd name="connsiteY85" fmla="*/ 996726 h 4939827"/>
              <a:gd name="connsiteX86" fmla="*/ 12192000 w 12192000"/>
              <a:gd name="connsiteY86" fmla="*/ 4939827 h 4939827"/>
              <a:gd name="connsiteX87" fmla="*/ 0 w 12192000"/>
              <a:gd name="connsiteY87" fmla="*/ 4939827 h 4939827"/>
              <a:gd name="connsiteX88" fmla="*/ 0 w 12192000"/>
              <a:gd name="connsiteY88" fmla="*/ 512043 h 4939827"/>
              <a:gd name="connsiteX89" fmla="*/ 7381 w 12192000"/>
              <a:gd name="connsiteY89" fmla="*/ 512580 h 4939827"/>
              <a:gd name="connsiteX90" fmla="*/ 100029 w 12192000"/>
              <a:gd name="connsiteY90" fmla="*/ 504758 h 4939827"/>
              <a:gd name="connsiteX91" fmla="*/ 155244 w 12192000"/>
              <a:gd name="connsiteY91" fmla="*/ 525130 h 4939827"/>
              <a:gd name="connsiteX92" fmla="*/ 254366 w 12192000"/>
              <a:gd name="connsiteY92" fmla="*/ 534449 h 4939827"/>
              <a:gd name="connsiteX93" fmla="*/ 447292 w 12192000"/>
              <a:gd name="connsiteY93" fmla="*/ 542725 h 4939827"/>
              <a:gd name="connsiteX94" fmla="*/ 628105 w 12192000"/>
              <a:gd name="connsiteY94" fmla="*/ 547853 h 4939827"/>
              <a:gd name="connsiteX95" fmla="*/ 783146 w 12192000"/>
              <a:gd name="connsiteY95" fmla="*/ 591799 h 4939827"/>
              <a:gd name="connsiteX96" fmla="*/ 1043676 w 12192000"/>
              <a:gd name="connsiteY96" fmla="*/ 591887 h 4939827"/>
              <a:gd name="connsiteX97" fmla="*/ 1281816 w 12192000"/>
              <a:gd name="connsiteY97" fmla="*/ 520946 h 4939827"/>
              <a:gd name="connsiteX98" fmla="*/ 1486347 w 12192000"/>
              <a:gd name="connsiteY98" fmla="*/ 487310 h 4939827"/>
              <a:gd name="connsiteX99" fmla="*/ 1568079 w 12192000"/>
              <a:gd name="connsiteY99" fmla="*/ 462531 h 4939827"/>
              <a:gd name="connsiteX100" fmla="*/ 1622516 w 12192000"/>
              <a:gd name="connsiteY100" fmla="*/ 466058 h 4939827"/>
              <a:gd name="connsiteX101" fmla="*/ 1655457 w 12192000"/>
              <a:gd name="connsiteY101" fmla="*/ 465359 h 4939827"/>
              <a:gd name="connsiteX102" fmla="*/ 1717454 w 12192000"/>
              <a:gd name="connsiteY102" fmla="*/ 417203 h 4939827"/>
              <a:gd name="connsiteX103" fmla="*/ 1913794 w 12192000"/>
              <a:gd name="connsiteY103" fmla="*/ 365255 h 4939827"/>
              <a:gd name="connsiteX104" fmla="*/ 2129762 w 12192000"/>
              <a:gd name="connsiteY104" fmla="*/ 367832 h 4939827"/>
              <a:gd name="connsiteX105" fmla="*/ 2376970 w 12192000"/>
              <a:gd name="connsiteY105" fmla="*/ 350129 h 4939827"/>
              <a:gd name="connsiteX106" fmla="*/ 2480155 w 12192000"/>
              <a:gd name="connsiteY106" fmla="*/ 359227 h 4939827"/>
              <a:gd name="connsiteX107" fmla="*/ 2586782 w 12192000"/>
              <a:gd name="connsiteY107" fmla="*/ 339352 h 4939827"/>
              <a:gd name="connsiteX108" fmla="*/ 2679617 w 12192000"/>
              <a:gd name="connsiteY108" fmla="*/ 305383 h 4939827"/>
              <a:gd name="connsiteX109" fmla="*/ 2788947 w 12192000"/>
              <a:gd name="connsiteY109" fmla="*/ 250375 h 4939827"/>
              <a:gd name="connsiteX110" fmla="*/ 2965530 w 12192000"/>
              <a:gd name="connsiteY110" fmla="*/ 245958 h 4939827"/>
              <a:gd name="connsiteX111" fmla="*/ 3103677 w 12192000"/>
              <a:gd name="connsiteY111" fmla="*/ 209527 h 4939827"/>
              <a:gd name="connsiteX112" fmla="*/ 3126759 w 12192000"/>
              <a:gd name="connsiteY112" fmla="*/ 211226 h 4939827"/>
              <a:gd name="connsiteX113" fmla="*/ 3164020 w 12192000"/>
              <a:gd name="connsiteY113" fmla="*/ 212779 h 4939827"/>
              <a:gd name="connsiteX114" fmla="*/ 3285019 w 12192000"/>
              <a:gd name="connsiteY114" fmla="*/ 220535 h 4939827"/>
              <a:gd name="connsiteX115" fmla="*/ 3365154 w 12192000"/>
              <a:gd name="connsiteY115" fmla="*/ 226416 h 4939827"/>
              <a:gd name="connsiteX116" fmla="*/ 3367507 w 12192000"/>
              <a:gd name="connsiteY116" fmla="*/ 225416 h 4939827"/>
              <a:gd name="connsiteX117" fmla="*/ 3387567 w 12192000"/>
              <a:gd name="connsiteY117" fmla="*/ 227103 h 4939827"/>
              <a:gd name="connsiteX118" fmla="*/ 3498001 w 12192000"/>
              <a:gd name="connsiteY118" fmla="*/ 231941 h 4939827"/>
              <a:gd name="connsiteX119" fmla="*/ 3561557 w 12192000"/>
              <a:gd name="connsiteY119" fmla="*/ 228095 h 4939827"/>
              <a:gd name="connsiteX120" fmla="*/ 3611920 w 12192000"/>
              <a:gd name="connsiteY120" fmla="*/ 218094 h 4939827"/>
              <a:gd name="connsiteX121" fmla="*/ 3620528 w 12192000"/>
              <a:gd name="connsiteY121" fmla="*/ 218788 h 4939827"/>
              <a:gd name="connsiteX122" fmla="*/ 3620766 w 12192000"/>
              <a:gd name="connsiteY122" fmla="*/ 218511 h 4939827"/>
              <a:gd name="connsiteX123" fmla="*/ 3629977 w 12192000"/>
              <a:gd name="connsiteY123" fmla="*/ 218664 h 4939827"/>
              <a:gd name="connsiteX124" fmla="*/ 3636217 w 12192000"/>
              <a:gd name="connsiteY124" fmla="*/ 220048 h 4939827"/>
              <a:gd name="connsiteX125" fmla="*/ 3709484 w 12192000"/>
              <a:gd name="connsiteY125" fmla="*/ 186927 h 4939827"/>
              <a:gd name="connsiteX126" fmla="*/ 3761342 w 12192000"/>
              <a:gd name="connsiteY126" fmla="*/ 177474 h 4939827"/>
              <a:gd name="connsiteX127" fmla="*/ 3799748 w 12192000"/>
              <a:gd name="connsiteY127" fmla="*/ 167154 h 4939827"/>
              <a:gd name="connsiteX128" fmla="*/ 3922756 w 12192000"/>
              <a:gd name="connsiteY128" fmla="*/ 194044 h 4939827"/>
              <a:gd name="connsiteX129" fmla="*/ 4028476 w 12192000"/>
              <a:gd name="connsiteY129" fmla="*/ 223679 h 4939827"/>
              <a:gd name="connsiteX130" fmla="*/ 4191582 w 12192000"/>
              <a:gd name="connsiteY130" fmla="*/ 238952 h 4939827"/>
              <a:gd name="connsiteX131" fmla="*/ 4251024 w 12192000"/>
              <a:gd name="connsiteY131" fmla="*/ 240874 h 4939827"/>
              <a:gd name="connsiteX132" fmla="*/ 4355275 w 12192000"/>
              <a:gd name="connsiteY132" fmla="*/ 260205 h 4939827"/>
              <a:gd name="connsiteX133" fmla="*/ 4423807 w 12192000"/>
              <a:gd name="connsiteY133" fmla="*/ 270366 h 4939827"/>
              <a:gd name="connsiteX134" fmla="*/ 4558432 w 12192000"/>
              <a:gd name="connsiteY134" fmla="*/ 269194 h 4939827"/>
              <a:gd name="connsiteX135" fmla="*/ 4635061 w 12192000"/>
              <a:gd name="connsiteY135" fmla="*/ 280682 h 4939827"/>
              <a:gd name="connsiteX136" fmla="*/ 4807427 w 12192000"/>
              <a:gd name="connsiteY136" fmla="*/ 276835 h 4939827"/>
              <a:gd name="connsiteX137" fmla="*/ 5028933 w 12192000"/>
              <a:gd name="connsiteY137" fmla="*/ 183887 h 4939827"/>
              <a:gd name="connsiteX138" fmla="*/ 5093642 w 12192000"/>
              <a:gd name="connsiteY138" fmla="*/ 177214 h 4939827"/>
              <a:gd name="connsiteX139" fmla="*/ 5102642 w 12192000"/>
              <a:gd name="connsiteY139" fmla="*/ 186816 h 4939827"/>
              <a:gd name="connsiteX140" fmla="*/ 5193590 w 12192000"/>
              <a:gd name="connsiteY140" fmla="*/ 156458 h 4939827"/>
              <a:gd name="connsiteX141" fmla="*/ 5323922 w 12192000"/>
              <a:gd name="connsiteY141" fmla="*/ 146332 h 4939827"/>
              <a:gd name="connsiteX142" fmla="*/ 5421860 w 12192000"/>
              <a:gd name="connsiteY142" fmla="*/ 167298 h 4939827"/>
              <a:gd name="connsiteX143" fmla="*/ 5476948 w 12192000"/>
              <a:gd name="connsiteY143" fmla="*/ 173249 h 4939827"/>
              <a:gd name="connsiteX144" fmla="*/ 5516842 w 12192000"/>
              <a:gd name="connsiteY144" fmla="*/ 184018 h 4939827"/>
              <a:gd name="connsiteX145" fmla="*/ 5619415 w 12192000"/>
              <a:gd name="connsiteY145" fmla="*/ 176781 h 4939827"/>
              <a:gd name="connsiteX146" fmla="*/ 5789867 w 12192000"/>
              <a:gd name="connsiteY146" fmla="*/ 150304 h 4939827"/>
              <a:gd name="connsiteX147" fmla="*/ 5825953 w 12192000"/>
              <a:gd name="connsiteY147" fmla="*/ 147907 h 4939827"/>
              <a:gd name="connsiteX148" fmla="*/ 5856168 w 12192000"/>
              <a:gd name="connsiteY148" fmla="*/ 158719 h 4939827"/>
              <a:gd name="connsiteX149" fmla="*/ 5862476 w 12192000"/>
              <a:gd name="connsiteY149" fmla="*/ 172447 h 4939827"/>
              <a:gd name="connsiteX150" fmla="*/ 5882195 w 12192000"/>
              <a:gd name="connsiteY150" fmla="*/ 173195 h 4939827"/>
              <a:gd name="connsiteX151" fmla="*/ 5887271 w 12192000"/>
              <a:gd name="connsiteY151" fmla="*/ 176084 h 4939827"/>
              <a:gd name="connsiteX152" fmla="*/ 5921577 w 12192000"/>
              <a:gd name="connsiteY152" fmla="*/ 169858 h 4939827"/>
              <a:gd name="connsiteX153" fmla="*/ 5983240 w 12192000"/>
              <a:gd name="connsiteY153" fmla="*/ 152755 h 4939827"/>
              <a:gd name="connsiteX154" fmla="*/ 6415830 w 12192000"/>
              <a:gd name="connsiteY154" fmla="*/ 136006 h 4939827"/>
              <a:gd name="connsiteX155" fmla="*/ 6756965 w 12192000"/>
              <a:gd name="connsiteY155" fmla="*/ 57636 h 4939827"/>
              <a:gd name="connsiteX156" fmla="*/ 6819400 w 12192000"/>
              <a:gd name="connsiteY156" fmla="*/ 30742 h 4939827"/>
              <a:gd name="connsiteX157" fmla="*/ 6986370 w 12192000"/>
              <a:gd name="connsiteY157" fmla="*/ 12659 h 4939827"/>
              <a:gd name="connsiteX158" fmla="*/ 6989536 w 12192000"/>
              <a:gd name="connsiteY158" fmla="*/ 14528 h 4939827"/>
              <a:gd name="connsiteX159" fmla="*/ 7015933 w 12192000"/>
              <a:gd name="connsiteY159" fmla="*/ 9653 h 4939827"/>
              <a:gd name="connsiteX160" fmla="*/ 7020592 w 12192000"/>
              <a:gd name="connsiteY160" fmla="*/ 1651 h 4939827"/>
              <a:gd name="connsiteX161" fmla="*/ 7025905 w 12192000"/>
              <a:gd name="connsiteY161" fmla="*/ 0 h 4939827"/>
              <a:gd name="connsiteX0" fmla="*/ 7025905 w 12192000"/>
              <a:gd name="connsiteY0" fmla="*/ 0 h 4939827"/>
              <a:gd name="connsiteX1" fmla="*/ 7032579 w 12192000"/>
              <a:gd name="connsiteY1" fmla="*/ 2808 h 4939827"/>
              <a:gd name="connsiteX2" fmla="*/ 7079505 w 12192000"/>
              <a:gd name="connsiteY2" fmla="*/ 12971 h 4939827"/>
              <a:gd name="connsiteX3" fmla="*/ 7158791 w 12192000"/>
              <a:gd name="connsiteY3" fmla="*/ 12462 h 4939827"/>
              <a:gd name="connsiteX4" fmla="*/ 7233338 w 12192000"/>
              <a:gd name="connsiteY4" fmla="*/ 24846 h 4939827"/>
              <a:gd name="connsiteX5" fmla="*/ 7259791 w 12192000"/>
              <a:gd name="connsiteY5" fmla="*/ 29557 h 4939827"/>
              <a:gd name="connsiteX6" fmla="*/ 7263923 w 12192000"/>
              <a:gd name="connsiteY6" fmla="*/ 35029 h 4939827"/>
              <a:gd name="connsiteX7" fmla="*/ 7281549 w 12192000"/>
              <a:gd name="connsiteY7" fmla="*/ 39654 h 4939827"/>
              <a:gd name="connsiteX8" fmla="*/ 7374735 w 12192000"/>
              <a:gd name="connsiteY8" fmla="*/ 65326 h 4939827"/>
              <a:gd name="connsiteX9" fmla="*/ 7376078 w 12192000"/>
              <a:gd name="connsiteY9" fmla="*/ 63849 h 4939827"/>
              <a:gd name="connsiteX10" fmla="*/ 7402026 w 12192000"/>
              <a:gd name="connsiteY10" fmla="*/ 60308 h 4939827"/>
              <a:gd name="connsiteX11" fmla="*/ 7415091 w 12192000"/>
              <a:gd name="connsiteY11" fmla="*/ 77403 h 4939827"/>
              <a:gd name="connsiteX12" fmla="*/ 7488682 w 12192000"/>
              <a:gd name="connsiteY12" fmla="*/ 83440 h 4939827"/>
              <a:gd name="connsiteX13" fmla="*/ 7732750 w 12192000"/>
              <a:gd name="connsiteY13" fmla="*/ 145456 h 4939827"/>
              <a:gd name="connsiteX14" fmla="*/ 7785900 w 12192000"/>
              <a:gd name="connsiteY14" fmla="*/ 154493 h 4939827"/>
              <a:gd name="connsiteX15" fmla="*/ 7952584 w 12192000"/>
              <a:gd name="connsiteY15" fmla="*/ 170181 h 4939827"/>
              <a:gd name="connsiteX16" fmla="*/ 8009534 w 12192000"/>
              <a:gd name="connsiteY16" fmla="*/ 176441 h 4939827"/>
              <a:gd name="connsiteX17" fmla="*/ 8058681 w 12192000"/>
              <a:gd name="connsiteY17" fmla="*/ 219431 h 4939827"/>
              <a:gd name="connsiteX18" fmla="*/ 8126175 w 12192000"/>
              <a:gd name="connsiteY18" fmla="*/ 240005 h 4939827"/>
              <a:gd name="connsiteX19" fmla="*/ 8166439 w 12192000"/>
              <a:gd name="connsiteY19" fmla="*/ 252699 h 4939827"/>
              <a:gd name="connsiteX20" fmla="*/ 8281371 w 12192000"/>
              <a:gd name="connsiteY20" fmla="*/ 256875 h 4939827"/>
              <a:gd name="connsiteX21" fmla="*/ 8381609 w 12192000"/>
              <a:gd name="connsiteY21" fmla="*/ 240618 h 4939827"/>
              <a:gd name="connsiteX22" fmla="*/ 8406759 w 12192000"/>
              <a:gd name="connsiteY22" fmla="*/ 232517 h 4939827"/>
              <a:gd name="connsiteX23" fmla="*/ 8426506 w 12192000"/>
              <a:gd name="connsiteY23" fmla="*/ 241842 h 4939827"/>
              <a:gd name="connsiteX24" fmla="*/ 8427949 w 12192000"/>
              <a:gd name="connsiteY24" fmla="*/ 240981 h 4939827"/>
              <a:gd name="connsiteX25" fmla="*/ 8441468 w 12192000"/>
              <a:gd name="connsiteY25" fmla="*/ 241157 h 4939827"/>
              <a:gd name="connsiteX26" fmla="*/ 8565757 w 12192000"/>
              <a:gd name="connsiteY26" fmla="*/ 255317 h 4939827"/>
              <a:gd name="connsiteX27" fmla="*/ 8573171 w 12192000"/>
              <a:gd name="connsiteY27" fmla="*/ 258426 h 4939827"/>
              <a:gd name="connsiteX28" fmla="*/ 8573548 w 12192000"/>
              <a:gd name="connsiteY28" fmla="*/ 258241 h 4939827"/>
              <a:gd name="connsiteX29" fmla="*/ 8581827 w 12192000"/>
              <a:gd name="connsiteY29" fmla="*/ 261028 h 4939827"/>
              <a:gd name="connsiteX30" fmla="*/ 8586687 w 12192000"/>
              <a:gd name="connsiteY30" fmla="*/ 264089 h 4939827"/>
              <a:gd name="connsiteX31" fmla="*/ 8601067 w 12192000"/>
              <a:gd name="connsiteY31" fmla="*/ 270114 h 4939827"/>
              <a:gd name="connsiteX32" fmla="*/ 8672650 w 12192000"/>
              <a:gd name="connsiteY32" fmla="*/ 254821 h 4939827"/>
              <a:gd name="connsiteX33" fmla="*/ 8785543 w 12192000"/>
              <a:gd name="connsiteY33" fmla="*/ 263406 h 4939827"/>
              <a:gd name="connsiteX34" fmla="*/ 8830588 w 12192000"/>
              <a:gd name="connsiteY34" fmla="*/ 265483 h 4939827"/>
              <a:gd name="connsiteX35" fmla="*/ 8905142 w 12192000"/>
              <a:gd name="connsiteY35" fmla="*/ 264958 h 4939827"/>
              <a:gd name="connsiteX36" fmla="*/ 8968582 w 12192000"/>
              <a:gd name="connsiteY36" fmla="*/ 262728 h 4939827"/>
              <a:gd name="connsiteX37" fmla="*/ 8972994 w 12192000"/>
              <a:gd name="connsiteY37" fmla="*/ 263284 h 4939827"/>
              <a:gd name="connsiteX38" fmla="*/ 9004605 w 12192000"/>
              <a:gd name="connsiteY38" fmla="*/ 258041 h 4939827"/>
              <a:gd name="connsiteX39" fmla="*/ 9016165 w 12192000"/>
              <a:gd name="connsiteY39" fmla="*/ 261258 h 4939827"/>
              <a:gd name="connsiteX40" fmla="*/ 9043297 w 12192000"/>
              <a:gd name="connsiteY40" fmla="*/ 281547 h 4939827"/>
              <a:gd name="connsiteX41" fmla="*/ 9048315 w 12192000"/>
              <a:gd name="connsiteY41" fmla="*/ 279264 h 4939827"/>
              <a:gd name="connsiteX42" fmla="*/ 9054706 w 12192000"/>
              <a:gd name="connsiteY42" fmla="*/ 278538 h 4939827"/>
              <a:gd name="connsiteX43" fmla="*/ 9070919 w 12192000"/>
              <a:gd name="connsiteY43" fmla="*/ 281810 h 4939827"/>
              <a:gd name="connsiteX44" fmla="*/ 9076813 w 12192000"/>
              <a:gd name="connsiteY44" fmla="*/ 283909 h 4939827"/>
              <a:gd name="connsiteX45" fmla="*/ 9085871 w 12192000"/>
              <a:gd name="connsiteY45" fmla="*/ 285133 h 4939827"/>
              <a:gd name="connsiteX46" fmla="*/ 9086159 w 12192000"/>
              <a:gd name="connsiteY46" fmla="*/ 284887 h 4939827"/>
              <a:gd name="connsiteX47" fmla="*/ 9134606 w 12192000"/>
              <a:gd name="connsiteY47" fmla="*/ 288168 h 4939827"/>
              <a:gd name="connsiteX48" fmla="*/ 9195590 w 12192000"/>
              <a:gd name="connsiteY48" fmla="*/ 279568 h 4939827"/>
              <a:gd name="connsiteX49" fmla="*/ 9219336 w 12192000"/>
              <a:gd name="connsiteY49" fmla="*/ 278133 h 4939827"/>
              <a:gd name="connsiteX50" fmla="*/ 9232362 w 12192000"/>
              <a:gd name="connsiteY50" fmla="*/ 275894 h 4939827"/>
              <a:gd name="connsiteX51" fmla="*/ 9233396 w 12192000"/>
              <a:gd name="connsiteY51" fmla="*/ 274803 h 4939827"/>
              <a:gd name="connsiteX52" fmla="*/ 9256213 w 12192000"/>
              <a:gd name="connsiteY52" fmla="*/ 281576 h 4939827"/>
              <a:gd name="connsiteX53" fmla="*/ 9371484 w 12192000"/>
              <a:gd name="connsiteY53" fmla="*/ 329634 h 4939827"/>
              <a:gd name="connsiteX54" fmla="*/ 9404829 w 12192000"/>
              <a:gd name="connsiteY54" fmla="*/ 339038 h 4939827"/>
              <a:gd name="connsiteX55" fmla="*/ 9427021 w 12192000"/>
              <a:gd name="connsiteY55" fmla="*/ 358784 h 4939827"/>
              <a:gd name="connsiteX56" fmla="*/ 9670844 w 12192000"/>
              <a:gd name="connsiteY56" fmla="*/ 405128 h 4939827"/>
              <a:gd name="connsiteX57" fmla="*/ 9816083 w 12192000"/>
              <a:gd name="connsiteY57" fmla="*/ 416573 h 4939827"/>
              <a:gd name="connsiteX58" fmla="*/ 9936741 w 12192000"/>
              <a:gd name="connsiteY58" fmla="*/ 437044 h 4939827"/>
              <a:gd name="connsiteX59" fmla="*/ 10050093 w 12192000"/>
              <a:gd name="connsiteY59" fmla="*/ 443783 h 4939827"/>
              <a:gd name="connsiteX60" fmla="*/ 10130090 w 12192000"/>
              <a:gd name="connsiteY60" fmla="*/ 459520 h 4939827"/>
              <a:gd name="connsiteX61" fmla="*/ 10173456 w 12192000"/>
              <a:gd name="connsiteY61" fmla="*/ 457749 h 4939827"/>
              <a:gd name="connsiteX62" fmla="*/ 10218232 w 12192000"/>
              <a:gd name="connsiteY62" fmla="*/ 459820 h 4939827"/>
              <a:gd name="connsiteX63" fmla="*/ 10354176 w 12192000"/>
              <a:gd name="connsiteY63" fmla="*/ 471377 h 4939827"/>
              <a:gd name="connsiteX64" fmla="*/ 10430681 w 12192000"/>
              <a:gd name="connsiteY64" fmla="*/ 481226 h 4939827"/>
              <a:gd name="connsiteX65" fmla="*/ 10478169 w 12192000"/>
              <a:gd name="connsiteY65" fmla="*/ 481774 h 4939827"/>
              <a:gd name="connsiteX66" fmla="*/ 10540907 w 12192000"/>
              <a:gd name="connsiteY66" fmla="*/ 485607 h 4939827"/>
              <a:gd name="connsiteX67" fmla="*/ 10614941 w 12192000"/>
              <a:gd name="connsiteY67" fmla="*/ 487592 h 4939827"/>
              <a:gd name="connsiteX68" fmla="*/ 10674098 w 12192000"/>
              <a:gd name="connsiteY68" fmla="*/ 521656 h 4939827"/>
              <a:gd name="connsiteX69" fmla="*/ 10874834 w 12192000"/>
              <a:gd name="connsiteY69" fmla="*/ 574867 h 4939827"/>
              <a:gd name="connsiteX70" fmla="*/ 10944981 w 12192000"/>
              <a:gd name="connsiteY70" fmla="*/ 615042 h 4939827"/>
              <a:gd name="connsiteX71" fmla="*/ 11006376 w 12192000"/>
              <a:gd name="connsiteY71" fmla="*/ 645957 h 4939827"/>
              <a:gd name="connsiteX72" fmla="*/ 11076308 w 12192000"/>
              <a:gd name="connsiteY72" fmla="*/ 675698 h 4939827"/>
              <a:gd name="connsiteX73" fmla="*/ 11148789 w 12192000"/>
              <a:gd name="connsiteY73" fmla="*/ 685041 h 4939827"/>
              <a:gd name="connsiteX74" fmla="*/ 11249129 w 12192000"/>
              <a:gd name="connsiteY74" fmla="*/ 684218 h 4939827"/>
              <a:gd name="connsiteX75" fmla="*/ 11299915 w 12192000"/>
              <a:gd name="connsiteY75" fmla="*/ 692177 h 4939827"/>
              <a:gd name="connsiteX76" fmla="*/ 11386973 w 12192000"/>
              <a:gd name="connsiteY76" fmla="*/ 708209 h 4939827"/>
              <a:gd name="connsiteX77" fmla="*/ 11500105 w 12192000"/>
              <a:gd name="connsiteY77" fmla="*/ 735014 h 4939827"/>
              <a:gd name="connsiteX78" fmla="*/ 11621735 w 12192000"/>
              <a:gd name="connsiteY78" fmla="*/ 789584 h 4939827"/>
              <a:gd name="connsiteX79" fmla="*/ 11691200 w 12192000"/>
              <a:gd name="connsiteY79" fmla="*/ 867902 h 4939827"/>
              <a:gd name="connsiteX80" fmla="*/ 11819427 w 12192000"/>
              <a:gd name="connsiteY80" fmla="*/ 911634 h 4939827"/>
              <a:gd name="connsiteX81" fmla="*/ 11969720 w 12192000"/>
              <a:gd name="connsiteY81" fmla="*/ 964737 h 4939827"/>
              <a:gd name="connsiteX82" fmla="*/ 12055766 w 12192000"/>
              <a:gd name="connsiteY82" fmla="*/ 991268 h 4939827"/>
              <a:gd name="connsiteX83" fmla="*/ 12171539 w 12192000"/>
              <a:gd name="connsiteY83" fmla="*/ 995427 h 4939827"/>
              <a:gd name="connsiteX84" fmla="*/ 12187831 w 12192000"/>
              <a:gd name="connsiteY84" fmla="*/ 996580 h 4939827"/>
              <a:gd name="connsiteX85" fmla="*/ 12192000 w 12192000"/>
              <a:gd name="connsiteY85" fmla="*/ 996726 h 4939827"/>
              <a:gd name="connsiteX86" fmla="*/ 12192000 w 12192000"/>
              <a:gd name="connsiteY86" fmla="*/ 4939827 h 4939827"/>
              <a:gd name="connsiteX87" fmla="*/ 0 w 12192000"/>
              <a:gd name="connsiteY87" fmla="*/ 4939827 h 4939827"/>
              <a:gd name="connsiteX88" fmla="*/ 0 w 12192000"/>
              <a:gd name="connsiteY88" fmla="*/ 512043 h 4939827"/>
              <a:gd name="connsiteX89" fmla="*/ 7381 w 12192000"/>
              <a:gd name="connsiteY89" fmla="*/ 512580 h 4939827"/>
              <a:gd name="connsiteX90" fmla="*/ 100029 w 12192000"/>
              <a:gd name="connsiteY90" fmla="*/ 504758 h 4939827"/>
              <a:gd name="connsiteX91" fmla="*/ 155244 w 12192000"/>
              <a:gd name="connsiteY91" fmla="*/ 525130 h 4939827"/>
              <a:gd name="connsiteX92" fmla="*/ 254366 w 12192000"/>
              <a:gd name="connsiteY92" fmla="*/ 534449 h 4939827"/>
              <a:gd name="connsiteX93" fmla="*/ 447292 w 12192000"/>
              <a:gd name="connsiteY93" fmla="*/ 542725 h 4939827"/>
              <a:gd name="connsiteX94" fmla="*/ 628105 w 12192000"/>
              <a:gd name="connsiteY94" fmla="*/ 547853 h 4939827"/>
              <a:gd name="connsiteX95" fmla="*/ 783146 w 12192000"/>
              <a:gd name="connsiteY95" fmla="*/ 591799 h 4939827"/>
              <a:gd name="connsiteX96" fmla="*/ 1043676 w 12192000"/>
              <a:gd name="connsiteY96" fmla="*/ 591887 h 4939827"/>
              <a:gd name="connsiteX97" fmla="*/ 1281816 w 12192000"/>
              <a:gd name="connsiteY97" fmla="*/ 520946 h 4939827"/>
              <a:gd name="connsiteX98" fmla="*/ 1486347 w 12192000"/>
              <a:gd name="connsiteY98" fmla="*/ 487310 h 4939827"/>
              <a:gd name="connsiteX99" fmla="*/ 1568079 w 12192000"/>
              <a:gd name="connsiteY99" fmla="*/ 462531 h 4939827"/>
              <a:gd name="connsiteX100" fmla="*/ 1622516 w 12192000"/>
              <a:gd name="connsiteY100" fmla="*/ 466058 h 4939827"/>
              <a:gd name="connsiteX101" fmla="*/ 1655457 w 12192000"/>
              <a:gd name="connsiteY101" fmla="*/ 465359 h 4939827"/>
              <a:gd name="connsiteX102" fmla="*/ 1717454 w 12192000"/>
              <a:gd name="connsiteY102" fmla="*/ 417203 h 4939827"/>
              <a:gd name="connsiteX103" fmla="*/ 1913794 w 12192000"/>
              <a:gd name="connsiteY103" fmla="*/ 365255 h 4939827"/>
              <a:gd name="connsiteX104" fmla="*/ 2129762 w 12192000"/>
              <a:gd name="connsiteY104" fmla="*/ 367832 h 4939827"/>
              <a:gd name="connsiteX105" fmla="*/ 2376970 w 12192000"/>
              <a:gd name="connsiteY105" fmla="*/ 350129 h 4939827"/>
              <a:gd name="connsiteX106" fmla="*/ 2480155 w 12192000"/>
              <a:gd name="connsiteY106" fmla="*/ 359227 h 4939827"/>
              <a:gd name="connsiteX107" fmla="*/ 2586782 w 12192000"/>
              <a:gd name="connsiteY107" fmla="*/ 339352 h 4939827"/>
              <a:gd name="connsiteX108" fmla="*/ 2679617 w 12192000"/>
              <a:gd name="connsiteY108" fmla="*/ 305383 h 4939827"/>
              <a:gd name="connsiteX109" fmla="*/ 2788947 w 12192000"/>
              <a:gd name="connsiteY109" fmla="*/ 250375 h 4939827"/>
              <a:gd name="connsiteX110" fmla="*/ 2965530 w 12192000"/>
              <a:gd name="connsiteY110" fmla="*/ 245958 h 4939827"/>
              <a:gd name="connsiteX111" fmla="*/ 3103677 w 12192000"/>
              <a:gd name="connsiteY111" fmla="*/ 209527 h 4939827"/>
              <a:gd name="connsiteX112" fmla="*/ 3126759 w 12192000"/>
              <a:gd name="connsiteY112" fmla="*/ 211226 h 4939827"/>
              <a:gd name="connsiteX113" fmla="*/ 3164020 w 12192000"/>
              <a:gd name="connsiteY113" fmla="*/ 212779 h 4939827"/>
              <a:gd name="connsiteX114" fmla="*/ 3285019 w 12192000"/>
              <a:gd name="connsiteY114" fmla="*/ 220535 h 4939827"/>
              <a:gd name="connsiteX115" fmla="*/ 3365154 w 12192000"/>
              <a:gd name="connsiteY115" fmla="*/ 226416 h 4939827"/>
              <a:gd name="connsiteX116" fmla="*/ 3367507 w 12192000"/>
              <a:gd name="connsiteY116" fmla="*/ 225416 h 4939827"/>
              <a:gd name="connsiteX117" fmla="*/ 3387567 w 12192000"/>
              <a:gd name="connsiteY117" fmla="*/ 227103 h 4939827"/>
              <a:gd name="connsiteX118" fmla="*/ 3498001 w 12192000"/>
              <a:gd name="connsiteY118" fmla="*/ 231941 h 4939827"/>
              <a:gd name="connsiteX119" fmla="*/ 3561557 w 12192000"/>
              <a:gd name="connsiteY119" fmla="*/ 228095 h 4939827"/>
              <a:gd name="connsiteX120" fmla="*/ 3611920 w 12192000"/>
              <a:gd name="connsiteY120" fmla="*/ 218094 h 4939827"/>
              <a:gd name="connsiteX121" fmla="*/ 3620528 w 12192000"/>
              <a:gd name="connsiteY121" fmla="*/ 218788 h 4939827"/>
              <a:gd name="connsiteX122" fmla="*/ 3620766 w 12192000"/>
              <a:gd name="connsiteY122" fmla="*/ 218511 h 4939827"/>
              <a:gd name="connsiteX123" fmla="*/ 3629977 w 12192000"/>
              <a:gd name="connsiteY123" fmla="*/ 218664 h 4939827"/>
              <a:gd name="connsiteX124" fmla="*/ 3636217 w 12192000"/>
              <a:gd name="connsiteY124" fmla="*/ 220048 h 4939827"/>
              <a:gd name="connsiteX125" fmla="*/ 3709484 w 12192000"/>
              <a:gd name="connsiteY125" fmla="*/ 186927 h 4939827"/>
              <a:gd name="connsiteX126" fmla="*/ 3761342 w 12192000"/>
              <a:gd name="connsiteY126" fmla="*/ 177474 h 4939827"/>
              <a:gd name="connsiteX127" fmla="*/ 3799748 w 12192000"/>
              <a:gd name="connsiteY127" fmla="*/ 167154 h 4939827"/>
              <a:gd name="connsiteX128" fmla="*/ 3922756 w 12192000"/>
              <a:gd name="connsiteY128" fmla="*/ 194044 h 4939827"/>
              <a:gd name="connsiteX129" fmla="*/ 4028476 w 12192000"/>
              <a:gd name="connsiteY129" fmla="*/ 223679 h 4939827"/>
              <a:gd name="connsiteX130" fmla="*/ 4191582 w 12192000"/>
              <a:gd name="connsiteY130" fmla="*/ 238952 h 4939827"/>
              <a:gd name="connsiteX131" fmla="*/ 4251024 w 12192000"/>
              <a:gd name="connsiteY131" fmla="*/ 240874 h 4939827"/>
              <a:gd name="connsiteX132" fmla="*/ 4355275 w 12192000"/>
              <a:gd name="connsiteY132" fmla="*/ 260205 h 4939827"/>
              <a:gd name="connsiteX133" fmla="*/ 4423807 w 12192000"/>
              <a:gd name="connsiteY133" fmla="*/ 270366 h 4939827"/>
              <a:gd name="connsiteX134" fmla="*/ 4558432 w 12192000"/>
              <a:gd name="connsiteY134" fmla="*/ 269194 h 4939827"/>
              <a:gd name="connsiteX135" fmla="*/ 4635061 w 12192000"/>
              <a:gd name="connsiteY135" fmla="*/ 280682 h 4939827"/>
              <a:gd name="connsiteX136" fmla="*/ 4807427 w 12192000"/>
              <a:gd name="connsiteY136" fmla="*/ 276835 h 4939827"/>
              <a:gd name="connsiteX137" fmla="*/ 5028933 w 12192000"/>
              <a:gd name="connsiteY137" fmla="*/ 183887 h 4939827"/>
              <a:gd name="connsiteX138" fmla="*/ 5093642 w 12192000"/>
              <a:gd name="connsiteY138" fmla="*/ 177214 h 4939827"/>
              <a:gd name="connsiteX139" fmla="*/ 5102642 w 12192000"/>
              <a:gd name="connsiteY139" fmla="*/ 186816 h 4939827"/>
              <a:gd name="connsiteX140" fmla="*/ 5193590 w 12192000"/>
              <a:gd name="connsiteY140" fmla="*/ 156458 h 4939827"/>
              <a:gd name="connsiteX141" fmla="*/ 5323922 w 12192000"/>
              <a:gd name="connsiteY141" fmla="*/ 146332 h 4939827"/>
              <a:gd name="connsiteX142" fmla="*/ 5421860 w 12192000"/>
              <a:gd name="connsiteY142" fmla="*/ 167298 h 4939827"/>
              <a:gd name="connsiteX143" fmla="*/ 5476948 w 12192000"/>
              <a:gd name="connsiteY143" fmla="*/ 173249 h 4939827"/>
              <a:gd name="connsiteX144" fmla="*/ 5516842 w 12192000"/>
              <a:gd name="connsiteY144" fmla="*/ 184018 h 4939827"/>
              <a:gd name="connsiteX145" fmla="*/ 5619415 w 12192000"/>
              <a:gd name="connsiteY145" fmla="*/ 176781 h 4939827"/>
              <a:gd name="connsiteX146" fmla="*/ 5789867 w 12192000"/>
              <a:gd name="connsiteY146" fmla="*/ 150304 h 4939827"/>
              <a:gd name="connsiteX147" fmla="*/ 5825953 w 12192000"/>
              <a:gd name="connsiteY147" fmla="*/ 147907 h 4939827"/>
              <a:gd name="connsiteX148" fmla="*/ 5856168 w 12192000"/>
              <a:gd name="connsiteY148" fmla="*/ 158719 h 4939827"/>
              <a:gd name="connsiteX149" fmla="*/ 5862476 w 12192000"/>
              <a:gd name="connsiteY149" fmla="*/ 172447 h 4939827"/>
              <a:gd name="connsiteX150" fmla="*/ 5882195 w 12192000"/>
              <a:gd name="connsiteY150" fmla="*/ 173195 h 4939827"/>
              <a:gd name="connsiteX151" fmla="*/ 5887271 w 12192000"/>
              <a:gd name="connsiteY151" fmla="*/ 176084 h 4939827"/>
              <a:gd name="connsiteX152" fmla="*/ 5921577 w 12192000"/>
              <a:gd name="connsiteY152" fmla="*/ 169858 h 4939827"/>
              <a:gd name="connsiteX153" fmla="*/ 6184207 w 12192000"/>
              <a:gd name="connsiteY153" fmla="*/ 132658 h 4939827"/>
              <a:gd name="connsiteX154" fmla="*/ 6415830 w 12192000"/>
              <a:gd name="connsiteY154" fmla="*/ 136006 h 4939827"/>
              <a:gd name="connsiteX155" fmla="*/ 6756965 w 12192000"/>
              <a:gd name="connsiteY155" fmla="*/ 57636 h 4939827"/>
              <a:gd name="connsiteX156" fmla="*/ 6819400 w 12192000"/>
              <a:gd name="connsiteY156" fmla="*/ 30742 h 4939827"/>
              <a:gd name="connsiteX157" fmla="*/ 6986370 w 12192000"/>
              <a:gd name="connsiteY157" fmla="*/ 12659 h 4939827"/>
              <a:gd name="connsiteX158" fmla="*/ 6989536 w 12192000"/>
              <a:gd name="connsiteY158" fmla="*/ 14528 h 4939827"/>
              <a:gd name="connsiteX159" fmla="*/ 7015933 w 12192000"/>
              <a:gd name="connsiteY159" fmla="*/ 9653 h 4939827"/>
              <a:gd name="connsiteX160" fmla="*/ 7020592 w 12192000"/>
              <a:gd name="connsiteY160" fmla="*/ 1651 h 4939827"/>
              <a:gd name="connsiteX161" fmla="*/ 7025905 w 12192000"/>
              <a:gd name="connsiteY161" fmla="*/ 0 h 4939827"/>
              <a:gd name="connsiteX0" fmla="*/ 7025905 w 12192000"/>
              <a:gd name="connsiteY0" fmla="*/ 0 h 4939827"/>
              <a:gd name="connsiteX1" fmla="*/ 7032579 w 12192000"/>
              <a:gd name="connsiteY1" fmla="*/ 2808 h 4939827"/>
              <a:gd name="connsiteX2" fmla="*/ 7079505 w 12192000"/>
              <a:gd name="connsiteY2" fmla="*/ 12971 h 4939827"/>
              <a:gd name="connsiteX3" fmla="*/ 7158791 w 12192000"/>
              <a:gd name="connsiteY3" fmla="*/ 12462 h 4939827"/>
              <a:gd name="connsiteX4" fmla="*/ 7233338 w 12192000"/>
              <a:gd name="connsiteY4" fmla="*/ 24846 h 4939827"/>
              <a:gd name="connsiteX5" fmla="*/ 7259791 w 12192000"/>
              <a:gd name="connsiteY5" fmla="*/ 29557 h 4939827"/>
              <a:gd name="connsiteX6" fmla="*/ 7263923 w 12192000"/>
              <a:gd name="connsiteY6" fmla="*/ 35029 h 4939827"/>
              <a:gd name="connsiteX7" fmla="*/ 7281549 w 12192000"/>
              <a:gd name="connsiteY7" fmla="*/ 39654 h 4939827"/>
              <a:gd name="connsiteX8" fmla="*/ 7374735 w 12192000"/>
              <a:gd name="connsiteY8" fmla="*/ 65326 h 4939827"/>
              <a:gd name="connsiteX9" fmla="*/ 7376078 w 12192000"/>
              <a:gd name="connsiteY9" fmla="*/ 63849 h 4939827"/>
              <a:gd name="connsiteX10" fmla="*/ 7402026 w 12192000"/>
              <a:gd name="connsiteY10" fmla="*/ 60308 h 4939827"/>
              <a:gd name="connsiteX11" fmla="*/ 7415091 w 12192000"/>
              <a:gd name="connsiteY11" fmla="*/ 77403 h 4939827"/>
              <a:gd name="connsiteX12" fmla="*/ 7488682 w 12192000"/>
              <a:gd name="connsiteY12" fmla="*/ 83440 h 4939827"/>
              <a:gd name="connsiteX13" fmla="*/ 7732750 w 12192000"/>
              <a:gd name="connsiteY13" fmla="*/ 145456 h 4939827"/>
              <a:gd name="connsiteX14" fmla="*/ 7785900 w 12192000"/>
              <a:gd name="connsiteY14" fmla="*/ 154493 h 4939827"/>
              <a:gd name="connsiteX15" fmla="*/ 7952584 w 12192000"/>
              <a:gd name="connsiteY15" fmla="*/ 170181 h 4939827"/>
              <a:gd name="connsiteX16" fmla="*/ 8009534 w 12192000"/>
              <a:gd name="connsiteY16" fmla="*/ 176441 h 4939827"/>
              <a:gd name="connsiteX17" fmla="*/ 8058681 w 12192000"/>
              <a:gd name="connsiteY17" fmla="*/ 219431 h 4939827"/>
              <a:gd name="connsiteX18" fmla="*/ 8126175 w 12192000"/>
              <a:gd name="connsiteY18" fmla="*/ 240005 h 4939827"/>
              <a:gd name="connsiteX19" fmla="*/ 8166439 w 12192000"/>
              <a:gd name="connsiteY19" fmla="*/ 252699 h 4939827"/>
              <a:gd name="connsiteX20" fmla="*/ 8281371 w 12192000"/>
              <a:gd name="connsiteY20" fmla="*/ 256875 h 4939827"/>
              <a:gd name="connsiteX21" fmla="*/ 8381609 w 12192000"/>
              <a:gd name="connsiteY21" fmla="*/ 240618 h 4939827"/>
              <a:gd name="connsiteX22" fmla="*/ 8406759 w 12192000"/>
              <a:gd name="connsiteY22" fmla="*/ 232517 h 4939827"/>
              <a:gd name="connsiteX23" fmla="*/ 8426506 w 12192000"/>
              <a:gd name="connsiteY23" fmla="*/ 241842 h 4939827"/>
              <a:gd name="connsiteX24" fmla="*/ 8427949 w 12192000"/>
              <a:gd name="connsiteY24" fmla="*/ 240981 h 4939827"/>
              <a:gd name="connsiteX25" fmla="*/ 8441468 w 12192000"/>
              <a:gd name="connsiteY25" fmla="*/ 241157 h 4939827"/>
              <a:gd name="connsiteX26" fmla="*/ 8565757 w 12192000"/>
              <a:gd name="connsiteY26" fmla="*/ 255317 h 4939827"/>
              <a:gd name="connsiteX27" fmla="*/ 8573171 w 12192000"/>
              <a:gd name="connsiteY27" fmla="*/ 258426 h 4939827"/>
              <a:gd name="connsiteX28" fmla="*/ 8573548 w 12192000"/>
              <a:gd name="connsiteY28" fmla="*/ 258241 h 4939827"/>
              <a:gd name="connsiteX29" fmla="*/ 8581827 w 12192000"/>
              <a:gd name="connsiteY29" fmla="*/ 261028 h 4939827"/>
              <a:gd name="connsiteX30" fmla="*/ 8586687 w 12192000"/>
              <a:gd name="connsiteY30" fmla="*/ 264089 h 4939827"/>
              <a:gd name="connsiteX31" fmla="*/ 8601067 w 12192000"/>
              <a:gd name="connsiteY31" fmla="*/ 270114 h 4939827"/>
              <a:gd name="connsiteX32" fmla="*/ 8672650 w 12192000"/>
              <a:gd name="connsiteY32" fmla="*/ 254821 h 4939827"/>
              <a:gd name="connsiteX33" fmla="*/ 8785543 w 12192000"/>
              <a:gd name="connsiteY33" fmla="*/ 263406 h 4939827"/>
              <a:gd name="connsiteX34" fmla="*/ 8830588 w 12192000"/>
              <a:gd name="connsiteY34" fmla="*/ 265483 h 4939827"/>
              <a:gd name="connsiteX35" fmla="*/ 8905142 w 12192000"/>
              <a:gd name="connsiteY35" fmla="*/ 264958 h 4939827"/>
              <a:gd name="connsiteX36" fmla="*/ 8968582 w 12192000"/>
              <a:gd name="connsiteY36" fmla="*/ 262728 h 4939827"/>
              <a:gd name="connsiteX37" fmla="*/ 8972994 w 12192000"/>
              <a:gd name="connsiteY37" fmla="*/ 263284 h 4939827"/>
              <a:gd name="connsiteX38" fmla="*/ 9004605 w 12192000"/>
              <a:gd name="connsiteY38" fmla="*/ 258041 h 4939827"/>
              <a:gd name="connsiteX39" fmla="*/ 9016165 w 12192000"/>
              <a:gd name="connsiteY39" fmla="*/ 261258 h 4939827"/>
              <a:gd name="connsiteX40" fmla="*/ 9043297 w 12192000"/>
              <a:gd name="connsiteY40" fmla="*/ 281547 h 4939827"/>
              <a:gd name="connsiteX41" fmla="*/ 9048315 w 12192000"/>
              <a:gd name="connsiteY41" fmla="*/ 279264 h 4939827"/>
              <a:gd name="connsiteX42" fmla="*/ 9054706 w 12192000"/>
              <a:gd name="connsiteY42" fmla="*/ 278538 h 4939827"/>
              <a:gd name="connsiteX43" fmla="*/ 9070919 w 12192000"/>
              <a:gd name="connsiteY43" fmla="*/ 281810 h 4939827"/>
              <a:gd name="connsiteX44" fmla="*/ 9076813 w 12192000"/>
              <a:gd name="connsiteY44" fmla="*/ 283909 h 4939827"/>
              <a:gd name="connsiteX45" fmla="*/ 9085871 w 12192000"/>
              <a:gd name="connsiteY45" fmla="*/ 285133 h 4939827"/>
              <a:gd name="connsiteX46" fmla="*/ 9086159 w 12192000"/>
              <a:gd name="connsiteY46" fmla="*/ 284887 h 4939827"/>
              <a:gd name="connsiteX47" fmla="*/ 9134606 w 12192000"/>
              <a:gd name="connsiteY47" fmla="*/ 288168 h 4939827"/>
              <a:gd name="connsiteX48" fmla="*/ 9195590 w 12192000"/>
              <a:gd name="connsiteY48" fmla="*/ 279568 h 4939827"/>
              <a:gd name="connsiteX49" fmla="*/ 9219336 w 12192000"/>
              <a:gd name="connsiteY49" fmla="*/ 278133 h 4939827"/>
              <a:gd name="connsiteX50" fmla="*/ 9232362 w 12192000"/>
              <a:gd name="connsiteY50" fmla="*/ 275894 h 4939827"/>
              <a:gd name="connsiteX51" fmla="*/ 9233396 w 12192000"/>
              <a:gd name="connsiteY51" fmla="*/ 274803 h 4939827"/>
              <a:gd name="connsiteX52" fmla="*/ 9256213 w 12192000"/>
              <a:gd name="connsiteY52" fmla="*/ 281576 h 4939827"/>
              <a:gd name="connsiteX53" fmla="*/ 9371484 w 12192000"/>
              <a:gd name="connsiteY53" fmla="*/ 329634 h 4939827"/>
              <a:gd name="connsiteX54" fmla="*/ 9404829 w 12192000"/>
              <a:gd name="connsiteY54" fmla="*/ 339038 h 4939827"/>
              <a:gd name="connsiteX55" fmla="*/ 9427021 w 12192000"/>
              <a:gd name="connsiteY55" fmla="*/ 358784 h 4939827"/>
              <a:gd name="connsiteX56" fmla="*/ 9670844 w 12192000"/>
              <a:gd name="connsiteY56" fmla="*/ 405128 h 4939827"/>
              <a:gd name="connsiteX57" fmla="*/ 9816083 w 12192000"/>
              <a:gd name="connsiteY57" fmla="*/ 416573 h 4939827"/>
              <a:gd name="connsiteX58" fmla="*/ 9936741 w 12192000"/>
              <a:gd name="connsiteY58" fmla="*/ 437044 h 4939827"/>
              <a:gd name="connsiteX59" fmla="*/ 10050093 w 12192000"/>
              <a:gd name="connsiteY59" fmla="*/ 443783 h 4939827"/>
              <a:gd name="connsiteX60" fmla="*/ 10130090 w 12192000"/>
              <a:gd name="connsiteY60" fmla="*/ 459520 h 4939827"/>
              <a:gd name="connsiteX61" fmla="*/ 10173456 w 12192000"/>
              <a:gd name="connsiteY61" fmla="*/ 457749 h 4939827"/>
              <a:gd name="connsiteX62" fmla="*/ 10218232 w 12192000"/>
              <a:gd name="connsiteY62" fmla="*/ 459820 h 4939827"/>
              <a:gd name="connsiteX63" fmla="*/ 10354176 w 12192000"/>
              <a:gd name="connsiteY63" fmla="*/ 471377 h 4939827"/>
              <a:gd name="connsiteX64" fmla="*/ 10430681 w 12192000"/>
              <a:gd name="connsiteY64" fmla="*/ 481226 h 4939827"/>
              <a:gd name="connsiteX65" fmla="*/ 10478169 w 12192000"/>
              <a:gd name="connsiteY65" fmla="*/ 481774 h 4939827"/>
              <a:gd name="connsiteX66" fmla="*/ 10540907 w 12192000"/>
              <a:gd name="connsiteY66" fmla="*/ 485607 h 4939827"/>
              <a:gd name="connsiteX67" fmla="*/ 10614941 w 12192000"/>
              <a:gd name="connsiteY67" fmla="*/ 487592 h 4939827"/>
              <a:gd name="connsiteX68" fmla="*/ 10674098 w 12192000"/>
              <a:gd name="connsiteY68" fmla="*/ 521656 h 4939827"/>
              <a:gd name="connsiteX69" fmla="*/ 10874834 w 12192000"/>
              <a:gd name="connsiteY69" fmla="*/ 574867 h 4939827"/>
              <a:gd name="connsiteX70" fmla="*/ 10944981 w 12192000"/>
              <a:gd name="connsiteY70" fmla="*/ 615042 h 4939827"/>
              <a:gd name="connsiteX71" fmla="*/ 11006376 w 12192000"/>
              <a:gd name="connsiteY71" fmla="*/ 645957 h 4939827"/>
              <a:gd name="connsiteX72" fmla="*/ 11076308 w 12192000"/>
              <a:gd name="connsiteY72" fmla="*/ 675698 h 4939827"/>
              <a:gd name="connsiteX73" fmla="*/ 11148789 w 12192000"/>
              <a:gd name="connsiteY73" fmla="*/ 685041 h 4939827"/>
              <a:gd name="connsiteX74" fmla="*/ 11249129 w 12192000"/>
              <a:gd name="connsiteY74" fmla="*/ 684218 h 4939827"/>
              <a:gd name="connsiteX75" fmla="*/ 11299915 w 12192000"/>
              <a:gd name="connsiteY75" fmla="*/ 692177 h 4939827"/>
              <a:gd name="connsiteX76" fmla="*/ 11386973 w 12192000"/>
              <a:gd name="connsiteY76" fmla="*/ 708209 h 4939827"/>
              <a:gd name="connsiteX77" fmla="*/ 11500105 w 12192000"/>
              <a:gd name="connsiteY77" fmla="*/ 735014 h 4939827"/>
              <a:gd name="connsiteX78" fmla="*/ 11621735 w 12192000"/>
              <a:gd name="connsiteY78" fmla="*/ 789584 h 4939827"/>
              <a:gd name="connsiteX79" fmla="*/ 11691200 w 12192000"/>
              <a:gd name="connsiteY79" fmla="*/ 867902 h 4939827"/>
              <a:gd name="connsiteX80" fmla="*/ 11819427 w 12192000"/>
              <a:gd name="connsiteY80" fmla="*/ 911634 h 4939827"/>
              <a:gd name="connsiteX81" fmla="*/ 11969720 w 12192000"/>
              <a:gd name="connsiteY81" fmla="*/ 964737 h 4939827"/>
              <a:gd name="connsiteX82" fmla="*/ 12055766 w 12192000"/>
              <a:gd name="connsiteY82" fmla="*/ 991268 h 4939827"/>
              <a:gd name="connsiteX83" fmla="*/ 12171539 w 12192000"/>
              <a:gd name="connsiteY83" fmla="*/ 995427 h 4939827"/>
              <a:gd name="connsiteX84" fmla="*/ 12187831 w 12192000"/>
              <a:gd name="connsiteY84" fmla="*/ 996580 h 4939827"/>
              <a:gd name="connsiteX85" fmla="*/ 12192000 w 12192000"/>
              <a:gd name="connsiteY85" fmla="*/ 996726 h 4939827"/>
              <a:gd name="connsiteX86" fmla="*/ 12192000 w 12192000"/>
              <a:gd name="connsiteY86" fmla="*/ 4939827 h 4939827"/>
              <a:gd name="connsiteX87" fmla="*/ 0 w 12192000"/>
              <a:gd name="connsiteY87" fmla="*/ 4939827 h 4939827"/>
              <a:gd name="connsiteX88" fmla="*/ 0 w 12192000"/>
              <a:gd name="connsiteY88" fmla="*/ 512043 h 4939827"/>
              <a:gd name="connsiteX89" fmla="*/ 7381 w 12192000"/>
              <a:gd name="connsiteY89" fmla="*/ 512580 h 4939827"/>
              <a:gd name="connsiteX90" fmla="*/ 100029 w 12192000"/>
              <a:gd name="connsiteY90" fmla="*/ 504758 h 4939827"/>
              <a:gd name="connsiteX91" fmla="*/ 155244 w 12192000"/>
              <a:gd name="connsiteY91" fmla="*/ 525130 h 4939827"/>
              <a:gd name="connsiteX92" fmla="*/ 254366 w 12192000"/>
              <a:gd name="connsiteY92" fmla="*/ 534449 h 4939827"/>
              <a:gd name="connsiteX93" fmla="*/ 447292 w 12192000"/>
              <a:gd name="connsiteY93" fmla="*/ 542725 h 4939827"/>
              <a:gd name="connsiteX94" fmla="*/ 628105 w 12192000"/>
              <a:gd name="connsiteY94" fmla="*/ 547853 h 4939827"/>
              <a:gd name="connsiteX95" fmla="*/ 783146 w 12192000"/>
              <a:gd name="connsiteY95" fmla="*/ 591799 h 4939827"/>
              <a:gd name="connsiteX96" fmla="*/ 1043676 w 12192000"/>
              <a:gd name="connsiteY96" fmla="*/ 591887 h 4939827"/>
              <a:gd name="connsiteX97" fmla="*/ 1281816 w 12192000"/>
              <a:gd name="connsiteY97" fmla="*/ 520946 h 4939827"/>
              <a:gd name="connsiteX98" fmla="*/ 1486347 w 12192000"/>
              <a:gd name="connsiteY98" fmla="*/ 487310 h 4939827"/>
              <a:gd name="connsiteX99" fmla="*/ 1568079 w 12192000"/>
              <a:gd name="connsiteY99" fmla="*/ 462531 h 4939827"/>
              <a:gd name="connsiteX100" fmla="*/ 1622516 w 12192000"/>
              <a:gd name="connsiteY100" fmla="*/ 466058 h 4939827"/>
              <a:gd name="connsiteX101" fmla="*/ 1655457 w 12192000"/>
              <a:gd name="connsiteY101" fmla="*/ 465359 h 4939827"/>
              <a:gd name="connsiteX102" fmla="*/ 1717454 w 12192000"/>
              <a:gd name="connsiteY102" fmla="*/ 417203 h 4939827"/>
              <a:gd name="connsiteX103" fmla="*/ 1913794 w 12192000"/>
              <a:gd name="connsiteY103" fmla="*/ 365255 h 4939827"/>
              <a:gd name="connsiteX104" fmla="*/ 2129762 w 12192000"/>
              <a:gd name="connsiteY104" fmla="*/ 367832 h 4939827"/>
              <a:gd name="connsiteX105" fmla="*/ 2376970 w 12192000"/>
              <a:gd name="connsiteY105" fmla="*/ 350129 h 4939827"/>
              <a:gd name="connsiteX106" fmla="*/ 2480155 w 12192000"/>
              <a:gd name="connsiteY106" fmla="*/ 359227 h 4939827"/>
              <a:gd name="connsiteX107" fmla="*/ 2586782 w 12192000"/>
              <a:gd name="connsiteY107" fmla="*/ 339352 h 4939827"/>
              <a:gd name="connsiteX108" fmla="*/ 2679617 w 12192000"/>
              <a:gd name="connsiteY108" fmla="*/ 305383 h 4939827"/>
              <a:gd name="connsiteX109" fmla="*/ 2788947 w 12192000"/>
              <a:gd name="connsiteY109" fmla="*/ 250375 h 4939827"/>
              <a:gd name="connsiteX110" fmla="*/ 2965530 w 12192000"/>
              <a:gd name="connsiteY110" fmla="*/ 245958 h 4939827"/>
              <a:gd name="connsiteX111" fmla="*/ 3103677 w 12192000"/>
              <a:gd name="connsiteY111" fmla="*/ 209527 h 4939827"/>
              <a:gd name="connsiteX112" fmla="*/ 3126759 w 12192000"/>
              <a:gd name="connsiteY112" fmla="*/ 211226 h 4939827"/>
              <a:gd name="connsiteX113" fmla="*/ 3164020 w 12192000"/>
              <a:gd name="connsiteY113" fmla="*/ 212779 h 4939827"/>
              <a:gd name="connsiteX114" fmla="*/ 3285019 w 12192000"/>
              <a:gd name="connsiteY114" fmla="*/ 220535 h 4939827"/>
              <a:gd name="connsiteX115" fmla="*/ 3365154 w 12192000"/>
              <a:gd name="connsiteY115" fmla="*/ 226416 h 4939827"/>
              <a:gd name="connsiteX116" fmla="*/ 3367507 w 12192000"/>
              <a:gd name="connsiteY116" fmla="*/ 225416 h 4939827"/>
              <a:gd name="connsiteX117" fmla="*/ 3387567 w 12192000"/>
              <a:gd name="connsiteY117" fmla="*/ 227103 h 4939827"/>
              <a:gd name="connsiteX118" fmla="*/ 3498001 w 12192000"/>
              <a:gd name="connsiteY118" fmla="*/ 231941 h 4939827"/>
              <a:gd name="connsiteX119" fmla="*/ 3561557 w 12192000"/>
              <a:gd name="connsiteY119" fmla="*/ 228095 h 4939827"/>
              <a:gd name="connsiteX120" fmla="*/ 3611920 w 12192000"/>
              <a:gd name="connsiteY120" fmla="*/ 218094 h 4939827"/>
              <a:gd name="connsiteX121" fmla="*/ 3620528 w 12192000"/>
              <a:gd name="connsiteY121" fmla="*/ 218788 h 4939827"/>
              <a:gd name="connsiteX122" fmla="*/ 3620766 w 12192000"/>
              <a:gd name="connsiteY122" fmla="*/ 218511 h 4939827"/>
              <a:gd name="connsiteX123" fmla="*/ 3629977 w 12192000"/>
              <a:gd name="connsiteY123" fmla="*/ 218664 h 4939827"/>
              <a:gd name="connsiteX124" fmla="*/ 3636217 w 12192000"/>
              <a:gd name="connsiteY124" fmla="*/ 220048 h 4939827"/>
              <a:gd name="connsiteX125" fmla="*/ 3709484 w 12192000"/>
              <a:gd name="connsiteY125" fmla="*/ 186927 h 4939827"/>
              <a:gd name="connsiteX126" fmla="*/ 3761342 w 12192000"/>
              <a:gd name="connsiteY126" fmla="*/ 177474 h 4939827"/>
              <a:gd name="connsiteX127" fmla="*/ 3799748 w 12192000"/>
              <a:gd name="connsiteY127" fmla="*/ 167154 h 4939827"/>
              <a:gd name="connsiteX128" fmla="*/ 3922756 w 12192000"/>
              <a:gd name="connsiteY128" fmla="*/ 194044 h 4939827"/>
              <a:gd name="connsiteX129" fmla="*/ 4028476 w 12192000"/>
              <a:gd name="connsiteY129" fmla="*/ 223679 h 4939827"/>
              <a:gd name="connsiteX130" fmla="*/ 4191582 w 12192000"/>
              <a:gd name="connsiteY130" fmla="*/ 238952 h 4939827"/>
              <a:gd name="connsiteX131" fmla="*/ 4251024 w 12192000"/>
              <a:gd name="connsiteY131" fmla="*/ 240874 h 4939827"/>
              <a:gd name="connsiteX132" fmla="*/ 4355275 w 12192000"/>
              <a:gd name="connsiteY132" fmla="*/ 260205 h 4939827"/>
              <a:gd name="connsiteX133" fmla="*/ 4423807 w 12192000"/>
              <a:gd name="connsiteY133" fmla="*/ 270366 h 4939827"/>
              <a:gd name="connsiteX134" fmla="*/ 4558432 w 12192000"/>
              <a:gd name="connsiteY134" fmla="*/ 269194 h 4939827"/>
              <a:gd name="connsiteX135" fmla="*/ 4635061 w 12192000"/>
              <a:gd name="connsiteY135" fmla="*/ 280682 h 4939827"/>
              <a:gd name="connsiteX136" fmla="*/ 4807427 w 12192000"/>
              <a:gd name="connsiteY136" fmla="*/ 276835 h 4939827"/>
              <a:gd name="connsiteX137" fmla="*/ 5028933 w 12192000"/>
              <a:gd name="connsiteY137" fmla="*/ 183887 h 4939827"/>
              <a:gd name="connsiteX138" fmla="*/ 5093642 w 12192000"/>
              <a:gd name="connsiteY138" fmla="*/ 177214 h 4939827"/>
              <a:gd name="connsiteX139" fmla="*/ 5102642 w 12192000"/>
              <a:gd name="connsiteY139" fmla="*/ 186816 h 4939827"/>
              <a:gd name="connsiteX140" fmla="*/ 5193590 w 12192000"/>
              <a:gd name="connsiteY140" fmla="*/ 156458 h 4939827"/>
              <a:gd name="connsiteX141" fmla="*/ 5323922 w 12192000"/>
              <a:gd name="connsiteY141" fmla="*/ 146332 h 4939827"/>
              <a:gd name="connsiteX142" fmla="*/ 5421860 w 12192000"/>
              <a:gd name="connsiteY142" fmla="*/ 167298 h 4939827"/>
              <a:gd name="connsiteX143" fmla="*/ 5476948 w 12192000"/>
              <a:gd name="connsiteY143" fmla="*/ 173249 h 4939827"/>
              <a:gd name="connsiteX144" fmla="*/ 5516842 w 12192000"/>
              <a:gd name="connsiteY144" fmla="*/ 184018 h 4939827"/>
              <a:gd name="connsiteX145" fmla="*/ 5619415 w 12192000"/>
              <a:gd name="connsiteY145" fmla="*/ 176781 h 4939827"/>
              <a:gd name="connsiteX146" fmla="*/ 5789867 w 12192000"/>
              <a:gd name="connsiteY146" fmla="*/ 150304 h 4939827"/>
              <a:gd name="connsiteX147" fmla="*/ 5825953 w 12192000"/>
              <a:gd name="connsiteY147" fmla="*/ 147907 h 4939827"/>
              <a:gd name="connsiteX148" fmla="*/ 5856168 w 12192000"/>
              <a:gd name="connsiteY148" fmla="*/ 158719 h 4939827"/>
              <a:gd name="connsiteX149" fmla="*/ 5862476 w 12192000"/>
              <a:gd name="connsiteY149" fmla="*/ 172447 h 4939827"/>
              <a:gd name="connsiteX150" fmla="*/ 5882195 w 12192000"/>
              <a:gd name="connsiteY150" fmla="*/ 173195 h 4939827"/>
              <a:gd name="connsiteX151" fmla="*/ 5887271 w 12192000"/>
              <a:gd name="connsiteY151" fmla="*/ 176084 h 4939827"/>
              <a:gd name="connsiteX152" fmla="*/ 5921577 w 12192000"/>
              <a:gd name="connsiteY152" fmla="*/ 169858 h 4939827"/>
              <a:gd name="connsiteX153" fmla="*/ 6184207 w 12192000"/>
              <a:gd name="connsiteY153" fmla="*/ 132658 h 4939827"/>
              <a:gd name="connsiteX154" fmla="*/ 6415830 w 12192000"/>
              <a:gd name="connsiteY154" fmla="*/ 136006 h 4939827"/>
              <a:gd name="connsiteX155" fmla="*/ 6756965 w 12192000"/>
              <a:gd name="connsiteY155" fmla="*/ 57636 h 4939827"/>
              <a:gd name="connsiteX156" fmla="*/ 6819400 w 12192000"/>
              <a:gd name="connsiteY156" fmla="*/ 30742 h 4939827"/>
              <a:gd name="connsiteX157" fmla="*/ 6986370 w 12192000"/>
              <a:gd name="connsiteY157" fmla="*/ 12659 h 4939827"/>
              <a:gd name="connsiteX158" fmla="*/ 6989536 w 12192000"/>
              <a:gd name="connsiteY158" fmla="*/ 14528 h 4939827"/>
              <a:gd name="connsiteX159" fmla="*/ 7015933 w 12192000"/>
              <a:gd name="connsiteY159" fmla="*/ 9653 h 4939827"/>
              <a:gd name="connsiteX160" fmla="*/ 7020592 w 12192000"/>
              <a:gd name="connsiteY160" fmla="*/ 1651 h 4939827"/>
              <a:gd name="connsiteX161" fmla="*/ 7025905 w 12192000"/>
              <a:gd name="connsiteY161" fmla="*/ 0 h 4939827"/>
              <a:gd name="connsiteX0" fmla="*/ 7025905 w 12192000"/>
              <a:gd name="connsiteY0" fmla="*/ 0 h 4939827"/>
              <a:gd name="connsiteX1" fmla="*/ 7032579 w 12192000"/>
              <a:gd name="connsiteY1" fmla="*/ 2808 h 4939827"/>
              <a:gd name="connsiteX2" fmla="*/ 7079505 w 12192000"/>
              <a:gd name="connsiteY2" fmla="*/ 12971 h 4939827"/>
              <a:gd name="connsiteX3" fmla="*/ 7158791 w 12192000"/>
              <a:gd name="connsiteY3" fmla="*/ 12462 h 4939827"/>
              <a:gd name="connsiteX4" fmla="*/ 7233338 w 12192000"/>
              <a:gd name="connsiteY4" fmla="*/ 24846 h 4939827"/>
              <a:gd name="connsiteX5" fmla="*/ 7259791 w 12192000"/>
              <a:gd name="connsiteY5" fmla="*/ 29557 h 4939827"/>
              <a:gd name="connsiteX6" fmla="*/ 7263923 w 12192000"/>
              <a:gd name="connsiteY6" fmla="*/ 35029 h 4939827"/>
              <a:gd name="connsiteX7" fmla="*/ 7281549 w 12192000"/>
              <a:gd name="connsiteY7" fmla="*/ 39654 h 4939827"/>
              <a:gd name="connsiteX8" fmla="*/ 7374735 w 12192000"/>
              <a:gd name="connsiteY8" fmla="*/ 65326 h 4939827"/>
              <a:gd name="connsiteX9" fmla="*/ 7376078 w 12192000"/>
              <a:gd name="connsiteY9" fmla="*/ 63849 h 4939827"/>
              <a:gd name="connsiteX10" fmla="*/ 7402026 w 12192000"/>
              <a:gd name="connsiteY10" fmla="*/ 60308 h 4939827"/>
              <a:gd name="connsiteX11" fmla="*/ 7415091 w 12192000"/>
              <a:gd name="connsiteY11" fmla="*/ 77403 h 4939827"/>
              <a:gd name="connsiteX12" fmla="*/ 7488682 w 12192000"/>
              <a:gd name="connsiteY12" fmla="*/ 83440 h 4939827"/>
              <a:gd name="connsiteX13" fmla="*/ 7732750 w 12192000"/>
              <a:gd name="connsiteY13" fmla="*/ 145456 h 4939827"/>
              <a:gd name="connsiteX14" fmla="*/ 7785900 w 12192000"/>
              <a:gd name="connsiteY14" fmla="*/ 154493 h 4939827"/>
              <a:gd name="connsiteX15" fmla="*/ 7952584 w 12192000"/>
              <a:gd name="connsiteY15" fmla="*/ 170181 h 4939827"/>
              <a:gd name="connsiteX16" fmla="*/ 8009534 w 12192000"/>
              <a:gd name="connsiteY16" fmla="*/ 176441 h 4939827"/>
              <a:gd name="connsiteX17" fmla="*/ 8058681 w 12192000"/>
              <a:gd name="connsiteY17" fmla="*/ 219431 h 4939827"/>
              <a:gd name="connsiteX18" fmla="*/ 8126175 w 12192000"/>
              <a:gd name="connsiteY18" fmla="*/ 240005 h 4939827"/>
              <a:gd name="connsiteX19" fmla="*/ 8166439 w 12192000"/>
              <a:gd name="connsiteY19" fmla="*/ 252699 h 4939827"/>
              <a:gd name="connsiteX20" fmla="*/ 8281371 w 12192000"/>
              <a:gd name="connsiteY20" fmla="*/ 256875 h 4939827"/>
              <a:gd name="connsiteX21" fmla="*/ 8381609 w 12192000"/>
              <a:gd name="connsiteY21" fmla="*/ 240618 h 4939827"/>
              <a:gd name="connsiteX22" fmla="*/ 8406759 w 12192000"/>
              <a:gd name="connsiteY22" fmla="*/ 232517 h 4939827"/>
              <a:gd name="connsiteX23" fmla="*/ 8426506 w 12192000"/>
              <a:gd name="connsiteY23" fmla="*/ 241842 h 4939827"/>
              <a:gd name="connsiteX24" fmla="*/ 8427949 w 12192000"/>
              <a:gd name="connsiteY24" fmla="*/ 240981 h 4939827"/>
              <a:gd name="connsiteX25" fmla="*/ 8441468 w 12192000"/>
              <a:gd name="connsiteY25" fmla="*/ 241157 h 4939827"/>
              <a:gd name="connsiteX26" fmla="*/ 8565757 w 12192000"/>
              <a:gd name="connsiteY26" fmla="*/ 255317 h 4939827"/>
              <a:gd name="connsiteX27" fmla="*/ 8573171 w 12192000"/>
              <a:gd name="connsiteY27" fmla="*/ 258426 h 4939827"/>
              <a:gd name="connsiteX28" fmla="*/ 8573548 w 12192000"/>
              <a:gd name="connsiteY28" fmla="*/ 258241 h 4939827"/>
              <a:gd name="connsiteX29" fmla="*/ 8581827 w 12192000"/>
              <a:gd name="connsiteY29" fmla="*/ 261028 h 4939827"/>
              <a:gd name="connsiteX30" fmla="*/ 8586687 w 12192000"/>
              <a:gd name="connsiteY30" fmla="*/ 264089 h 4939827"/>
              <a:gd name="connsiteX31" fmla="*/ 8601067 w 12192000"/>
              <a:gd name="connsiteY31" fmla="*/ 270114 h 4939827"/>
              <a:gd name="connsiteX32" fmla="*/ 8672650 w 12192000"/>
              <a:gd name="connsiteY32" fmla="*/ 254821 h 4939827"/>
              <a:gd name="connsiteX33" fmla="*/ 8785543 w 12192000"/>
              <a:gd name="connsiteY33" fmla="*/ 263406 h 4939827"/>
              <a:gd name="connsiteX34" fmla="*/ 8830588 w 12192000"/>
              <a:gd name="connsiteY34" fmla="*/ 265483 h 4939827"/>
              <a:gd name="connsiteX35" fmla="*/ 8905142 w 12192000"/>
              <a:gd name="connsiteY35" fmla="*/ 264958 h 4939827"/>
              <a:gd name="connsiteX36" fmla="*/ 8968582 w 12192000"/>
              <a:gd name="connsiteY36" fmla="*/ 262728 h 4939827"/>
              <a:gd name="connsiteX37" fmla="*/ 8972994 w 12192000"/>
              <a:gd name="connsiteY37" fmla="*/ 263284 h 4939827"/>
              <a:gd name="connsiteX38" fmla="*/ 9004605 w 12192000"/>
              <a:gd name="connsiteY38" fmla="*/ 258041 h 4939827"/>
              <a:gd name="connsiteX39" fmla="*/ 9016165 w 12192000"/>
              <a:gd name="connsiteY39" fmla="*/ 261258 h 4939827"/>
              <a:gd name="connsiteX40" fmla="*/ 9043297 w 12192000"/>
              <a:gd name="connsiteY40" fmla="*/ 281547 h 4939827"/>
              <a:gd name="connsiteX41" fmla="*/ 9048315 w 12192000"/>
              <a:gd name="connsiteY41" fmla="*/ 279264 h 4939827"/>
              <a:gd name="connsiteX42" fmla="*/ 9054706 w 12192000"/>
              <a:gd name="connsiteY42" fmla="*/ 278538 h 4939827"/>
              <a:gd name="connsiteX43" fmla="*/ 9070919 w 12192000"/>
              <a:gd name="connsiteY43" fmla="*/ 281810 h 4939827"/>
              <a:gd name="connsiteX44" fmla="*/ 9076813 w 12192000"/>
              <a:gd name="connsiteY44" fmla="*/ 283909 h 4939827"/>
              <a:gd name="connsiteX45" fmla="*/ 9085871 w 12192000"/>
              <a:gd name="connsiteY45" fmla="*/ 285133 h 4939827"/>
              <a:gd name="connsiteX46" fmla="*/ 9086159 w 12192000"/>
              <a:gd name="connsiteY46" fmla="*/ 284887 h 4939827"/>
              <a:gd name="connsiteX47" fmla="*/ 9134606 w 12192000"/>
              <a:gd name="connsiteY47" fmla="*/ 288168 h 4939827"/>
              <a:gd name="connsiteX48" fmla="*/ 9195590 w 12192000"/>
              <a:gd name="connsiteY48" fmla="*/ 279568 h 4939827"/>
              <a:gd name="connsiteX49" fmla="*/ 9219336 w 12192000"/>
              <a:gd name="connsiteY49" fmla="*/ 278133 h 4939827"/>
              <a:gd name="connsiteX50" fmla="*/ 9232362 w 12192000"/>
              <a:gd name="connsiteY50" fmla="*/ 275894 h 4939827"/>
              <a:gd name="connsiteX51" fmla="*/ 9233396 w 12192000"/>
              <a:gd name="connsiteY51" fmla="*/ 274803 h 4939827"/>
              <a:gd name="connsiteX52" fmla="*/ 9256213 w 12192000"/>
              <a:gd name="connsiteY52" fmla="*/ 281576 h 4939827"/>
              <a:gd name="connsiteX53" fmla="*/ 9371484 w 12192000"/>
              <a:gd name="connsiteY53" fmla="*/ 329634 h 4939827"/>
              <a:gd name="connsiteX54" fmla="*/ 9404829 w 12192000"/>
              <a:gd name="connsiteY54" fmla="*/ 339038 h 4939827"/>
              <a:gd name="connsiteX55" fmla="*/ 9427021 w 12192000"/>
              <a:gd name="connsiteY55" fmla="*/ 358784 h 4939827"/>
              <a:gd name="connsiteX56" fmla="*/ 9670844 w 12192000"/>
              <a:gd name="connsiteY56" fmla="*/ 405128 h 4939827"/>
              <a:gd name="connsiteX57" fmla="*/ 9816083 w 12192000"/>
              <a:gd name="connsiteY57" fmla="*/ 416573 h 4939827"/>
              <a:gd name="connsiteX58" fmla="*/ 9936741 w 12192000"/>
              <a:gd name="connsiteY58" fmla="*/ 437044 h 4939827"/>
              <a:gd name="connsiteX59" fmla="*/ 10050093 w 12192000"/>
              <a:gd name="connsiteY59" fmla="*/ 443783 h 4939827"/>
              <a:gd name="connsiteX60" fmla="*/ 10130090 w 12192000"/>
              <a:gd name="connsiteY60" fmla="*/ 459520 h 4939827"/>
              <a:gd name="connsiteX61" fmla="*/ 10173456 w 12192000"/>
              <a:gd name="connsiteY61" fmla="*/ 457749 h 4939827"/>
              <a:gd name="connsiteX62" fmla="*/ 10218232 w 12192000"/>
              <a:gd name="connsiteY62" fmla="*/ 459820 h 4939827"/>
              <a:gd name="connsiteX63" fmla="*/ 10354176 w 12192000"/>
              <a:gd name="connsiteY63" fmla="*/ 471377 h 4939827"/>
              <a:gd name="connsiteX64" fmla="*/ 10430681 w 12192000"/>
              <a:gd name="connsiteY64" fmla="*/ 481226 h 4939827"/>
              <a:gd name="connsiteX65" fmla="*/ 10478169 w 12192000"/>
              <a:gd name="connsiteY65" fmla="*/ 481774 h 4939827"/>
              <a:gd name="connsiteX66" fmla="*/ 10540907 w 12192000"/>
              <a:gd name="connsiteY66" fmla="*/ 485607 h 4939827"/>
              <a:gd name="connsiteX67" fmla="*/ 10614941 w 12192000"/>
              <a:gd name="connsiteY67" fmla="*/ 487592 h 4939827"/>
              <a:gd name="connsiteX68" fmla="*/ 10674098 w 12192000"/>
              <a:gd name="connsiteY68" fmla="*/ 521656 h 4939827"/>
              <a:gd name="connsiteX69" fmla="*/ 10874834 w 12192000"/>
              <a:gd name="connsiteY69" fmla="*/ 574867 h 4939827"/>
              <a:gd name="connsiteX70" fmla="*/ 10944981 w 12192000"/>
              <a:gd name="connsiteY70" fmla="*/ 615042 h 4939827"/>
              <a:gd name="connsiteX71" fmla="*/ 11006376 w 12192000"/>
              <a:gd name="connsiteY71" fmla="*/ 645957 h 4939827"/>
              <a:gd name="connsiteX72" fmla="*/ 11076308 w 12192000"/>
              <a:gd name="connsiteY72" fmla="*/ 675698 h 4939827"/>
              <a:gd name="connsiteX73" fmla="*/ 11148789 w 12192000"/>
              <a:gd name="connsiteY73" fmla="*/ 685041 h 4939827"/>
              <a:gd name="connsiteX74" fmla="*/ 11249129 w 12192000"/>
              <a:gd name="connsiteY74" fmla="*/ 684218 h 4939827"/>
              <a:gd name="connsiteX75" fmla="*/ 11299915 w 12192000"/>
              <a:gd name="connsiteY75" fmla="*/ 692177 h 4939827"/>
              <a:gd name="connsiteX76" fmla="*/ 11386973 w 12192000"/>
              <a:gd name="connsiteY76" fmla="*/ 708209 h 4939827"/>
              <a:gd name="connsiteX77" fmla="*/ 11500105 w 12192000"/>
              <a:gd name="connsiteY77" fmla="*/ 735014 h 4939827"/>
              <a:gd name="connsiteX78" fmla="*/ 11621735 w 12192000"/>
              <a:gd name="connsiteY78" fmla="*/ 789584 h 4939827"/>
              <a:gd name="connsiteX79" fmla="*/ 11691200 w 12192000"/>
              <a:gd name="connsiteY79" fmla="*/ 867902 h 4939827"/>
              <a:gd name="connsiteX80" fmla="*/ 11819427 w 12192000"/>
              <a:gd name="connsiteY80" fmla="*/ 911634 h 4939827"/>
              <a:gd name="connsiteX81" fmla="*/ 11969720 w 12192000"/>
              <a:gd name="connsiteY81" fmla="*/ 964737 h 4939827"/>
              <a:gd name="connsiteX82" fmla="*/ 12055766 w 12192000"/>
              <a:gd name="connsiteY82" fmla="*/ 991268 h 4939827"/>
              <a:gd name="connsiteX83" fmla="*/ 12171539 w 12192000"/>
              <a:gd name="connsiteY83" fmla="*/ 995427 h 4939827"/>
              <a:gd name="connsiteX84" fmla="*/ 12187831 w 12192000"/>
              <a:gd name="connsiteY84" fmla="*/ 996580 h 4939827"/>
              <a:gd name="connsiteX85" fmla="*/ 12192000 w 12192000"/>
              <a:gd name="connsiteY85" fmla="*/ 996726 h 4939827"/>
              <a:gd name="connsiteX86" fmla="*/ 12192000 w 12192000"/>
              <a:gd name="connsiteY86" fmla="*/ 4939827 h 4939827"/>
              <a:gd name="connsiteX87" fmla="*/ 0 w 12192000"/>
              <a:gd name="connsiteY87" fmla="*/ 4939827 h 4939827"/>
              <a:gd name="connsiteX88" fmla="*/ 0 w 12192000"/>
              <a:gd name="connsiteY88" fmla="*/ 512043 h 4939827"/>
              <a:gd name="connsiteX89" fmla="*/ 7381 w 12192000"/>
              <a:gd name="connsiteY89" fmla="*/ 512580 h 4939827"/>
              <a:gd name="connsiteX90" fmla="*/ 100029 w 12192000"/>
              <a:gd name="connsiteY90" fmla="*/ 504758 h 4939827"/>
              <a:gd name="connsiteX91" fmla="*/ 155244 w 12192000"/>
              <a:gd name="connsiteY91" fmla="*/ 525130 h 4939827"/>
              <a:gd name="connsiteX92" fmla="*/ 254366 w 12192000"/>
              <a:gd name="connsiteY92" fmla="*/ 534449 h 4939827"/>
              <a:gd name="connsiteX93" fmla="*/ 447292 w 12192000"/>
              <a:gd name="connsiteY93" fmla="*/ 542725 h 4939827"/>
              <a:gd name="connsiteX94" fmla="*/ 628105 w 12192000"/>
              <a:gd name="connsiteY94" fmla="*/ 547853 h 4939827"/>
              <a:gd name="connsiteX95" fmla="*/ 783146 w 12192000"/>
              <a:gd name="connsiteY95" fmla="*/ 591799 h 4939827"/>
              <a:gd name="connsiteX96" fmla="*/ 1043676 w 12192000"/>
              <a:gd name="connsiteY96" fmla="*/ 591887 h 4939827"/>
              <a:gd name="connsiteX97" fmla="*/ 1281816 w 12192000"/>
              <a:gd name="connsiteY97" fmla="*/ 520946 h 4939827"/>
              <a:gd name="connsiteX98" fmla="*/ 1486347 w 12192000"/>
              <a:gd name="connsiteY98" fmla="*/ 487310 h 4939827"/>
              <a:gd name="connsiteX99" fmla="*/ 1568079 w 12192000"/>
              <a:gd name="connsiteY99" fmla="*/ 462531 h 4939827"/>
              <a:gd name="connsiteX100" fmla="*/ 1622516 w 12192000"/>
              <a:gd name="connsiteY100" fmla="*/ 466058 h 4939827"/>
              <a:gd name="connsiteX101" fmla="*/ 1655457 w 12192000"/>
              <a:gd name="connsiteY101" fmla="*/ 465359 h 4939827"/>
              <a:gd name="connsiteX102" fmla="*/ 1717454 w 12192000"/>
              <a:gd name="connsiteY102" fmla="*/ 417203 h 4939827"/>
              <a:gd name="connsiteX103" fmla="*/ 1913794 w 12192000"/>
              <a:gd name="connsiteY103" fmla="*/ 365255 h 4939827"/>
              <a:gd name="connsiteX104" fmla="*/ 2129762 w 12192000"/>
              <a:gd name="connsiteY104" fmla="*/ 367832 h 4939827"/>
              <a:gd name="connsiteX105" fmla="*/ 2376970 w 12192000"/>
              <a:gd name="connsiteY105" fmla="*/ 350129 h 4939827"/>
              <a:gd name="connsiteX106" fmla="*/ 2480155 w 12192000"/>
              <a:gd name="connsiteY106" fmla="*/ 359227 h 4939827"/>
              <a:gd name="connsiteX107" fmla="*/ 2586782 w 12192000"/>
              <a:gd name="connsiteY107" fmla="*/ 339352 h 4939827"/>
              <a:gd name="connsiteX108" fmla="*/ 2679617 w 12192000"/>
              <a:gd name="connsiteY108" fmla="*/ 305383 h 4939827"/>
              <a:gd name="connsiteX109" fmla="*/ 2788947 w 12192000"/>
              <a:gd name="connsiteY109" fmla="*/ 250375 h 4939827"/>
              <a:gd name="connsiteX110" fmla="*/ 2965530 w 12192000"/>
              <a:gd name="connsiteY110" fmla="*/ 245958 h 4939827"/>
              <a:gd name="connsiteX111" fmla="*/ 3103677 w 12192000"/>
              <a:gd name="connsiteY111" fmla="*/ 209527 h 4939827"/>
              <a:gd name="connsiteX112" fmla="*/ 3126759 w 12192000"/>
              <a:gd name="connsiteY112" fmla="*/ 211226 h 4939827"/>
              <a:gd name="connsiteX113" fmla="*/ 3164020 w 12192000"/>
              <a:gd name="connsiteY113" fmla="*/ 212779 h 4939827"/>
              <a:gd name="connsiteX114" fmla="*/ 3285019 w 12192000"/>
              <a:gd name="connsiteY114" fmla="*/ 220535 h 4939827"/>
              <a:gd name="connsiteX115" fmla="*/ 3365154 w 12192000"/>
              <a:gd name="connsiteY115" fmla="*/ 226416 h 4939827"/>
              <a:gd name="connsiteX116" fmla="*/ 3367507 w 12192000"/>
              <a:gd name="connsiteY116" fmla="*/ 225416 h 4939827"/>
              <a:gd name="connsiteX117" fmla="*/ 3387567 w 12192000"/>
              <a:gd name="connsiteY117" fmla="*/ 227103 h 4939827"/>
              <a:gd name="connsiteX118" fmla="*/ 3498001 w 12192000"/>
              <a:gd name="connsiteY118" fmla="*/ 231941 h 4939827"/>
              <a:gd name="connsiteX119" fmla="*/ 3561557 w 12192000"/>
              <a:gd name="connsiteY119" fmla="*/ 228095 h 4939827"/>
              <a:gd name="connsiteX120" fmla="*/ 3611920 w 12192000"/>
              <a:gd name="connsiteY120" fmla="*/ 218094 h 4939827"/>
              <a:gd name="connsiteX121" fmla="*/ 3620528 w 12192000"/>
              <a:gd name="connsiteY121" fmla="*/ 218788 h 4939827"/>
              <a:gd name="connsiteX122" fmla="*/ 3620766 w 12192000"/>
              <a:gd name="connsiteY122" fmla="*/ 218511 h 4939827"/>
              <a:gd name="connsiteX123" fmla="*/ 3629977 w 12192000"/>
              <a:gd name="connsiteY123" fmla="*/ 218664 h 4939827"/>
              <a:gd name="connsiteX124" fmla="*/ 3636217 w 12192000"/>
              <a:gd name="connsiteY124" fmla="*/ 220048 h 4939827"/>
              <a:gd name="connsiteX125" fmla="*/ 3709484 w 12192000"/>
              <a:gd name="connsiteY125" fmla="*/ 186927 h 4939827"/>
              <a:gd name="connsiteX126" fmla="*/ 3761342 w 12192000"/>
              <a:gd name="connsiteY126" fmla="*/ 177474 h 4939827"/>
              <a:gd name="connsiteX127" fmla="*/ 3799748 w 12192000"/>
              <a:gd name="connsiteY127" fmla="*/ 167154 h 4939827"/>
              <a:gd name="connsiteX128" fmla="*/ 3922756 w 12192000"/>
              <a:gd name="connsiteY128" fmla="*/ 194044 h 4939827"/>
              <a:gd name="connsiteX129" fmla="*/ 4028476 w 12192000"/>
              <a:gd name="connsiteY129" fmla="*/ 223679 h 4939827"/>
              <a:gd name="connsiteX130" fmla="*/ 4191582 w 12192000"/>
              <a:gd name="connsiteY130" fmla="*/ 238952 h 4939827"/>
              <a:gd name="connsiteX131" fmla="*/ 4251024 w 12192000"/>
              <a:gd name="connsiteY131" fmla="*/ 240874 h 4939827"/>
              <a:gd name="connsiteX132" fmla="*/ 4355275 w 12192000"/>
              <a:gd name="connsiteY132" fmla="*/ 260205 h 4939827"/>
              <a:gd name="connsiteX133" fmla="*/ 4423807 w 12192000"/>
              <a:gd name="connsiteY133" fmla="*/ 270366 h 4939827"/>
              <a:gd name="connsiteX134" fmla="*/ 4558432 w 12192000"/>
              <a:gd name="connsiteY134" fmla="*/ 269194 h 4939827"/>
              <a:gd name="connsiteX135" fmla="*/ 4635061 w 12192000"/>
              <a:gd name="connsiteY135" fmla="*/ 280682 h 4939827"/>
              <a:gd name="connsiteX136" fmla="*/ 4807427 w 12192000"/>
              <a:gd name="connsiteY136" fmla="*/ 276835 h 4939827"/>
              <a:gd name="connsiteX137" fmla="*/ 5028933 w 12192000"/>
              <a:gd name="connsiteY137" fmla="*/ 183887 h 4939827"/>
              <a:gd name="connsiteX138" fmla="*/ 5093642 w 12192000"/>
              <a:gd name="connsiteY138" fmla="*/ 177214 h 4939827"/>
              <a:gd name="connsiteX139" fmla="*/ 5102642 w 12192000"/>
              <a:gd name="connsiteY139" fmla="*/ 186816 h 4939827"/>
              <a:gd name="connsiteX140" fmla="*/ 5193590 w 12192000"/>
              <a:gd name="connsiteY140" fmla="*/ 156458 h 4939827"/>
              <a:gd name="connsiteX141" fmla="*/ 5323922 w 12192000"/>
              <a:gd name="connsiteY141" fmla="*/ 146332 h 4939827"/>
              <a:gd name="connsiteX142" fmla="*/ 5421860 w 12192000"/>
              <a:gd name="connsiteY142" fmla="*/ 167298 h 4939827"/>
              <a:gd name="connsiteX143" fmla="*/ 5476948 w 12192000"/>
              <a:gd name="connsiteY143" fmla="*/ 173249 h 4939827"/>
              <a:gd name="connsiteX144" fmla="*/ 5516842 w 12192000"/>
              <a:gd name="connsiteY144" fmla="*/ 184018 h 4939827"/>
              <a:gd name="connsiteX145" fmla="*/ 5619415 w 12192000"/>
              <a:gd name="connsiteY145" fmla="*/ 176781 h 4939827"/>
              <a:gd name="connsiteX146" fmla="*/ 5789867 w 12192000"/>
              <a:gd name="connsiteY146" fmla="*/ 150304 h 4939827"/>
              <a:gd name="connsiteX147" fmla="*/ 5825953 w 12192000"/>
              <a:gd name="connsiteY147" fmla="*/ 147907 h 4939827"/>
              <a:gd name="connsiteX148" fmla="*/ 5856168 w 12192000"/>
              <a:gd name="connsiteY148" fmla="*/ 158719 h 4939827"/>
              <a:gd name="connsiteX149" fmla="*/ 5862476 w 12192000"/>
              <a:gd name="connsiteY149" fmla="*/ 172447 h 4939827"/>
              <a:gd name="connsiteX150" fmla="*/ 5882195 w 12192000"/>
              <a:gd name="connsiteY150" fmla="*/ 173195 h 4939827"/>
              <a:gd name="connsiteX151" fmla="*/ 5887271 w 12192000"/>
              <a:gd name="connsiteY151" fmla="*/ 176084 h 4939827"/>
              <a:gd name="connsiteX152" fmla="*/ 6001964 w 12192000"/>
              <a:gd name="connsiteY152" fmla="*/ 154786 h 4939827"/>
              <a:gd name="connsiteX153" fmla="*/ 6184207 w 12192000"/>
              <a:gd name="connsiteY153" fmla="*/ 132658 h 4939827"/>
              <a:gd name="connsiteX154" fmla="*/ 6415830 w 12192000"/>
              <a:gd name="connsiteY154" fmla="*/ 136006 h 4939827"/>
              <a:gd name="connsiteX155" fmla="*/ 6756965 w 12192000"/>
              <a:gd name="connsiteY155" fmla="*/ 57636 h 4939827"/>
              <a:gd name="connsiteX156" fmla="*/ 6819400 w 12192000"/>
              <a:gd name="connsiteY156" fmla="*/ 30742 h 4939827"/>
              <a:gd name="connsiteX157" fmla="*/ 6986370 w 12192000"/>
              <a:gd name="connsiteY157" fmla="*/ 12659 h 4939827"/>
              <a:gd name="connsiteX158" fmla="*/ 6989536 w 12192000"/>
              <a:gd name="connsiteY158" fmla="*/ 14528 h 4939827"/>
              <a:gd name="connsiteX159" fmla="*/ 7015933 w 12192000"/>
              <a:gd name="connsiteY159" fmla="*/ 9653 h 4939827"/>
              <a:gd name="connsiteX160" fmla="*/ 7020592 w 12192000"/>
              <a:gd name="connsiteY160" fmla="*/ 1651 h 4939827"/>
              <a:gd name="connsiteX161" fmla="*/ 7025905 w 12192000"/>
              <a:gd name="connsiteY161" fmla="*/ 0 h 4939827"/>
              <a:gd name="connsiteX0" fmla="*/ 7025905 w 12192000"/>
              <a:gd name="connsiteY0" fmla="*/ 0 h 4939827"/>
              <a:gd name="connsiteX1" fmla="*/ 7032579 w 12192000"/>
              <a:gd name="connsiteY1" fmla="*/ 2808 h 4939827"/>
              <a:gd name="connsiteX2" fmla="*/ 7079505 w 12192000"/>
              <a:gd name="connsiteY2" fmla="*/ 12971 h 4939827"/>
              <a:gd name="connsiteX3" fmla="*/ 7158791 w 12192000"/>
              <a:gd name="connsiteY3" fmla="*/ 12462 h 4939827"/>
              <a:gd name="connsiteX4" fmla="*/ 7233338 w 12192000"/>
              <a:gd name="connsiteY4" fmla="*/ 24846 h 4939827"/>
              <a:gd name="connsiteX5" fmla="*/ 7259791 w 12192000"/>
              <a:gd name="connsiteY5" fmla="*/ 29557 h 4939827"/>
              <a:gd name="connsiteX6" fmla="*/ 7263923 w 12192000"/>
              <a:gd name="connsiteY6" fmla="*/ 35029 h 4939827"/>
              <a:gd name="connsiteX7" fmla="*/ 7281549 w 12192000"/>
              <a:gd name="connsiteY7" fmla="*/ 39654 h 4939827"/>
              <a:gd name="connsiteX8" fmla="*/ 7374735 w 12192000"/>
              <a:gd name="connsiteY8" fmla="*/ 65326 h 4939827"/>
              <a:gd name="connsiteX9" fmla="*/ 7376078 w 12192000"/>
              <a:gd name="connsiteY9" fmla="*/ 63849 h 4939827"/>
              <a:gd name="connsiteX10" fmla="*/ 7402026 w 12192000"/>
              <a:gd name="connsiteY10" fmla="*/ 60308 h 4939827"/>
              <a:gd name="connsiteX11" fmla="*/ 7415091 w 12192000"/>
              <a:gd name="connsiteY11" fmla="*/ 77403 h 4939827"/>
              <a:gd name="connsiteX12" fmla="*/ 7488682 w 12192000"/>
              <a:gd name="connsiteY12" fmla="*/ 83440 h 4939827"/>
              <a:gd name="connsiteX13" fmla="*/ 7732750 w 12192000"/>
              <a:gd name="connsiteY13" fmla="*/ 145456 h 4939827"/>
              <a:gd name="connsiteX14" fmla="*/ 7785900 w 12192000"/>
              <a:gd name="connsiteY14" fmla="*/ 154493 h 4939827"/>
              <a:gd name="connsiteX15" fmla="*/ 7952584 w 12192000"/>
              <a:gd name="connsiteY15" fmla="*/ 170181 h 4939827"/>
              <a:gd name="connsiteX16" fmla="*/ 8009534 w 12192000"/>
              <a:gd name="connsiteY16" fmla="*/ 176441 h 4939827"/>
              <a:gd name="connsiteX17" fmla="*/ 8058681 w 12192000"/>
              <a:gd name="connsiteY17" fmla="*/ 219431 h 4939827"/>
              <a:gd name="connsiteX18" fmla="*/ 8126175 w 12192000"/>
              <a:gd name="connsiteY18" fmla="*/ 240005 h 4939827"/>
              <a:gd name="connsiteX19" fmla="*/ 8166439 w 12192000"/>
              <a:gd name="connsiteY19" fmla="*/ 252699 h 4939827"/>
              <a:gd name="connsiteX20" fmla="*/ 8281371 w 12192000"/>
              <a:gd name="connsiteY20" fmla="*/ 256875 h 4939827"/>
              <a:gd name="connsiteX21" fmla="*/ 8381609 w 12192000"/>
              <a:gd name="connsiteY21" fmla="*/ 240618 h 4939827"/>
              <a:gd name="connsiteX22" fmla="*/ 8406759 w 12192000"/>
              <a:gd name="connsiteY22" fmla="*/ 232517 h 4939827"/>
              <a:gd name="connsiteX23" fmla="*/ 8426506 w 12192000"/>
              <a:gd name="connsiteY23" fmla="*/ 241842 h 4939827"/>
              <a:gd name="connsiteX24" fmla="*/ 8427949 w 12192000"/>
              <a:gd name="connsiteY24" fmla="*/ 240981 h 4939827"/>
              <a:gd name="connsiteX25" fmla="*/ 8441468 w 12192000"/>
              <a:gd name="connsiteY25" fmla="*/ 241157 h 4939827"/>
              <a:gd name="connsiteX26" fmla="*/ 8565757 w 12192000"/>
              <a:gd name="connsiteY26" fmla="*/ 255317 h 4939827"/>
              <a:gd name="connsiteX27" fmla="*/ 8573171 w 12192000"/>
              <a:gd name="connsiteY27" fmla="*/ 258426 h 4939827"/>
              <a:gd name="connsiteX28" fmla="*/ 8573548 w 12192000"/>
              <a:gd name="connsiteY28" fmla="*/ 258241 h 4939827"/>
              <a:gd name="connsiteX29" fmla="*/ 8581827 w 12192000"/>
              <a:gd name="connsiteY29" fmla="*/ 261028 h 4939827"/>
              <a:gd name="connsiteX30" fmla="*/ 8586687 w 12192000"/>
              <a:gd name="connsiteY30" fmla="*/ 264089 h 4939827"/>
              <a:gd name="connsiteX31" fmla="*/ 8601067 w 12192000"/>
              <a:gd name="connsiteY31" fmla="*/ 270114 h 4939827"/>
              <a:gd name="connsiteX32" fmla="*/ 8672650 w 12192000"/>
              <a:gd name="connsiteY32" fmla="*/ 254821 h 4939827"/>
              <a:gd name="connsiteX33" fmla="*/ 8785543 w 12192000"/>
              <a:gd name="connsiteY33" fmla="*/ 263406 h 4939827"/>
              <a:gd name="connsiteX34" fmla="*/ 8830588 w 12192000"/>
              <a:gd name="connsiteY34" fmla="*/ 265483 h 4939827"/>
              <a:gd name="connsiteX35" fmla="*/ 8905142 w 12192000"/>
              <a:gd name="connsiteY35" fmla="*/ 264958 h 4939827"/>
              <a:gd name="connsiteX36" fmla="*/ 8968582 w 12192000"/>
              <a:gd name="connsiteY36" fmla="*/ 262728 h 4939827"/>
              <a:gd name="connsiteX37" fmla="*/ 8972994 w 12192000"/>
              <a:gd name="connsiteY37" fmla="*/ 263284 h 4939827"/>
              <a:gd name="connsiteX38" fmla="*/ 9004605 w 12192000"/>
              <a:gd name="connsiteY38" fmla="*/ 258041 h 4939827"/>
              <a:gd name="connsiteX39" fmla="*/ 9016165 w 12192000"/>
              <a:gd name="connsiteY39" fmla="*/ 261258 h 4939827"/>
              <a:gd name="connsiteX40" fmla="*/ 9043297 w 12192000"/>
              <a:gd name="connsiteY40" fmla="*/ 281547 h 4939827"/>
              <a:gd name="connsiteX41" fmla="*/ 9048315 w 12192000"/>
              <a:gd name="connsiteY41" fmla="*/ 279264 h 4939827"/>
              <a:gd name="connsiteX42" fmla="*/ 9054706 w 12192000"/>
              <a:gd name="connsiteY42" fmla="*/ 278538 h 4939827"/>
              <a:gd name="connsiteX43" fmla="*/ 9070919 w 12192000"/>
              <a:gd name="connsiteY43" fmla="*/ 281810 h 4939827"/>
              <a:gd name="connsiteX44" fmla="*/ 9076813 w 12192000"/>
              <a:gd name="connsiteY44" fmla="*/ 283909 h 4939827"/>
              <a:gd name="connsiteX45" fmla="*/ 9085871 w 12192000"/>
              <a:gd name="connsiteY45" fmla="*/ 285133 h 4939827"/>
              <a:gd name="connsiteX46" fmla="*/ 9086159 w 12192000"/>
              <a:gd name="connsiteY46" fmla="*/ 284887 h 4939827"/>
              <a:gd name="connsiteX47" fmla="*/ 9134606 w 12192000"/>
              <a:gd name="connsiteY47" fmla="*/ 288168 h 4939827"/>
              <a:gd name="connsiteX48" fmla="*/ 9195590 w 12192000"/>
              <a:gd name="connsiteY48" fmla="*/ 279568 h 4939827"/>
              <a:gd name="connsiteX49" fmla="*/ 9219336 w 12192000"/>
              <a:gd name="connsiteY49" fmla="*/ 278133 h 4939827"/>
              <a:gd name="connsiteX50" fmla="*/ 9232362 w 12192000"/>
              <a:gd name="connsiteY50" fmla="*/ 275894 h 4939827"/>
              <a:gd name="connsiteX51" fmla="*/ 9233396 w 12192000"/>
              <a:gd name="connsiteY51" fmla="*/ 274803 h 4939827"/>
              <a:gd name="connsiteX52" fmla="*/ 9256213 w 12192000"/>
              <a:gd name="connsiteY52" fmla="*/ 281576 h 4939827"/>
              <a:gd name="connsiteX53" fmla="*/ 9371484 w 12192000"/>
              <a:gd name="connsiteY53" fmla="*/ 329634 h 4939827"/>
              <a:gd name="connsiteX54" fmla="*/ 9404829 w 12192000"/>
              <a:gd name="connsiteY54" fmla="*/ 339038 h 4939827"/>
              <a:gd name="connsiteX55" fmla="*/ 9427021 w 12192000"/>
              <a:gd name="connsiteY55" fmla="*/ 358784 h 4939827"/>
              <a:gd name="connsiteX56" fmla="*/ 9670844 w 12192000"/>
              <a:gd name="connsiteY56" fmla="*/ 405128 h 4939827"/>
              <a:gd name="connsiteX57" fmla="*/ 9816083 w 12192000"/>
              <a:gd name="connsiteY57" fmla="*/ 416573 h 4939827"/>
              <a:gd name="connsiteX58" fmla="*/ 9936741 w 12192000"/>
              <a:gd name="connsiteY58" fmla="*/ 437044 h 4939827"/>
              <a:gd name="connsiteX59" fmla="*/ 10050093 w 12192000"/>
              <a:gd name="connsiteY59" fmla="*/ 443783 h 4939827"/>
              <a:gd name="connsiteX60" fmla="*/ 10130090 w 12192000"/>
              <a:gd name="connsiteY60" fmla="*/ 459520 h 4939827"/>
              <a:gd name="connsiteX61" fmla="*/ 10173456 w 12192000"/>
              <a:gd name="connsiteY61" fmla="*/ 457749 h 4939827"/>
              <a:gd name="connsiteX62" fmla="*/ 10218232 w 12192000"/>
              <a:gd name="connsiteY62" fmla="*/ 459820 h 4939827"/>
              <a:gd name="connsiteX63" fmla="*/ 10354176 w 12192000"/>
              <a:gd name="connsiteY63" fmla="*/ 471377 h 4939827"/>
              <a:gd name="connsiteX64" fmla="*/ 10430681 w 12192000"/>
              <a:gd name="connsiteY64" fmla="*/ 481226 h 4939827"/>
              <a:gd name="connsiteX65" fmla="*/ 10478169 w 12192000"/>
              <a:gd name="connsiteY65" fmla="*/ 481774 h 4939827"/>
              <a:gd name="connsiteX66" fmla="*/ 10540907 w 12192000"/>
              <a:gd name="connsiteY66" fmla="*/ 485607 h 4939827"/>
              <a:gd name="connsiteX67" fmla="*/ 10614941 w 12192000"/>
              <a:gd name="connsiteY67" fmla="*/ 487592 h 4939827"/>
              <a:gd name="connsiteX68" fmla="*/ 10674098 w 12192000"/>
              <a:gd name="connsiteY68" fmla="*/ 521656 h 4939827"/>
              <a:gd name="connsiteX69" fmla="*/ 10874834 w 12192000"/>
              <a:gd name="connsiteY69" fmla="*/ 574867 h 4939827"/>
              <a:gd name="connsiteX70" fmla="*/ 10944981 w 12192000"/>
              <a:gd name="connsiteY70" fmla="*/ 615042 h 4939827"/>
              <a:gd name="connsiteX71" fmla="*/ 11006376 w 12192000"/>
              <a:gd name="connsiteY71" fmla="*/ 645957 h 4939827"/>
              <a:gd name="connsiteX72" fmla="*/ 11076308 w 12192000"/>
              <a:gd name="connsiteY72" fmla="*/ 675698 h 4939827"/>
              <a:gd name="connsiteX73" fmla="*/ 11148789 w 12192000"/>
              <a:gd name="connsiteY73" fmla="*/ 685041 h 4939827"/>
              <a:gd name="connsiteX74" fmla="*/ 11249129 w 12192000"/>
              <a:gd name="connsiteY74" fmla="*/ 684218 h 4939827"/>
              <a:gd name="connsiteX75" fmla="*/ 11299915 w 12192000"/>
              <a:gd name="connsiteY75" fmla="*/ 692177 h 4939827"/>
              <a:gd name="connsiteX76" fmla="*/ 11386973 w 12192000"/>
              <a:gd name="connsiteY76" fmla="*/ 708209 h 4939827"/>
              <a:gd name="connsiteX77" fmla="*/ 11500105 w 12192000"/>
              <a:gd name="connsiteY77" fmla="*/ 735014 h 4939827"/>
              <a:gd name="connsiteX78" fmla="*/ 11621735 w 12192000"/>
              <a:gd name="connsiteY78" fmla="*/ 789584 h 4939827"/>
              <a:gd name="connsiteX79" fmla="*/ 11691200 w 12192000"/>
              <a:gd name="connsiteY79" fmla="*/ 867902 h 4939827"/>
              <a:gd name="connsiteX80" fmla="*/ 11819427 w 12192000"/>
              <a:gd name="connsiteY80" fmla="*/ 911634 h 4939827"/>
              <a:gd name="connsiteX81" fmla="*/ 11969720 w 12192000"/>
              <a:gd name="connsiteY81" fmla="*/ 964737 h 4939827"/>
              <a:gd name="connsiteX82" fmla="*/ 12055766 w 12192000"/>
              <a:gd name="connsiteY82" fmla="*/ 991268 h 4939827"/>
              <a:gd name="connsiteX83" fmla="*/ 12171539 w 12192000"/>
              <a:gd name="connsiteY83" fmla="*/ 995427 h 4939827"/>
              <a:gd name="connsiteX84" fmla="*/ 12187831 w 12192000"/>
              <a:gd name="connsiteY84" fmla="*/ 996580 h 4939827"/>
              <a:gd name="connsiteX85" fmla="*/ 12192000 w 12192000"/>
              <a:gd name="connsiteY85" fmla="*/ 996726 h 4939827"/>
              <a:gd name="connsiteX86" fmla="*/ 12192000 w 12192000"/>
              <a:gd name="connsiteY86" fmla="*/ 4939827 h 4939827"/>
              <a:gd name="connsiteX87" fmla="*/ 0 w 12192000"/>
              <a:gd name="connsiteY87" fmla="*/ 4939827 h 4939827"/>
              <a:gd name="connsiteX88" fmla="*/ 0 w 12192000"/>
              <a:gd name="connsiteY88" fmla="*/ 512043 h 4939827"/>
              <a:gd name="connsiteX89" fmla="*/ 7381 w 12192000"/>
              <a:gd name="connsiteY89" fmla="*/ 512580 h 4939827"/>
              <a:gd name="connsiteX90" fmla="*/ 100029 w 12192000"/>
              <a:gd name="connsiteY90" fmla="*/ 504758 h 4939827"/>
              <a:gd name="connsiteX91" fmla="*/ 155244 w 12192000"/>
              <a:gd name="connsiteY91" fmla="*/ 525130 h 4939827"/>
              <a:gd name="connsiteX92" fmla="*/ 254366 w 12192000"/>
              <a:gd name="connsiteY92" fmla="*/ 534449 h 4939827"/>
              <a:gd name="connsiteX93" fmla="*/ 447292 w 12192000"/>
              <a:gd name="connsiteY93" fmla="*/ 542725 h 4939827"/>
              <a:gd name="connsiteX94" fmla="*/ 628105 w 12192000"/>
              <a:gd name="connsiteY94" fmla="*/ 547853 h 4939827"/>
              <a:gd name="connsiteX95" fmla="*/ 783146 w 12192000"/>
              <a:gd name="connsiteY95" fmla="*/ 591799 h 4939827"/>
              <a:gd name="connsiteX96" fmla="*/ 1043676 w 12192000"/>
              <a:gd name="connsiteY96" fmla="*/ 591887 h 4939827"/>
              <a:gd name="connsiteX97" fmla="*/ 1281816 w 12192000"/>
              <a:gd name="connsiteY97" fmla="*/ 520946 h 4939827"/>
              <a:gd name="connsiteX98" fmla="*/ 1486347 w 12192000"/>
              <a:gd name="connsiteY98" fmla="*/ 487310 h 4939827"/>
              <a:gd name="connsiteX99" fmla="*/ 1568079 w 12192000"/>
              <a:gd name="connsiteY99" fmla="*/ 462531 h 4939827"/>
              <a:gd name="connsiteX100" fmla="*/ 1622516 w 12192000"/>
              <a:gd name="connsiteY100" fmla="*/ 466058 h 4939827"/>
              <a:gd name="connsiteX101" fmla="*/ 1655457 w 12192000"/>
              <a:gd name="connsiteY101" fmla="*/ 465359 h 4939827"/>
              <a:gd name="connsiteX102" fmla="*/ 1717454 w 12192000"/>
              <a:gd name="connsiteY102" fmla="*/ 417203 h 4939827"/>
              <a:gd name="connsiteX103" fmla="*/ 1913794 w 12192000"/>
              <a:gd name="connsiteY103" fmla="*/ 365255 h 4939827"/>
              <a:gd name="connsiteX104" fmla="*/ 2129762 w 12192000"/>
              <a:gd name="connsiteY104" fmla="*/ 367832 h 4939827"/>
              <a:gd name="connsiteX105" fmla="*/ 2376970 w 12192000"/>
              <a:gd name="connsiteY105" fmla="*/ 350129 h 4939827"/>
              <a:gd name="connsiteX106" fmla="*/ 2480155 w 12192000"/>
              <a:gd name="connsiteY106" fmla="*/ 359227 h 4939827"/>
              <a:gd name="connsiteX107" fmla="*/ 2586782 w 12192000"/>
              <a:gd name="connsiteY107" fmla="*/ 339352 h 4939827"/>
              <a:gd name="connsiteX108" fmla="*/ 2679617 w 12192000"/>
              <a:gd name="connsiteY108" fmla="*/ 305383 h 4939827"/>
              <a:gd name="connsiteX109" fmla="*/ 2788947 w 12192000"/>
              <a:gd name="connsiteY109" fmla="*/ 250375 h 4939827"/>
              <a:gd name="connsiteX110" fmla="*/ 2965530 w 12192000"/>
              <a:gd name="connsiteY110" fmla="*/ 245958 h 4939827"/>
              <a:gd name="connsiteX111" fmla="*/ 3103677 w 12192000"/>
              <a:gd name="connsiteY111" fmla="*/ 209527 h 4939827"/>
              <a:gd name="connsiteX112" fmla="*/ 3126759 w 12192000"/>
              <a:gd name="connsiteY112" fmla="*/ 211226 h 4939827"/>
              <a:gd name="connsiteX113" fmla="*/ 3164020 w 12192000"/>
              <a:gd name="connsiteY113" fmla="*/ 212779 h 4939827"/>
              <a:gd name="connsiteX114" fmla="*/ 3285019 w 12192000"/>
              <a:gd name="connsiteY114" fmla="*/ 220535 h 4939827"/>
              <a:gd name="connsiteX115" fmla="*/ 3365154 w 12192000"/>
              <a:gd name="connsiteY115" fmla="*/ 226416 h 4939827"/>
              <a:gd name="connsiteX116" fmla="*/ 3367507 w 12192000"/>
              <a:gd name="connsiteY116" fmla="*/ 225416 h 4939827"/>
              <a:gd name="connsiteX117" fmla="*/ 3387567 w 12192000"/>
              <a:gd name="connsiteY117" fmla="*/ 227103 h 4939827"/>
              <a:gd name="connsiteX118" fmla="*/ 3498001 w 12192000"/>
              <a:gd name="connsiteY118" fmla="*/ 231941 h 4939827"/>
              <a:gd name="connsiteX119" fmla="*/ 3561557 w 12192000"/>
              <a:gd name="connsiteY119" fmla="*/ 228095 h 4939827"/>
              <a:gd name="connsiteX120" fmla="*/ 3611920 w 12192000"/>
              <a:gd name="connsiteY120" fmla="*/ 218094 h 4939827"/>
              <a:gd name="connsiteX121" fmla="*/ 3620528 w 12192000"/>
              <a:gd name="connsiteY121" fmla="*/ 218788 h 4939827"/>
              <a:gd name="connsiteX122" fmla="*/ 3620766 w 12192000"/>
              <a:gd name="connsiteY122" fmla="*/ 218511 h 4939827"/>
              <a:gd name="connsiteX123" fmla="*/ 3629977 w 12192000"/>
              <a:gd name="connsiteY123" fmla="*/ 218664 h 4939827"/>
              <a:gd name="connsiteX124" fmla="*/ 3636217 w 12192000"/>
              <a:gd name="connsiteY124" fmla="*/ 220048 h 4939827"/>
              <a:gd name="connsiteX125" fmla="*/ 3709484 w 12192000"/>
              <a:gd name="connsiteY125" fmla="*/ 186927 h 4939827"/>
              <a:gd name="connsiteX126" fmla="*/ 3761342 w 12192000"/>
              <a:gd name="connsiteY126" fmla="*/ 177474 h 4939827"/>
              <a:gd name="connsiteX127" fmla="*/ 3799748 w 12192000"/>
              <a:gd name="connsiteY127" fmla="*/ 167154 h 4939827"/>
              <a:gd name="connsiteX128" fmla="*/ 3922756 w 12192000"/>
              <a:gd name="connsiteY128" fmla="*/ 194044 h 4939827"/>
              <a:gd name="connsiteX129" fmla="*/ 4028476 w 12192000"/>
              <a:gd name="connsiteY129" fmla="*/ 223679 h 4939827"/>
              <a:gd name="connsiteX130" fmla="*/ 4191582 w 12192000"/>
              <a:gd name="connsiteY130" fmla="*/ 238952 h 4939827"/>
              <a:gd name="connsiteX131" fmla="*/ 4251024 w 12192000"/>
              <a:gd name="connsiteY131" fmla="*/ 240874 h 4939827"/>
              <a:gd name="connsiteX132" fmla="*/ 4355275 w 12192000"/>
              <a:gd name="connsiteY132" fmla="*/ 260205 h 4939827"/>
              <a:gd name="connsiteX133" fmla="*/ 4423807 w 12192000"/>
              <a:gd name="connsiteY133" fmla="*/ 270366 h 4939827"/>
              <a:gd name="connsiteX134" fmla="*/ 4558432 w 12192000"/>
              <a:gd name="connsiteY134" fmla="*/ 269194 h 4939827"/>
              <a:gd name="connsiteX135" fmla="*/ 4635061 w 12192000"/>
              <a:gd name="connsiteY135" fmla="*/ 280682 h 4939827"/>
              <a:gd name="connsiteX136" fmla="*/ 4807427 w 12192000"/>
              <a:gd name="connsiteY136" fmla="*/ 276835 h 4939827"/>
              <a:gd name="connsiteX137" fmla="*/ 5028933 w 12192000"/>
              <a:gd name="connsiteY137" fmla="*/ 183887 h 4939827"/>
              <a:gd name="connsiteX138" fmla="*/ 5093642 w 12192000"/>
              <a:gd name="connsiteY138" fmla="*/ 177214 h 4939827"/>
              <a:gd name="connsiteX139" fmla="*/ 5102642 w 12192000"/>
              <a:gd name="connsiteY139" fmla="*/ 186816 h 4939827"/>
              <a:gd name="connsiteX140" fmla="*/ 5193590 w 12192000"/>
              <a:gd name="connsiteY140" fmla="*/ 156458 h 4939827"/>
              <a:gd name="connsiteX141" fmla="*/ 5323922 w 12192000"/>
              <a:gd name="connsiteY141" fmla="*/ 146332 h 4939827"/>
              <a:gd name="connsiteX142" fmla="*/ 5421860 w 12192000"/>
              <a:gd name="connsiteY142" fmla="*/ 167298 h 4939827"/>
              <a:gd name="connsiteX143" fmla="*/ 5476948 w 12192000"/>
              <a:gd name="connsiteY143" fmla="*/ 173249 h 4939827"/>
              <a:gd name="connsiteX144" fmla="*/ 5516842 w 12192000"/>
              <a:gd name="connsiteY144" fmla="*/ 184018 h 4939827"/>
              <a:gd name="connsiteX145" fmla="*/ 5619415 w 12192000"/>
              <a:gd name="connsiteY145" fmla="*/ 176781 h 4939827"/>
              <a:gd name="connsiteX146" fmla="*/ 5789867 w 12192000"/>
              <a:gd name="connsiteY146" fmla="*/ 150304 h 4939827"/>
              <a:gd name="connsiteX147" fmla="*/ 5825953 w 12192000"/>
              <a:gd name="connsiteY147" fmla="*/ 147907 h 4939827"/>
              <a:gd name="connsiteX148" fmla="*/ 5856168 w 12192000"/>
              <a:gd name="connsiteY148" fmla="*/ 158719 h 4939827"/>
              <a:gd name="connsiteX149" fmla="*/ 5862476 w 12192000"/>
              <a:gd name="connsiteY149" fmla="*/ 172447 h 4939827"/>
              <a:gd name="connsiteX150" fmla="*/ 5882195 w 12192000"/>
              <a:gd name="connsiteY150" fmla="*/ 173195 h 4939827"/>
              <a:gd name="connsiteX151" fmla="*/ 5887271 w 12192000"/>
              <a:gd name="connsiteY151" fmla="*/ 176084 h 4939827"/>
              <a:gd name="connsiteX152" fmla="*/ 6001964 w 12192000"/>
              <a:gd name="connsiteY152" fmla="*/ 154786 h 4939827"/>
              <a:gd name="connsiteX153" fmla="*/ 6184207 w 12192000"/>
              <a:gd name="connsiteY153" fmla="*/ 132658 h 4939827"/>
              <a:gd name="connsiteX154" fmla="*/ 6415830 w 12192000"/>
              <a:gd name="connsiteY154" fmla="*/ 136006 h 4939827"/>
              <a:gd name="connsiteX155" fmla="*/ 6756965 w 12192000"/>
              <a:gd name="connsiteY155" fmla="*/ 57636 h 4939827"/>
              <a:gd name="connsiteX156" fmla="*/ 6819400 w 12192000"/>
              <a:gd name="connsiteY156" fmla="*/ 30742 h 4939827"/>
              <a:gd name="connsiteX157" fmla="*/ 6986370 w 12192000"/>
              <a:gd name="connsiteY157" fmla="*/ 12659 h 4939827"/>
              <a:gd name="connsiteX158" fmla="*/ 6989536 w 12192000"/>
              <a:gd name="connsiteY158" fmla="*/ 14528 h 4939827"/>
              <a:gd name="connsiteX159" fmla="*/ 7015933 w 12192000"/>
              <a:gd name="connsiteY159" fmla="*/ 9653 h 4939827"/>
              <a:gd name="connsiteX160" fmla="*/ 7020592 w 12192000"/>
              <a:gd name="connsiteY160" fmla="*/ 1651 h 4939827"/>
              <a:gd name="connsiteX161" fmla="*/ 7025905 w 12192000"/>
              <a:gd name="connsiteY161" fmla="*/ 0 h 4939827"/>
              <a:gd name="connsiteX0" fmla="*/ 7025905 w 12192000"/>
              <a:gd name="connsiteY0" fmla="*/ 0 h 4939827"/>
              <a:gd name="connsiteX1" fmla="*/ 7032579 w 12192000"/>
              <a:gd name="connsiteY1" fmla="*/ 2808 h 4939827"/>
              <a:gd name="connsiteX2" fmla="*/ 7079505 w 12192000"/>
              <a:gd name="connsiteY2" fmla="*/ 12971 h 4939827"/>
              <a:gd name="connsiteX3" fmla="*/ 7158791 w 12192000"/>
              <a:gd name="connsiteY3" fmla="*/ 12462 h 4939827"/>
              <a:gd name="connsiteX4" fmla="*/ 7233338 w 12192000"/>
              <a:gd name="connsiteY4" fmla="*/ 24846 h 4939827"/>
              <a:gd name="connsiteX5" fmla="*/ 7259791 w 12192000"/>
              <a:gd name="connsiteY5" fmla="*/ 29557 h 4939827"/>
              <a:gd name="connsiteX6" fmla="*/ 7263923 w 12192000"/>
              <a:gd name="connsiteY6" fmla="*/ 35029 h 4939827"/>
              <a:gd name="connsiteX7" fmla="*/ 7281549 w 12192000"/>
              <a:gd name="connsiteY7" fmla="*/ 39654 h 4939827"/>
              <a:gd name="connsiteX8" fmla="*/ 7374735 w 12192000"/>
              <a:gd name="connsiteY8" fmla="*/ 65326 h 4939827"/>
              <a:gd name="connsiteX9" fmla="*/ 7376078 w 12192000"/>
              <a:gd name="connsiteY9" fmla="*/ 63849 h 4939827"/>
              <a:gd name="connsiteX10" fmla="*/ 7402026 w 12192000"/>
              <a:gd name="connsiteY10" fmla="*/ 60308 h 4939827"/>
              <a:gd name="connsiteX11" fmla="*/ 7415091 w 12192000"/>
              <a:gd name="connsiteY11" fmla="*/ 77403 h 4939827"/>
              <a:gd name="connsiteX12" fmla="*/ 7488682 w 12192000"/>
              <a:gd name="connsiteY12" fmla="*/ 83440 h 4939827"/>
              <a:gd name="connsiteX13" fmla="*/ 7732750 w 12192000"/>
              <a:gd name="connsiteY13" fmla="*/ 145456 h 4939827"/>
              <a:gd name="connsiteX14" fmla="*/ 7785900 w 12192000"/>
              <a:gd name="connsiteY14" fmla="*/ 154493 h 4939827"/>
              <a:gd name="connsiteX15" fmla="*/ 7952584 w 12192000"/>
              <a:gd name="connsiteY15" fmla="*/ 170181 h 4939827"/>
              <a:gd name="connsiteX16" fmla="*/ 8009534 w 12192000"/>
              <a:gd name="connsiteY16" fmla="*/ 176441 h 4939827"/>
              <a:gd name="connsiteX17" fmla="*/ 8058681 w 12192000"/>
              <a:gd name="connsiteY17" fmla="*/ 219431 h 4939827"/>
              <a:gd name="connsiteX18" fmla="*/ 8126175 w 12192000"/>
              <a:gd name="connsiteY18" fmla="*/ 240005 h 4939827"/>
              <a:gd name="connsiteX19" fmla="*/ 8166439 w 12192000"/>
              <a:gd name="connsiteY19" fmla="*/ 252699 h 4939827"/>
              <a:gd name="connsiteX20" fmla="*/ 8281371 w 12192000"/>
              <a:gd name="connsiteY20" fmla="*/ 256875 h 4939827"/>
              <a:gd name="connsiteX21" fmla="*/ 8381609 w 12192000"/>
              <a:gd name="connsiteY21" fmla="*/ 240618 h 4939827"/>
              <a:gd name="connsiteX22" fmla="*/ 8406759 w 12192000"/>
              <a:gd name="connsiteY22" fmla="*/ 232517 h 4939827"/>
              <a:gd name="connsiteX23" fmla="*/ 8426506 w 12192000"/>
              <a:gd name="connsiteY23" fmla="*/ 241842 h 4939827"/>
              <a:gd name="connsiteX24" fmla="*/ 8427949 w 12192000"/>
              <a:gd name="connsiteY24" fmla="*/ 240981 h 4939827"/>
              <a:gd name="connsiteX25" fmla="*/ 8441468 w 12192000"/>
              <a:gd name="connsiteY25" fmla="*/ 241157 h 4939827"/>
              <a:gd name="connsiteX26" fmla="*/ 8565757 w 12192000"/>
              <a:gd name="connsiteY26" fmla="*/ 255317 h 4939827"/>
              <a:gd name="connsiteX27" fmla="*/ 8573171 w 12192000"/>
              <a:gd name="connsiteY27" fmla="*/ 258426 h 4939827"/>
              <a:gd name="connsiteX28" fmla="*/ 8573548 w 12192000"/>
              <a:gd name="connsiteY28" fmla="*/ 258241 h 4939827"/>
              <a:gd name="connsiteX29" fmla="*/ 8581827 w 12192000"/>
              <a:gd name="connsiteY29" fmla="*/ 261028 h 4939827"/>
              <a:gd name="connsiteX30" fmla="*/ 8586687 w 12192000"/>
              <a:gd name="connsiteY30" fmla="*/ 264089 h 4939827"/>
              <a:gd name="connsiteX31" fmla="*/ 8601067 w 12192000"/>
              <a:gd name="connsiteY31" fmla="*/ 270114 h 4939827"/>
              <a:gd name="connsiteX32" fmla="*/ 8672650 w 12192000"/>
              <a:gd name="connsiteY32" fmla="*/ 254821 h 4939827"/>
              <a:gd name="connsiteX33" fmla="*/ 8785543 w 12192000"/>
              <a:gd name="connsiteY33" fmla="*/ 263406 h 4939827"/>
              <a:gd name="connsiteX34" fmla="*/ 8830588 w 12192000"/>
              <a:gd name="connsiteY34" fmla="*/ 265483 h 4939827"/>
              <a:gd name="connsiteX35" fmla="*/ 8905142 w 12192000"/>
              <a:gd name="connsiteY35" fmla="*/ 264958 h 4939827"/>
              <a:gd name="connsiteX36" fmla="*/ 8968582 w 12192000"/>
              <a:gd name="connsiteY36" fmla="*/ 262728 h 4939827"/>
              <a:gd name="connsiteX37" fmla="*/ 8972994 w 12192000"/>
              <a:gd name="connsiteY37" fmla="*/ 263284 h 4939827"/>
              <a:gd name="connsiteX38" fmla="*/ 9004605 w 12192000"/>
              <a:gd name="connsiteY38" fmla="*/ 258041 h 4939827"/>
              <a:gd name="connsiteX39" fmla="*/ 9016165 w 12192000"/>
              <a:gd name="connsiteY39" fmla="*/ 261258 h 4939827"/>
              <a:gd name="connsiteX40" fmla="*/ 9043297 w 12192000"/>
              <a:gd name="connsiteY40" fmla="*/ 281547 h 4939827"/>
              <a:gd name="connsiteX41" fmla="*/ 9048315 w 12192000"/>
              <a:gd name="connsiteY41" fmla="*/ 279264 h 4939827"/>
              <a:gd name="connsiteX42" fmla="*/ 9054706 w 12192000"/>
              <a:gd name="connsiteY42" fmla="*/ 278538 h 4939827"/>
              <a:gd name="connsiteX43" fmla="*/ 9070919 w 12192000"/>
              <a:gd name="connsiteY43" fmla="*/ 281810 h 4939827"/>
              <a:gd name="connsiteX44" fmla="*/ 9076813 w 12192000"/>
              <a:gd name="connsiteY44" fmla="*/ 283909 h 4939827"/>
              <a:gd name="connsiteX45" fmla="*/ 9085871 w 12192000"/>
              <a:gd name="connsiteY45" fmla="*/ 285133 h 4939827"/>
              <a:gd name="connsiteX46" fmla="*/ 9086159 w 12192000"/>
              <a:gd name="connsiteY46" fmla="*/ 284887 h 4939827"/>
              <a:gd name="connsiteX47" fmla="*/ 9134606 w 12192000"/>
              <a:gd name="connsiteY47" fmla="*/ 288168 h 4939827"/>
              <a:gd name="connsiteX48" fmla="*/ 9195590 w 12192000"/>
              <a:gd name="connsiteY48" fmla="*/ 279568 h 4939827"/>
              <a:gd name="connsiteX49" fmla="*/ 9219336 w 12192000"/>
              <a:gd name="connsiteY49" fmla="*/ 278133 h 4939827"/>
              <a:gd name="connsiteX50" fmla="*/ 9232362 w 12192000"/>
              <a:gd name="connsiteY50" fmla="*/ 275894 h 4939827"/>
              <a:gd name="connsiteX51" fmla="*/ 9233396 w 12192000"/>
              <a:gd name="connsiteY51" fmla="*/ 274803 h 4939827"/>
              <a:gd name="connsiteX52" fmla="*/ 9256213 w 12192000"/>
              <a:gd name="connsiteY52" fmla="*/ 281576 h 4939827"/>
              <a:gd name="connsiteX53" fmla="*/ 9371484 w 12192000"/>
              <a:gd name="connsiteY53" fmla="*/ 329634 h 4939827"/>
              <a:gd name="connsiteX54" fmla="*/ 9404829 w 12192000"/>
              <a:gd name="connsiteY54" fmla="*/ 339038 h 4939827"/>
              <a:gd name="connsiteX55" fmla="*/ 9427021 w 12192000"/>
              <a:gd name="connsiteY55" fmla="*/ 358784 h 4939827"/>
              <a:gd name="connsiteX56" fmla="*/ 9670844 w 12192000"/>
              <a:gd name="connsiteY56" fmla="*/ 405128 h 4939827"/>
              <a:gd name="connsiteX57" fmla="*/ 9816083 w 12192000"/>
              <a:gd name="connsiteY57" fmla="*/ 416573 h 4939827"/>
              <a:gd name="connsiteX58" fmla="*/ 9936741 w 12192000"/>
              <a:gd name="connsiteY58" fmla="*/ 437044 h 4939827"/>
              <a:gd name="connsiteX59" fmla="*/ 10050093 w 12192000"/>
              <a:gd name="connsiteY59" fmla="*/ 443783 h 4939827"/>
              <a:gd name="connsiteX60" fmla="*/ 10130090 w 12192000"/>
              <a:gd name="connsiteY60" fmla="*/ 459520 h 4939827"/>
              <a:gd name="connsiteX61" fmla="*/ 10173456 w 12192000"/>
              <a:gd name="connsiteY61" fmla="*/ 457749 h 4939827"/>
              <a:gd name="connsiteX62" fmla="*/ 10218232 w 12192000"/>
              <a:gd name="connsiteY62" fmla="*/ 459820 h 4939827"/>
              <a:gd name="connsiteX63" fmla="*/ 10354176 w 12192000"/>
              <a:gd name="connsiteY63" fmla="*/ 471377 h 4939827"/>
              <a:gd name="connsiteX64" fmla="*/ 10430681 w 12192000"/>
              <a:gd name="connsiteY64" fmla="*/ 481226 h 4939827"/>
              <a:gd name="connsiteX65" fmla="*/ 10478169 w 12192000"/>
              <a:gd name="connsiteY65" fmla="*/ 481774 h 4939827"/>
              <a:gd name="connsiteX66" fmla="*/ 10540907 w 12192000"/>
              <a:gd name="connsiteY66" fmla="*/ 485607 h 4939827"/>
              <a:gd name="connsiteX67" fmla="*/ 10614941 w 12192000"/>
              <a:gd name="connsiteY67" fmla="*/ 487592 h 4939827"/>
              <a:gd name="connsiteX68" fmla="*/ 10674098 w 12192000"/>
              <a:gd name="connsiteY68" fmla="*/ 521656 h 4939827"/>
              <a:gd name="connsiteX69" fmla="*/ 10874834 w 12192000"/>
              <a:gd name="connsiteY69" fmla="*/ 574867 h 4939827"/>
              <a:gd name="connsiteX70" fmla="*/ 10944981 w 12192000"/>
              <a:gd name="connsiteY70" fmla="*/ 615042 h 4939827"/>
              <a:gd name="connsiteX71" fmla="*/ 11006376 w 12192000"/>
              <a:gd name="connsiteY71" fmla="*/ 645957 h 4939827"/>
              <a:gd name="connsiteX72" fmla="*/ 11076308 w 12192000"/>
              <a:gd name="connsiteY72" fmla="*/ 675698 h 4939827"/>
              <a:gd name="connsiteX73" fmla="*/ 11148789 w 12192000"/>
              <a:gd name="connsiteY73" fmla="*/ 685041 h 4939827"/>
              <a:gd name="connsiteX74" fmla="*/ 11249129 w 12192000"/>
              <a:gd name="connsiteY74" fmla="*/ 684218 h 4939827"/>
              <a:gd name="connsiteX75" fmla="*/ 11299915 w 12192000"/>
              <a:gd name="connsiteY75" fmla="*/ 692177 h 4939827"/>
              <a:gd name="connsiteX76" fmla="*/ 11386973 w 12192000"/>
              <a:gd name="connsiteY76" fmla="*/ 708209 h 4939827"/>
              <a:gd name="connsiteX77" fmla="*/ 11500105 w 12192000"/>
              <a:gd name="connsiteY77" fmla="*/ 735014 h 4939827"/>
              <a:gd name="connsiteX78" fmla="*/ 11621735 w 12192000"/>
              <a:gd name="connsiteY78" fmla="*/ 789584 h 4939827"/>
              <a:gd name="connsiteX79" fmla="*/ 11691200 w 12192000"/>
              <a:gd name="connsiteY79" fmla="*/ 867902 h 4939827"/>
              <a:gd name="connsiteX80" fmla="*/ 11819427 w 12192000"/>
              <a:gd name="connsiteY80" fmla="*/ 911634 h 4939827"/>
              <a:gd name="connsiteX81" fmla="*/ 11969720 w 12192000"/>
              <a:gd name="connsiteY81" fmla="*/ 964737 h 4939827"/>
              <a:gd name="connsiteX82" fmla="*/ 12055766 w 12192000"/>
              <a:gd name="connsiteY82" fmla="*/ 991268 h 4939827"/>
              <a:gd name="connsiteX83" fmla="*/ 12171539 w 12192000"/>
              <a:gd name="connsiteY83" fmla="*/ 995427 h 4939827"/>
              <a:gd name="connsiteX84" fmla="*/ 12187831 w 12192000"/>
              <a:gd name="connsiteY84" fmla="*/ 996580 h 4939827"/>
              <a:gd name="connsiteX85" fmla="*/ 12192000 w 12192000"/>
              <a:gd name="connsiteY85" fmla="*/ 996726 h 4939827"/>
              <a:gd name="connsiteX86" fmla="*/ 12192000 w 12192000"/>
              <a:gd name="connsiteY86" fmla="*/ 4939827 h 4939827"/>
              <a:gd name="connsiteX87" fmla="*/ 0 w 12192000"/>
              <a:gd name="connsiteY87" fmla="*/ 4939827 h 4939827"/>
              <a:gd name="connsiteX88" fmla="*/ 0 w 12192000"/>
              <a:gd name="connsiteY88" fmla="*/ 512043 h 4939827"/>
              <a:gd name="connsiteX89" fmla="*/ 7381 w 12192000"/>
              <a:gd name="connsiteY89" fmla="*/ 512580 h 4939827"/>
              <a:gd name="connsiteX90" fmla="*/ 100029 w 12192000"/>
              <a:gd name="connsiteY90" fmla="*/ 504758 h 4939827"/>
              <a:gd name="connsiteX91" fmla="*/ 155244 w 12192000"/>
              <a:gd name="connsiteY91" fmla="*/ 525130 h 4939827"/>
              <a:gd name="connsiteX92" fmla="*/ 254366 w 12192000"/>
              <a:gd name="connsiteY92" fmla="*/ 534449 h 4939827"/>
              <a:gd name="connsiteX93" fmla="*/ 447292 w 12192000"/>
              <a:gd name="connsiteY93" fmla="*/ 542725 h 4939827"/>
              <a:gd name="connsiteX94" fmla="*/ 628105 w 12192000"/>
              <a:gd name="connsiteY94" fmla="*/ 547853 h 4939827"/>
              <a:gd name="connsiteX95" fmla="*/ 783146 w 12192000"/>
              <a:gd name="connsiteY95" fmla="*/ 591799 h 4939827"/>
              <a:gd name="connsiteX96" fmla="*/ 1043676 w 12192000"/>
              <a:gd name="connsiteY96" fmla="*/ 591887 h 4939827"/>
              <a:gd name="connsiteX97" fmla="*/ 1281816 w 12192000"/>
              <a:gd name="connsiteY97" fmla="*/ 520946 h 4939827"/>
              <a:gd name="connsiteX98" fmla="*/ 1486347 w 12192000"/>
              <a:gd name="connsiteY98" fmla="*/ 487310 h 4939827"/>
              <a:gd name="connsiteX99" fmla="*/ 1568079 w 12192000"/>
              <a:gd name="connsiteY99" fmla="*/ 462531 h 4939827"/>
              <a:gd name="connsiteX100" fmla="*/ 1622516 w 12192000"/>
              <a:gd name="connsiteY100" fmla="*/ 466058 h 4939827"/>
              <a:gd name="connsiteX101" fmla="*/ 1655457 w 12192000"/>
              <a:gd name="connsiteY101" fmla="*/ 465359 h 4939827"/>
              <a:gd name="connsiteX102" fmla="*/ 1717454 w 12192000"/>
              <a:gd name="connsiteY102" fmla="*/ 417203 h 4939827"/>
              <a:gd name="connsiteX103" fmla="*/ 1913794 w 12192000"/>
              <a:gd name="connsiteY103" fmla="*/ 365255 h 4939827"/>
              <a:gd name="connsiteX104" fmla="*/ 2129762 w 12192000"/>
              <a:gd name="connsiteY104" fmla="*/ 367832 h 4939827"/>
              <a:gd name="connsiteX105" fmla="*/ 2376970 w 12192000"/>
              <a:gd name="connsiteY105" fmla="*/ 350129 h 4939827"/>
              <a:gd name="connsiteX106" fmla="*/ 2480155 w 12192000"/>
              <a:gd name="connsiteY106" fmla="*/ 359227 h 4939827"/>
              <a:gd name="connsiteX107" fmla="*/ 2586782 w 12192000"/>
              <a:gd name="connsiteY107" fmla="*/ 339352 h 4939827"/>
              <a:gd name="connsiteX108" fmla="*/ 2679617 w 12192000"/>
              <a:gd name="connsiteY108" fmla="*/ 305383 h 4939827"/>
              <a:gd name="connsiteX109" fmla="*/ 2788947 w 12192000"/>
              <a:gd name="connsiteY109" fmla="*/ 250375 h 4939827"/>
              <a:gd name="connsiteX110" fmla="*/ 2965530 w 12192000"/>
              <a:gd name="connsiteY110" fmla="*/ 245958 h 4939827"/>
              <a:gd name="connsiteX111" fmla="*/ 3103677 w 12192000"/>
              <a:gd name="connsiteY111" fmla="*/ 209527 h 4939827"/>
              <a:gd name="connsiteX112" fmla="*/ 3126759 w 12192000"/>
              <a:gd name="connsiteY112" fmla="*/ 211226 h 4939827"/>
              <a:gd name="connsiteX113" fmla="*/ 3164020 w 12192000"/>
              <a:gd name="connsiteY113" fmla="*/ 212779 h 4939827"/>
              <a:gd name="connsiteX114" fmla="*/ 3285019 w 12192000"/>
              <a:gd name="connsiteY114" fmla="*/ 220535 h 4939827"/>
              <a:gd name="connsiteX115" fmla="*/ 3365154 w 12192000"/>
              <a:gd name="connsiteY115" fmla="*/ 226416 h 4939827"/>
              <a:gd name="connsiteX116" fmla="*/ 3367507 w 12192000"/>
              <a:gd name="connsiteY116" fmla="*/ 225416 h 4939827"/>
              <a:gd name="connsiteX117" fmla="*/ 3387567 w 12192000"/>
              <a:gd name="connsiteY117" fmla="*/ 227103 h 4939827"/>
              <a:gd name="connsiteX118" fmla="*/ 3498001 w 12192000"/>
              <a:gd name="connsiteY118" fmla="*/ 231941 h 4939827"/>
              <a:gd name="connsiteX119" fmla="*/ 3561557 w 12192000"/>
              <a:gd name="connsiteY119" fmla="*/ 228095 h 4939827"/>
              <a:gd name="connsiteX120" fmla="*/ 3611920 w 12192000"/>
              <a:gd name="connsiteY120" fmla="*/ 218094 h 4939827"/>
              <a:gd name="connsiteX121" fmla="*/ 3620528 w 12192000"/>
              <a:gd name="connsiteY121" fmla="*/ 218788 h 4939827"/>
              <a:gd name="connsiteX122" fmla="*/ 3620766 w 12192000"/>
              <a:gd name="connsiteY122" fmla="*/ 218511 h 4939827"/>
              <a:gd name="connsiteX123" fmla="*/ 3629977 w 12192000"/>
              <a:gd name="connsiteY123" fmla="*/ 218664 h 4939827"/>
              <a:gd name="connsiteX124" fmla="*/ 3636217 w 12192000"/>
              <a:gd name="connsiteY124" fmla="*/ 220048 h 4939827"/>
              <a:gd name="connsiteX125" fmla="*/ 3709484 w 12192000"/>
              <a:gd name="connsiteY125" fmla="*/ 186927 h 4939827"/>
              <a:gd name="connsiteX126" fmla="*/ 3761342 w 12192000"/>
              <a:gd name="connsiteY126" fmla="*/ 177474 h 4939827"/>
              <a:gd name="connsiteX127" fmla="*/ 3799748 w 12192000"/>
              <a:gd name="connsiteY127" fmla="*/ 167154 h 4939827"/>
              <a:gd name="connsiteX128" fmla="*/ 3922756 w 12192000"/>
              <a:gd name="connsiteY128" fmla="*/ 194044 h 4939827"/>
              <a:gd name="connsiteX129" fmla="*/ 4028476 w 12192000"/>
              <a:gd name="connsiteY129" fmla="*/ 223679 h 4939827"/>
              <a:gd name="connsiteX130" fmla="*/ 4191582 w 12192000"/>
              <a:gd name="connsiteY130" fmla="*/ 238952 h 4939827"/>
              <a:gd name="connsiteX131" fmla="*/ 4251024 w 12192000"/>
              <a:gd name="connsiteY131" fmla="*/ 240874 h 4939827"/>
              <a:gd name="connsiteX132" fmla="*/ 4355275 w 12192000"/>
              <a:gd name="connsiteY132" fmla="*/ 260205 h 4939827"/>
              <a:gd name="connsiteX133" fmla="*/ 4423807 w 12192000"/>
              <a:gd name="connsiteY133" fmla="*/ 270366 h 4939827"/>
              <a:gd name="connsiteX134" fmla="*/ 4558432 w 12192000"/>
              <a:gd name="connsiteY134" fmla="*/ 269194 h 4939827"/>
              <a:gd name="connsiteX135" fmla="*/ 4635061 w 12192000"/>
              <a:gd name="connsiteY135" fmla="*/ 280682 h 4939827"/>
              <a:gd name="connsiteX136" fmla="*/ 4807427 w 12192000"/>
              <a:gd name="connsiteY136" fmla="*/ 276835 h 4939827"/>
              <a:gd name="connsiteX137" fmla="*/ 5028933 w 12192000"/>
              <a:gd name="connsiteY137" fmla="*/ 183887 h 4939827"/>
              <a:gd name="connsiteX138" fmla="*/ 5093642 w 12192000"/>
              <a:gd name="connsiteY138" fmla="*/ 177214 h 4939827"/>
              <a:gd name="connsiteX139" fmla="*/ 5102642 w 12192000"/>
              <a:gd name="connsiteY139" fmla="*/ 186816 h 4939827"/>
              <a:gd name="connsiteX140" fmla="*/ 5193590 w 12192000"/>
              <a:gd name="connsiteY140" fmla="*/ 156458 h 4939827"/>
              <a:gd name="connsiteX141" fmla="*/ 5323922 w 12192000"/>
              <a:gd name="connsiteY141" fmla="*/ 146332 h 4939827"/>
              <a:gd name="connsiteX142" fmla="*/ 5421860 w 12192000"/>
              <a:gd name="connsiteY142" fmla="*/ 167298 h 4939827"/>
              <a:gd name="connsiteX143" fmla="*/ 5476948 w 12192000"/>
              <a:gd name="connsiteY143" fmla="*/ 173249 h 4939827"/>
              <a:gd name="connsiteX144" fmla="*/ 5516842 w 12192000"/>
              <a:gd name="connsiteY144" fmla="*/ 184018 h 4939827"/>
              <a:gd name="connsiteX145" fmla="*/ 5619415 w 12192000"/>
              <a:gd name="connsiteY145" fmla="*/ 176781 h 4939827"/>
              <a:gd name="connsiteX146" fmla="*/ 5789867 w 12192000"/>
              <a:gd name="connsiteY146" fmla="*/ 150304 h 4939827"/>
              <a:gd name="connsiteX147" fmla="*/ 5825953 w 12192000"/>
              <a:gd name="connsiteY147" fmla="*/ 147907 h 4939827"/>
              <a:gd name="connsiteX148" fmla="*/ 5856168 w 12192000"/>
              <a:gd name="connsiteY148" fmla="*/ 158719 h 4939827"/>
              <a:gd name="connsiteX149" fmla="*/ 5862476 w 12192000"/>
              <a:gd name="connsiteY149" fmla="*/ 172447 h 4939827"/>
              <a:gd name="connsiteX150" fmla="*/ 5882195 w 12192000"/>
              <a:gd name="connsiteY150" fmla="*/ 173195 h 4939827"/>
              <a:gd name="connsiteX151" fmla="*/ 5952585 w 12192000"/>
              <a:gd name="connsiteY151" fmla="*/ 161012 h 4939827"/>
              <a:gd name="connsiteX152" fmla="*/ 6001964 w 12192000"/>
              <a:gd name="connsiteY152" fmla="*/ 154786 h 4939827"/>
              <a:gd name="connsiteX153" fmla="*/ 6184207 w 12192000"/>
              <a:gd name="connsiteY153" fmla="*/ 132658 h 4939827"/>
              <a:gd name="connsiteX154" fmla="*/ 6415830 w 12192000"/>
              <a:gd name="connsiteY154" fmla="*/ 136006 h 4939827"/>
              <a:gd name="connsiteX155" fmla="*/ 6756965 w 12192000"/>
              <a:gd name="connsiteY155" fmla="*/ 57636 h 4939827"/>
              <a:gd name="connsiteX156" fmla="*/ 6819400 w 12192000"/>
              <a:gd name="connsiteY156" fmla="*/ 30742 h 4939827"/>
              <a:gd name="connsiteX157" fmla="*/ 6986370 w 12192000"/>
              <a:gd name="connsiteY157" fmla="*/ 12659 h 4939827"/>
              <a:gd name="connsiteX158" fmla="*/ 6989536 w 12192000"/>
              <a:gd name="connsiteY158" fmla="*/ 14528 h 4939827"/>
              <a:gd name="connsiteX159" fmla="*/ 7015933 w 12192000"/>
              <a:gd name="connsiteY159" fmla="*/ 9653 h 4939827"/>
              <a:gd name="connsiteX160" fmla="*/ 7020592 w 12192000"/>
              <a:gd name="connsiteY160" fmla="*/ 1651 h 4939827"/>
              <a:gd name="connsiteX161" fmla="*/ 7025905 w 12192000"/>
              <a:gd name="connsiteY161" fmla="*/ 0 h 4939827"/>
              <a:gd name="connsiteX0" fmla="*/ 7025905 w 12192000"/>
              <a:gd name="connsiteY0" fmla="*/ 0 h 4939827"/>
              <a:gd name="connsiteX1" fmla="*/ 7032579 w 12192000"/>
              <a:gd name="connsiteY1" fmla="*/ 2808 h 4939827"/>
              <a:gd name="connsiteX2" fmla="*/ 7079505 w 12192000"/>
              <a:gd name="connsiteY2" fmla="*/ 12971 h 4939827"/>
              <a:gd name="connsiteX3" fmla="*/ 7158791 w 12192000"/>
              <a:gd name="connsiteY3" fmla="*/ 12462 h 4939827"/>
              <a:gd name="connsiteX4" fmla="*/ 7233338 w 12192000"/>
              <a:gd name="connsiteY4" fmla="*/ 24846 h 4939827"/>
              <a:gd name="connsiteX5" fmla="*/ 7259791 w 12192000"/>
              <a:gd name="connsiteY5" fmla="*/ 29557 h 4939827"/>
              <a:gd name="connsiteX6" fmla="*/ 7263923 w 12192000"/>
              <a:gd name="connsiteY6" fmla="*/ 35029 h 4939827"/>
              <a:gd name="connsiteX7" fmla="*/ 7281549 w 12192000"/>
              <a:gd name="connsiteY7" fmla="*/ 39654 h 4939827"/>
              <a:gd name="connsiteX8" fmla="*/ 7374735 w 12192000"/>
              <a:gd name="connsiteY8" fmla="*/ 65326 h 4939827"/>
              <a:gd name="connsiteX9" fmla="*/ 7376078 w 12192000"/>
              <a:gd name="connsiteY9" fmla="*/ 63849 h 4939827"/>
              <a:gd name="connsiteX10" fmla="*/ 7402026 w 12192000"/>
              <a:gd name="connsiteY10" fmla="*/ 60308 h 4939827"/>
              <a:gd name="connsiteX11" fmla="*/ 7415091 w 12192000"/>
              <a:gd name="connsiteY11" fmla="*/ 77403 h 4939827"/>
              <a:gd name="connsiteX12" fmla="*/ 7488682 w 12192000"/>
              <a:gd name="connsiteY12" fmla="*/ 83440 h 4939827"/>
              <a:gd name="connsiteX13" fmla="*/ 7732750 w 12192000"/>
              <a:gd name="connsiteY13" fmla="*/ 145456 h 4939827"/>
              <a:gd name="connsiteX14" fmla="*/ 7785900 w 12192000"/>
              <a:gd name="connsiteY14" fmla="*/ 154493 h 4939827"/>
              <a:gd name="connsiteX15" fmla="*/ 7952584 w 12192000"/>
              <a:gd name="connsiteY15" fmla="*/ 170181 h 4939827"/>
              <a:gd name="connsiteX16" fmla="*/ 8009534 w 12192000"/>
              <a:gd name="connsiteY16" fmla="*/ 176441 h 4939827"/>
              <a:gd name="connsiteX17" fmla="*/ 8058681 w 12192000"/>
              <a:gd name="connsiteY17" fmla="*/ 219431 h 4939827"/>
              <a:gd name="connsiteX18" fmla="*/ 8126175 w 12192000"/>
              <a:gd name="connsiteY18" fmla="*/ 240005 h 4939827"/>
              <a:gd name="connsiteX19" fmla="*/ 8166439 w 12192000"/>
              <a:gd name="connsiteY19" fmla="*/ 252699 h 4939827"/>
              <a:gd name="connsiteX20" fmla="*/ 8281371 w 12192000"/>
              <a:gd name="connsiteY20" fmla="*/ 256875 h 4939827"/>
              <a:gd name="connsiteX21" fmla="*/ 8381609 w 12192000"/>
              <a:gd name="connsiteY21" fmla="*/ 240618 h 4939827"/>
              <a:gd name="connsiteX22" fmla="*/ 8406759 w 12192000"/>
              <a:gd name="connsiteY22" fmla="*/ 232517 h 4939827"/>
              <a:gd name="connsiteX23" fmla="*/ 8426506 w 12192000"/>
              <a:gd name="connsiteY23" fmla="*/ 241842 h 4939827"/>
              <a:gd name="connsiteX24" fmla="*/ 8427949 w 12192000"/>
              <a:gd name="connsiteY24" fmla="*/ 240981 h 4939827"/>
              <a:gd name="connsiteX25" fmla="*/ 8441468 w 12192000"/>
              <a:gd name="connsiteY25" fmla="*/ 241157 h 4939827"/>
              <a:gd name="connsiteX26" fmla="*/ 8565757 w 12192000"/>
              <a:gd name="connsiteY26" fmla="*/ 255317 h 4939827"/>
              <a:gd name="connsiteX27" fmla="*/ 8573171 w 12192000"/>
              <a:gd name="connsiteY27" fmla="*/ 258426 h 4939827"/>
              <a:gd name="connsiteX28" fmla="*/ 8573548 w 12192000"/>
              <a:gd name="connsiteY28" fmla="*/ 258241 h 4939827"/>
              <a:gd name="connsiteX29" fmla="*/ 8581827 w 12192000"/>
              <a:gd name="connsiteY29" fmla="*/ 261028 h 4939827"/>
              <a:gd name="connsiteX30" fmla="*/ 8586687 w 12192000"/>
              <a:gd name="connsiteY30" fmla="*/ 264089 h 4939827"/>
              <a:gd name="connsiteX31" fmla="*/ 8601067 w 12192000"/>
              <a:gd name="connsiteY31" fmla="*/ 270114 h 4939827"/>
              <a:gd name="connsiteX32" fmla="*/ 8672650 w 12192000"/>
              <a:gd name="connsiteY32" fmla="*/ 254821 h 4939827"/>
              <a:gd name="connsiteX33" fmla="*/ 8785543 w 12192000"/>
              <a:gd name="connsiteY33" fmla="*/ 263406 h 4939827"/>
              <a:gd name="connsiteX34" fmla="*/ 8830588 w 12192000"/>
              <a:gd name="connsiteY34" fmla="*/ 265483 h 4939827"/>
              <a:gd name="connsiteX35" fmla="*/ 8905142 w 12192000"/>
              <a:gd name="connsiteY35" fmla="*/ 264958 h 4939827"/>
              <a:gd name="connsiteX36" fmla="*/ 8968582 w 12192000"/>
              <a:gd name="connsiteY36" fmla="*/ 262728 h 4939827"/>
              <a:gd name="connsiteX37" fmla="*/ 8972994 w 12192000"/>
              <a:gd name="connsiteY37" fmla="*/ 263284 h 4939827"/>
              <a:gd name="connsiteX38" fmla="*/ 9004605 w 12192000"/>
              <a:gd name="connsiteY38" fmla="*/ 258041 h 4939827"/>
              <a:gd name="connsiteX39" fmla="*/ 9016165 w 12192000"/>
              <a:gd name="connsiteY39" fmla="*/ 261258 h 4939827"/>
              <a:gd name="connsiteX40" fmla="*/ 9043297 w 12192000"/>
              <a:gd name="connsiteY40" fmla="*/ 281547 h 4939827"/>
              <a:gd name="connsiteX41" fmla="*/ 9048315 w 12192000"/>
              <a:gd name="connsiteY41" fmla="*/ 279264 h 4939827"/>
              <a:gd name="connsiteX42" fmla="*/ 9054706 w 12192000"/>
              <a:gd name="connsiteY42" fmla="*/ 278538 h 4939827"/>
              <a:gd name="connsiteX43" fmla="*/ 9070919 w 12192000"/>
              <a:gd name="connsiteY43" fmla="*/ 281810 h 4939827"/>
              <a:gd name="connsiteX44" fmla="*/ 9076813 w 12192000"/>
              <a:gd name="connsiteY44" fmla="*/ 283909 h 4939827"/>
              <a:gd name="connsiteX45" fmla="*/ 9085871 w 12192000"/>
              <a:gd name="connsiteY45" fmla="*/ 285133 h 4939827"/>
              <a:gd name="connsiteX46" fmla="*/ 9086159 w 12192000"/>
              <a:gd name="connsiteY46" fmla="*/ 284887 h 4939827"/>
              <a:gd name="connsiteX47" fmla="*/ 9134606 w 12192000"/>
              <a:gd name="connsiteY47" fmla="*/ 288168 h 4939827"/>
              <a:gd name="connsiteX48" fmla="*/ 9195590 w 12192000"/>
              <a:gd name="connsiteY48" fmla="*/ 279568 h 4939827"/>
              <a:gd name="connsiteX49" fmla="*/ 9219336 w 12192000"/>
              <a:gd name="connsiteY49" fmla="*/ 278133 h 4939827"/>
              <a:gd name="connsiteX50" fmla="*/ 9232362 w 12192000"/>
              <a:gd name="connsiteY50" fmla="*/ 275894 h 4939827"/>
              <a:gd name="connsiteX51" fmla="*/ 9233396 w 12192000"/>
              <a:gd name="connsiteY51" fmla="*/ 274803 h 4939827"/>
              <a:gd name="connsiteX52" fmla="*/ 9256213 w 12192000"/>
              <a:gd name="connsiteY52" fmla="*/ 281576 h 4939827"/>
              <a:gd name="connsiteX53" fmla="*/ 9371484 w 12192000"/>
              <a:gd name="connsiteY53" fmla="*/ 329634 h 4939827"/>
              <a:gd name="connsiteX54" fmla="*/ 9404829 w 12192000"/>
              <a:gd name="connsiteY54" fmla="*/ 339038 h 4939827"/>
              <a:gd name="connsiteX55" fmla="*/ 9427021 w 12192000"/>
              <a:gd name="connsiteY55" fmla="*/ 358784 h 4939827"/>
              <a:gd name="connsiteX56" fmla="*/ 9670844 w 12192000"/>
              <a:gd name="connsiteY56" fmla="*/ 405128 h 4939827"/>
              <a:gd name="connsiteX57" fmla="*/ 9816083 w 12192000"/>
              <a:gd name="connsiteY57" fmla="*/ 416573 h 4939827"/>
              <a:gd name="connsiteX58" fmla="*/ 9936741 w 12192000"/>
              <a:gd name="connsiteY58" fmla="*/ 437044 h 4939827"/>
              <a:gd name="connsiteX59" fmla="*/ 10050093 w 12192000"/>
              <a:gd name="connsiteY59" fmla="*/ 443783 h 4939827"/>
              <a:gd name="connsiteX60" fmla="*/ 10130090 w 12192000"/>
              <a:gd name="connsiteY60" fmla="*/ 459520 h 4939827"/>
              <a:gd name="connsiteX61" fmla="*/ 10173456 w 12192000"/>
              <a:gd name="connsiteY61" fmla="*/ 457749 h 4939827"/>
              <a:gd name="connsiteX62" fmla="*/ 10218232 w 12192000"/>
              <a:gd name="connsiteY62" fmla="*/ 459820 h 4939827"/>
              <a:gd name="connsiteX63" fmla="*/ 10354176 w 12192000"/>
              <a:gd name="connsiteY63" fmla="*/ 471377 h 4939827"/>
              <a:gd name="connsiteX64" fmla="*/ 10430681 w 12192000"/>
              <a:gd name="connsiteY64" fmla="*/ 481226 h 4939827"/>
              <a:gd name="connsiteX65" fmla="*/ 10478169 w 12192000"/>
              <a:gd name="connsiteY65" fmla="*/ 481774 h 4939827"/>
              <a:gd name="connsiteX66" fmla="*/ 10540907 w 12192000"/>
              <a:gd name="connsiteY66" fmla="*/ 485607 h 4939827"/>
              <a:gd name="connsiteX67" fmla="*/ 10614941 w 12192000"/>
              <a:gd name="connsiteY67" fmla="*/ 487592 h 4939827"/>
              <a:gd name="connsiteX68" fmla="*/ 10674098 w 12192000"/>
              <a:gd name="connsiteY68" fmla="*/ 521656 h 4939827"/>
              <a:gd name="connsiteX69" fmla="*/ 10874834 w 12192000"/>
              <a:gd name="connsiteY69" fmla="*/ 574867 h 4939827"/>
              <a:gd name="connsiteX70" fmla="*/ 10944981 w 12192000"/>
              <a:gd name="connsiteY70" fmla="*/ 615042 h 4939827"/>
              <a:gd name="connsiteX71" fmla="*/ 11006376 w 12192000"/>
              <a:gd name="connsiteY71" fmla="*/ 645957 h 4939827"/>
              <a:gd name="connsiteX72" fmla="*/ 11076308 w 12192000"/>
              <a:gd name="connsiteY72" fmla="*/ 675698 h 4939827"/>
              <a:gd name="connsiteX73" fmla="*/ 11148789 w 12192000"/>
              <a:gd name="connsiteY73" fmla="*/ 685041 h 4939827"/>
              <a:gd name="connsiteX74" fmla="*/ 11249129 w 12192000"/>
              <a:gd name="connsiteY74" fmla="*/ 684218 h 4939827"/>
              <a:gd name="connsiteX75" fmla="*/ 11299915 w 12192000"/>
              <a:gd name="connsiteY75" fmla="*/ 692177 h 4939827"/>
              <a:gd name="connsiteX76" fmla="*/ 11386973 w 12192000"/>
              <a:gd name="connsiteY76" fmla="*/ 708209 h 4939827"/>
              <a:gd name="connsiteX77" fmla="*/ 11500105 w 12192000"/>
              <a:gd name="connsiteY77" fmla="*/ 735014 h 4939827"/>
              <a:gd name="connsiteX78" fmla="*/ 11621735 w 12192000"/>
              <a:gd name="connsiteY78" fmla="*/ 789584 h 4939827"/>
              <a:gd name="connsiteX79" fmla="*/ 11691200 w 12192000"/>
              <a:gd name="connsiteY79" fmla="*/ 867902 h 4939827"/>
              <a:gd name="connsiteX80" fmla="*/ 11819427 w 12192000"/>
              <a:gd name="connsiteY80" fmla="*/ 911634 h 4939827"/>
              <a:gd name="connsiteX81" fmla="*/ 11969720 w 12192000"/>
              <a:gd name="connsiteY81" fmla="*/ 964737 h 4939827"/>
              <a:gd name="connsiteX82" fmla="*/ 12055766 w 12192000"/>
              <a:gd name="connsiteY82" fmla="*/ 991268 h 4939827"/>
              <a:gd name="connsiteX83" fmla="*/ 12171539 w 12192000"/>
              <a:gd name="connsiteY83" fmla="*/ 995427 h 4939827"/>
              <a:gd name="connsiteX84" fmla="*/ 12187831 w 12192000"/>
              <a:gd name="connsiteY84" fmla="*/ 996580 h 4939827"/>
              <a:gd name="connsiteX85" fmla="*/ 12192000 w 12192000"/>
              <a:gd name="connsiteY85" fmla="*/ 996726 h 4939827"/>
              <a:gd name="connsiteX86" fmla="*/ 12192000 w 12192000"/>
              <a:gd name="connsiteY86" fmla="*/ 4939827 h 4939827"/>
              <a:gd name="connsiteX87" fmla="*/ 0 w 12192000"/>
              <a:gd name="connsiteY87" fmla="*/ 4939827 h 4939827"/>
              <a:gd name="connsiteX88" fmla="*/ 0 w 12192000"/>
              <a:gd name="connsiteY88" fmla="*/ 512043 h 4939827"/>
              <a:gd name="connsiteX89" fmla="*/ 7381 w 12192000"/>
              <a:gd name="connsiteY89" fmla="*/ 512580 h 4939827"/>
              <a:gd name="connsiteX90" fmla="*/ 100029 w 12192000"/>
              <a:gd name="connsiteY90" fmla="*/ 504758 h 4939827"/>
              <a:gd name="connsiteX91" fmla="*/ 155244 w 12192000"/>
              <a:gd name="connsiteY91" fmla="*/ 525130 h 4939827"/>
              <a:gd name="connsiteX92" fmla="*/ 254366 w 12192000"/>
              <a:gd name="connsiteY92" fmla="*/ 534449 h 4939827"/>
              <a:gd name="connsiteX93" fmla="*/ 447292 w 12192000"/>
              <a:gd name="connsiteY93" fmla="*/ 542725 h 4939827"/>
              <a:gd name="connsiteX94" fmla="*/ 628105 w 12192000"/>
              <a:gd name="connsiteY94" fmla="*/ 547853 h 4939827"/>
              <a:gd name="connsiteX95" fmla="*/ 783146 w 12192000"/>
              <a:gd name="connsiteY95" fmla="*/ 591799 h 4939827"/>
              <a:gd name="connsiteX96" fmla="*/ 1043676 w 12192000"/>
              <a:gd name="connsiteY96" fmla="*/ 591887 h 4939827"/>
              <a:gd name="connsiteX97" fmla="*/ 1281816 w 12192000"/>
              <a:gd name="connsiteY97" fmla="*/ 520946 h 4939827"/>
              <a:gd name="connsiteX98" fmla="*/ 1486347 w 12192000"/>
              <a:gd name="connsiteY98" fmla="*/ 487310 h 4939827"/>
              <a:gd name="connsiteX99" fmla="*/ 1568079 w 12192000"/>
              <a:gd name="connsiteY99" fmla="*/ 462531 h 4939827"/>
              <a:gd name="connsiteX100" fmla="*/ 1622516 w 12192000"/>
              <a:gd name="connsiteY100" fmla="*/ 466058 h 4939827"/>
              <a:gd name="connsiteX101" fmla="*/ 1655457 w 12192000"/>
              <a:gd name="connsiteY101" fmla="*/ 465359 h 4939827"/>
              <a:gd name="connsiteX102" fmla="*/ 1717454 w 12192000"/>
              <a:gd name="connsiteY102" fmla="*/ 417203 h 4939827"/>
              <a:gd name="connsiteX103" fmla="*/ 1913794 w 12192000"/>
              <a:gd name="connsiteY103" fmla="*/ 365255 h 4939827"/>
              <a:gd name="connsiteX104" fmla="*/ 2129762 w 12192000"/>
              <a:gd name="connsiteY104" fmla="*/ 367832 h 4939827"/>
              <a:gd name="connsiteX105" fmla="*/ 2376970 w 12192000"/>
              <a:gd name="connsiteY105" fmla="*/ 350129 h 4939827"/>
              <a:gd name="connsiteX106" fmla="*/ 2480155 w 12192000"/>
              <a:gd name="connsiteY106" fmla="*/ 359227 h 4939827"/>
              <a:gd name="connsiteX107" fmla="*/ 2586782 w 12192000"/>
              <a:gd name="connsiteY107" fmla="*/ 339352 h 4939827"/>
              <a:gd name="connsiteX108" fmla="*/ 2679617 w 12192000"/>
              <a:gd name="connsiteY108" fmla="*/ 305383 h 4939827"/>
              <a:gd name="connsiteX109" fmla="*/ 2788947 w 12192000"/>
              <a:gd name="connsiteY109" fmla="*/ 250375 h 4939827"/>
              <a:gd name="connsiteX110" fmla="*/ 2965530 w 12192000"/>
              <a:gd name="connsiteY110" fmla="*/ 245958 h 4939827"/>
              <a:gd name="connsiteX111" fmla="*/ 3103677 w 12192000"/>
              <a:gd name="connsiteY111" fmla="*/ 209527 h 4939827"/>
              <a:gd name="connsiteX112" fmla="*/ 3126759 w 12192000"/>
              <a:gd name="connsiteY112" fmla="*/ 211226 h 4939827"/>
              <a:gd name="connsiteX113" fmla="*/ 3164020 w 12192000"/>
              <a:gd name="connsiteY113" fmla="*/ 212779 h 4939827"/>
              <a:gd name="connsiteX114" fmla="*/ 3285019 w 12192000"/>
              <a:gd name="connsiteY114" fmla="*/ 220535 h 4939827"/>
              <a:gd name="connsiteX115" fmla="*/ 3365154 w 12192000"/>
              <a:gd name="connsiteY115" fmla="*/ 226416 h 4939827"/>
              <a:gd name="connsiteX116" fmla="*/ 3367507 w 12192000"/>
              <a:gd name="connsiteY116" fmla="*/ 225416 h 4939827"/>
              <a:gd name="connsiteX117" fmla="*/ 3387567 w 12192000"/>
              <a:gd name="connsiteY117" fmla="*/ 227103 h 4939827"/>
              <a:gd name="connsiteX118" fmla="*/ 3498001 w 12192000"/>
              <a:gd name="connsiteY118" fmla="*/ 231941 h 4939827"/>
              <a:gd name="connsiteX119" fmla="*/ 3561557 w 12192000"/>
              <a:gd name="connsiteY119" fmla="*/ 228095 h 4939827"/>
              <a:gd name="connsiteX120" fmla="*/ 3611920 w 12192000"/>
              <a:gd name="connsiteY120" fmla="*/ 218094 h 4939827"/>
              <a:gd name="connsiteX121" fmla="*/ 3620528 w 12192000"/>
              <a:gd name="connsiteY121" fmla="*/ 218788 h 4939827"/>
              <a:gd name="connsiteX122" fmla="*/ 3620766 w 12192000"/>
              <a:gd name="connsiteY122" fmla="*/ 218511 h 4939827"/>
              <a:gd name="connsiteX123" fmla="*/ 3629977 w 12192000"/>
              <a:gd name="connsiteY123" fmla="*/ 218664 h 4939827"/>
              <a:gd name="connsiteX124" fmla="*/ 3636217 w 12192000"/>
              <a:gd name="connsiteY124" fmla="*/ 220048 h 4939827"/>
              <a:gd name="connsiteX125" fmla="*/ 3709484 w 12192000"/>
              <a:gd name="connsiteY125" fmla="*/ 186927 h 4939827"/>
              <a:gd name="connsiteX126" fmla="*/ 3761342 w 12192000"/>
              <a:gd name="connsiteY126" fmla="*/ 177474 h 4939827"/>
              <a:gd name="connsiteX127" fmla="*/ 3799748 w 12192000"/>
              <a:gd name="connsiteY127" fmla="*/ 167154 h 4939827"/>
              <a:gd name="connsiteX128" fmla="*/ 3922756 w 12192000"/>
              <a:gd name="connsiteY128" fmla="*/ 194044 h 4939827"/>
              <a:gd name="connsiteX129" fmla="*/ 4028476 w 12192000"/>
              <a:gd name="connsiteY129" fmla="*/ 223679 h 4939827"/>
              <a:gd name="connsiteX130" fmla="*/ 4191582 w 12192000"/>
              <a:gd name="connsiteY130" fmla="*/ 238952 h 4939827"/>
              <a:gd name="connsiteX131" fmla="*/ 4251024 w 12192000"/>
              <a:gd name="connsiteY131" fmla="*/ 240874 h 4939827"/>
              <a:gd name="connsiteX132" fmla="*/ 4355275 w 12192000"/>
              <a:gd name="connsiteY132" fmla="*/ 260205 h 4939827"/>
              <a:gd name="connsiteX133" fmla="*/ 4423807 w 12192000"/>
              <a:gd name="connsiteY133" fmla="*/ 270366 h 4939827"/>
              <a:gd name="connsiteX134" fmla="*/ 4558432 w 12192000"/>
              <a:gd name="connsiteY134" fmla="*/ 269194 h 4939827"/>
              <a:gd name="connsiteX135" fmla="*/ 4635061 w 12192000"/>
              <a:gd name="connsiteY135" fmla="*/ 280682 h 4939827"/>
              <a:gd name="connsiteX136" fmla="*/ 4807427 w 12192000"/>
              <a:gd name="connsiteY136" fmla="*/ 276835 h 4939827"/>
              <a:gd name="connsiteX137" fmla="*/ 5028933 w 12192000"/>
              <a:gd name="connsiteY137" fmla="*/ 183887 h 4939827"/>
              <a:gd name="connsiteX138" fmla="*/ 5093642 w 12192000"/>
              <a:gd name="connsiteY138" fmla="*/ 177214 h 4939827"/>
              <a:gd name="connsiteX139" fmla="*/ 5102642 w 12192000"/>
              <a:gd name="connsiteY139" fmla="*/ 186816 h 4939827"/>
              <a:gd name="connsiteX140" fmla="*/ 5193590 w 12192000"/>
              <a:gd name="connsiteY140" fmla="*/ 156458 h 4939827"/>
              <a:gd name="connsiteX141" fmla="*/ 5323922 w 12192000"/>
              <a:gd name="connsiteY141" fmla="*/ 146332 h 4939827"/>
              <a:gd name="connsiteX142" fmla="*/ 5421860 w 12192000"/>
              <a:gd name="connsiteY142" fmla="*/ 167298 h 4939827"/>
              <a:gd name="connsiteX143" fmla="*/ 5476948 w 12192000"/>
              <a:gd name="connsiteY143" fmla="*/ 173249 h 4939827"/>
              <a:gd name="connsiteX144" fmla="*/ 5516842 w 12192000"/>
              <a:gd name="connsiteY144" fmla="*/ 184018 h 4939827"/>
              <a:gd name="connsiteX145" fmla="*/ 5619415 w 12192000"/>
              <a:gd name="connsiteY145" fmla="*/ 176781 h 4939827"/>
              <a:gd name="connsiteX146" fmla="*/ 5789867 w 12192000"/>
              <a:gd name="connsiteY146" fmla="*/ 150304 h 4939827"/>
              <a:gd name="connsiteX147" fmla="*/ 5825953 w 12192000"/>
              <a:gd name="connsiteY147" fmla="*/ 147907 h 4939827"/>
              <a:gd name="connsiteX148" fmla="*/ 5856168 w 12192000"/>
              <a:gd name="connsiteY148" fmla="*/ 158719 h 4939827"/>
              <a:gd name="connsiteX149" fmla="*/ 5862476 w 12192000"/>
              <a:gd name="connsiteY149" fmla="*/ 172447 h 4939827"/>
              <a:gd name="connsiteX150" fmla="*/ 5882195 w 12192000"/>
              <a:gd name="connsiteY150" fmla="*/ 173195 h 4939827"/>
              <a:gd name="connsiteX151" fmla="*/ 5952585 w 12192000"/>
              <a:gd name="connsiteY151" fmla="*/ 161012 h 4939827"/>
              <a:gd name="connsiteX152" fmla="*/ 6001964 w 12192000"/>
              <a:gd name="connsiteY152" fmla="*/ 154786 h 4939827"/>
              <a:gd name="connsiteX153" fmla="*/ 6184207 w 12192000"/>
              <a:gd name="connsiteY153" fmla="*/ 132658 h 4939827"/>
              <a:gd name="connsiteX154" fmla="*/ 6415830 w 12192000"/>
              <a:gd name="connsiteY154" fmla="*/ 136006 h 4939827"/>
              <a:gd name="connsiteX155" fmla="*/ 6756965 w 12192000"/>
              <a:gd name="connsiteY155" fmla="*/ 57636 h 4939827"/>
              <a:gd name="connsiteX156" fmla="*/ 6819400 w 12192000"/>
              <a:gd name="connsiteY156" fmla="*/ 30742 h 4939827"/>
              <a:gd name="connsiteX157" fmla="*/ 6986370 w 12192000"/>
              <a:gd name="connsiteY157" fmla="*/ 12659 h 4939827"/>
              <a:gd name="connsiteX158" fmla="*/ 6989536 w 12192000"/>
              <a:gd name="connsiteY158" fmla="*/ 14528 h 4939827"/>
              <a:gd name="connsiteX159" fmla="*/ 7015933 w 12192000"/>
              <a:gd name="connsiteY159" fmla="*/ 9653 h 4939827"/>
              <a:gd name="connsiteX160" fmla="*/ 7020592 w 12192000"/>
              <a:gd name="connsiteY160" fmla="*/ 1651 h 4939827"/>
              <a:gd name="connsiteX161" fmla="*/ 7025905 w 12192000"/>
              <a:gd name="connsiteY161" fmla="*/ 0 h 4939827"/>
              <a:gd name="connsiteX0" fmla="*/ 7025905 w 12192000"/>
              <a:gd name="connsiteY0" fmla="*/ 0 h 4939827"/>
              <a:gd name="connsiteX1" fmla="*/ 7032579 w 12192000"/>
              <a:gd name="connsiteY1" fmla="*/ 2808 h 4939827"/>
              <a:gd name="connsiteX2" fmla="*/ 7079505 w 12192000"/>
              <a:gd name="connsiteY2" fmla="*/ 12971 h 4939827"/>
              <a:gd name="connsiteX3" fmla="*/ 7158791 w 12192000"/>
              <a:gd name="connsiteY3" fmla="*/ 12462 h 4939827"/>
              <a:gd name="connsiteX4" fmla="*/ 7233338 w 12192000"/>
              <a:gd name="connsiteY4" fmla="*/ 24846 h 4939827"/>
              <a:gd name="connsiteX5" fmla="*/ 7259791 w 12192000"/>
              <a:gd name="connsiteY5" fmla="*/ 29557 h 4939827"/>
              <a:gd name="connsiteX6" fmla="*/ 7263923 w 12192000"/>
              <a:gd name="connsiteY6" fmla="*/ 35029 h 4939827"/>
              <a:gd name="connsiteX7" fmla="*/ 7281549 w 12192000"/>
              <a:gd name="connsiteY7" fmla="*/ 39654 h 4939827"/>
              <a:gd name="connsiteX8" fmla="*/ 7374735 w 12192000"/>
              <a:gd name="connsiteY8" fmla="*/ 65326 h 4939827"/>
              <a:gd name="connsiteX9" fmla="*/ 7376078 w 12192000"/>
              <a:gd name="connsiteY9" fmla="*/ 63849 h 4939827"/>
              <a:gd name="connsiteX10" fmla="*/ 7402026 w 12192000"/>
              <a:gd name="connsiteY10" fmla="*/ 60308 h 4939827"/>
              <a:gd name="connsiteX11" fmla="*/ 7415091 w 12192000"/>
              <a:gd name="connsiteY11" fmla="*/ 77403 h 4939827"/>
              <a:gd name="connsiteX12" fmla="*/ 7488682 w 12192000"/>
              <a:gd name="connsiteY12" fmla="*/ 83440 h 4939827"/>
              <a:gd name="connsiteX13" fmla="*/ 7732750 w 12192000"/>
              <a:gd name="connsiteY13" fmla="*/ 145456 h 4939827"/>
              <a:gd name="connsiteX14" fmla="*/ 7785900 w 12192000"/>
              <a:gd name="connsiteY14" fmla="*/ 154493 h 4939827"/>
              <a:gd name="connsiteX15" fmla="*/ 7952584 w 12192000"/>
              <a:gd name="connsiteY15" fmla="*/ 170181 h 4939827"/>
              <a:gd name="connsiteX16" fmla="*/ 8009534 w 12192000"/>
              <a:gd name="connsiteY16" fmla="*/ 176441 h 4939827"/>
              <a:gd name="connsiteX17" fmla="*/ 8058681 w 12192000"/>
              <a:gd name="connsiteY17" fmla="*/ 219431 h 4939827"/>
              <a:gd name="connsiteX18" fmla="*/ 8126175 w 12192000"/>
              <a:gd name="connsiteY18" fmla="*/ 240005 h 4939827"/>
              <a:gd name="connsiteX19" fmla="*/ 8166439 w 12192000"/>
              <a:gd name="connsiteY19" fmla="*/ 252699 h 4939827"/>
              <a:gd name="connsiteX20" fmla="*/ 8281371 w 12192000"/>
              <a:gd name="connsiteY20" fmla="*/ 256875 h 4939827"/>
              <a:gd name="connsiteX21" fmla="*/ 8381609 w 12192000"/>
              <a:gd name="connsiteY21" fmla="*/ 240618 h 4939827"/>
              <a:gd name="connsiteX22" fmla="*/ 8406759 w 12192000"/>
              <a:gd name="connsiteY22" fmla="*/ 232517 h 4939827"/>
              <a:gd name="connsiteX23" fmla="*/ 8426506 w 12192000"/>
              <a:gd name="connsiteY23" fmla="*/ 241842 h 4939827"/>
              <a:gd name="connsiteX24" fmla="*/ 8427949 w 12192000"/>
              <a:gd name="connsiteY24" fmla="*/ 240981 h 4939827"/>
              <a:gd name="connsiteX25" fmla="*/ 8441468 w 12192000"/>
              <a:gd name="connsiteY25" fmla="*/ 241157 h 4939827"/>
              <a:gd name="connsiteX26" fmla="*/ 8565757 w 12192000"/>
              <a:gd name="connsiteY26" fmla="*/ 255317 h 4939827"/>
              <a:gd name="connsiteX27" fmla="*/ 8573171 w 12192000"/>
              <a:gd name="connsiteY27" fmla="*/ 258426 h 4939827"/>
              <a:gd name="connsiteX28" fmla="*/ 8573548 w 12192000"/>
              <a:gd name="connsiteY28" fmla="*/ 258241 h 4939827"/>
              <a:gd name="connsiteX29" fmla="*/ 8581827 w 12192000"/>
              <a:gd name="connsiteY29" fmla="*/ 261028 h 4939827"/>
              <a:gd name="connsiteX30" fmla="*/ 8586687 w 12192000"/>
              <a:gd name="connsiteY30" fmla="*/ 264089 h 4939827"/>
              <a:gd name="connsiteX31" fmla="*/ 8672650 w 12192000"/>
              <a:gd name="connsiteY31" fmla="*/ 254821 h 4939827"/>
              <a:gd name="connsiteX32" fmla="*/ 8785543 w 12192000"/>
              <a:gd name="connsiteY32" fmla="*/ 263406 h 4939827"/>
              <a:gd name="connsiteX33" fmla="*/ 8830588 w 12192000"/>
              <a:gd name="connsiteY33" fmla="*/ 265483 h 4939827"/>
              <a:gd name="connsiteX34" fmla="*/ 8905142 w 12192000"/>
              <a:gd name="connsiteY34" fmla="*/ 264958 h 4939827"/>
              <a:gd name="connsiteX35" fmla="*/ 8968582 w 12192000"/>
              <a:gd name="connsiteY35" fmla="*/ 262728 h 4939827"/>
              <a:gd name="connsiteX36" fmla="*/ 8972994 w 12192000"/>
              <a:gd name="connsiteY36" fmla="*/ 263284 h 4939827"/>
              <a:gd name="connsiteX37" fmla="*/ 9004605 w 12192000"/>
              <a:gd name="connsiteY37" fmla="*/ 258041 h 4939827"/>
              <a:gd name="connsiteX38" fmla="*/ 9016165 w 12192000"/>
              <a:gd name="connsiteY38" fmla="*/ 261258 h 4939827"/>
              <a:gd name="connsiteX39" fmla="*/ 9043297 w 12192000"/>
              <a:gd name="connsiteY39" fmla="*/ 281547 h 4939827"/>
              <a:gd name="connsiteX40" fmla="*/ 9048315 w 12192000"/>
              <a:gd name="connsiteY40" fmla="*/ 279264 h 4939827"/>
              <a:gd name="connsiteX41" fmla="*/ 9054706 w 12192000"/>
              <a:gd name="connsiteY41" fmla="*/ 278538 h 4939827"/>
              <a:gd name="connsiteX42" fmla="*/ 9070919 w 12192000"/>
              <a:gd name="connsiteY42" fmla="*/ 281810 h 4939827"/>
              <a:gd name="connsiteX43" fmla="*/ 9076813 w 12192000"/>
              <a:gd name="connsiteY43" fmla="*/ 283909 h 4939827"/>
              <a:gd name="connsiteX44" fmla="*/ 9085871 w 12192000"/>
              <a:gd name="connsiteY44" fmla="*/ 285133 h 4939827"/>
              <a:gd name="connsiteX45" fmla="*/ 9086159 w 12192000"/>
              <a:gd name="connsiteY45" fmla="*/ 284887 h 4939827"/>
              <a:gd name="connsiteX46" fmla="*/ 9134606 w 12192000"/>
              <a:gd name="connsiteY46" fmla="*/ 288168 h 4939827"/>
              <a:gd name="connsiteX47" fmla="*/ 9195590 w 12192000"/>
              <a:gd name="connsiteY47" fmla="*/ 279568 h 4939827"/>
              <a:gd name="connsiteX48" fmla="*/ 9219336 w 12192000"/>
              <a:gd name="connsiteY48" fmla="*/ 278133 h 4939827"/>
              <a:gd name="connsiteX49" fmla="*/ 9232362 w 12192000"/>
              <a:gd name="connsiteY49" fmla="*/ 275894 h 4939827"/>
              <a:gd name="connsiteX50" fmla="*/ 9233396 w 12192000"/>
              <a:gd name="connsiteY50" fmla="*/ 274803 h 4939827"/>
              <a:gd name="connsiteX51" fmla="*/ 9256213 w 12192000"/>
              <a:gd name="connsiteY51" fmla="*/ 281576 h 4939827"/>
              <a:gd name="connsiteX52" fmla="*/ 9371484 w 12192000"/>
              <a:gd name="connsiteY52" fmla="*/ 329634 h 4939827"/>
              <a:gd name="connsiteX53" fmla="*/ 9404829 w 12192000"/>
              <a:gd name="connsiteY53" fmla="*/ 339038 h 4939827"/>
              <a:gd name="connsiteX54" fmla="*/ 9427021 w 12192000"/>
              <a:gd name="connsiteY54" fmla="*/ 358784 h 4939827"/>
              <a:gd name="connsiteX55" fmla="*/ 9670844 w 12192000"/>
              <a:gd name="connsiteY55" fmla="*/ 405128 h 4939827"/>
              <a:gd name="connsiteX56" fmla="*/ 9816083 w 12192000"/>
              <a:gd name="connsiteY56" fmla="*/ 416573 h 4939827"/>
              <a:gd name="connsiteX57" fmla="*/ 9936741 w 12192000"/>
              <a:gd name="connsiteY57" fmla="*/ 437044 h 4939827"/>
              <a:gd name="connsiteX58" fmla="*/ 10050093 w 12192000"/>
              <a:gd name="connsiteY58" fmla="*/ 443783 h 4939827"/>
              <a:gd name="connsiteX59" fmla="*/ 10130090 w 12192000"/>
              <a:gd name="connsiteY59" fmla="*/ 459520 h 4939827"/>
              <a:gd name="connsiteX60" fmla="*/ 10173456 w 12192000"/>
              <a:gd name="connsiteY60" fmla="*/ 457749 h 4939827"/>
              <a:gd name="connsiteX61" fmla="*/ 10218232 w 12192000"/>
              <a:gd name="connsiteY61" fmla="*/ 459820 h 4939827"/>
              <a:gd name="connsiteX62" fmla="*/ 10354176 w 12192000"/>
              <a:gd name="connsiteY62" fmla="*/ 471377 h 4939827"/>
              <a:gd name="connsiteX63" fmla="*/ 10430681 w 12192000"/>
              <a:gd name="connsiteY63" fmla="*/ 481226 h 4939827"/>
              <a:gd name="connsiteX64" fmla="*/ 10478169 w 12192000"/>
              <a:gd name="connsiteY64" fmla="*/ 481774 h 4939827"/>
              <a:gd name="connsiteX65" fmla="*/ 10540907 w 12192000"/>
              <a:gd name="connsiteY65" fmla="*/ 485607 h 4939827"/>
              <a:gd name="connsiteX66" fmla="*/ 10614941 w 12192000"/>
              <a:gd name="connsiteY66" fmla="*/ 487592 h 4939827"/>
              <a:gd name="connsiteX67" fmla="*/ 10674098 w 12192000"/>
              <a:gd name="connsiteY67" fmla="*/ 521656 h 4939827"/>
              <a:gd name="connsiteX68" fmla="*/ 10874834 w 12192000"/>
              <a:gd name="connsiteY68" fmla="*/ 574867 h 4939827"/>
              <a:gd name="connsiteX69" fmla="*/ 10944981 w 12192000"/>
              <a:gd name="connsiteY69" fmla="*/ 615042 h 4939827"/>
              <a:gd name="connsiteX70" fmla="*/ 11006376 w 12192000"/>
              <a:gd name="connsiteY70" fmla="*/ 645957 h 4939827"/>
              <a:gd name="connsiteX71" fmla="*/ 11076308 w 12192000"/>
              <a:gd name="connsiteY71" fmla="*/ 675698 h 4939827"/>
              <a:gd name="connsiteX72" fmla="*/ 11148789 w 12192000"/>
              <a:gd name="connsiteY72" fmla="*/ 685041 h 4939827"/>
              <a:gd name="connsiteX73" fmla="*/ 11249129 w 12192000"/>
              <a:gd name="connsiteY73" fmla="*/ 684218 h 4939827"/>
              <a:gd name="connsiteX74" fmla="*/ 11299915 w 12192000"/>
              <a:gd name="connsiteY74" fmla="*/ 692177 h 4939827"/>
              <a:gd name="connsiteX75" fmla="*/ 11386973 w 12192000"/>
              <a:gd name="connsiteY75" fmla="*/ 708209 h 4939827"/>
              <a:gd name="connsiteX76" fmla="*/ 11500105 w 12192000"/>
              <a:gd name="connsiteY76" fmla="*/ 735014 h 4939827"/>
              <a:gd name="connsiteX77" fmla="*/ 11621735 w 12192000"/>
              <a:gd name="connsiteY77" fmla="*/ 789584 h 4939827"/>
              <a:gd name="connsiteX78" fmla="*/ 11691200 w 12192000"/>
              <a:gd name="connsiteY78" fmla="*/ 867902 h 4939827"/>
              <a:gd name="connsiteX79" fmla="*/ 11819427 w 12192000"/>
              <a:gd name="connsiteY79" fmla="*/ 911634 h 4939827"/>
              <a:gd name="connsiteX80" fmla="*/ 11969720 w 12192000"/>
              <a:gd name="connsiteY80" fmla="*/ 964737 h 4939827"/>
              <a:gd name="connsiteX81" fmla="*/ 12055766 w 12192000"/>
              <a:gd name="connsiteY81" fmla="*/ 991268 h 4939827"/>
              <a:gd name="connsiteX82" fmla="*/ 12171539 w 12192000"/>
              <a:gd name="connsiteY82" fmla="*/ 995427 h 4939827"/>
              <a:gd name="connsiteX83" fmla="*/ 12187831 w 12192000"/>
              <a:gd name="connsiteY83" fmla="*/ 996580 h 4939827"/>
              <a:gd name="connsiteX84" fmla="*/ 12192000 w 12192000"/>
              <a:gd name="connsiteY84" fmla="*/ 996726 h 4939827"/>
              <a:gd name="connsiteX85" fmla="*/ 12192000 w 12192000"/>
              <a:gd name="connsiteY85" fmla="*/ 4939827 h 4939827"/>
              <a:gd name="connsiteX86" fmla="*/ 0 w 12192000"/>
              <a:gd name="connsiteY86" fmla="*/ 4939827 h 4939827"/>
              <a:gd name="connsiteX87" fmla="*/ 0 w 12192000"/>
              <a:gd name="connsiteY87" fmla="*/ 512043 h 4939827"/>
              <a:gd name="connsiteX88" fmla="*/ 7381 w 12192000"/>
              <a:gd name="connsiteY88" fmla="*/ 512580 h 4939827"/>
              <a:gd name="connsiteX89" fmla="*/ 100029 w 12192000"/>
              <a:gd name="connsiteY89" fmla="*/ 504758 h 4939827"/>
              <a:gd name="connsiteX90" fmla="*/ 155244 w 12192000"/>
              <a:gd name="connsiteY90" fmla="*/ 525130 h 4939827"/>
              <a:gd name="connsiteX91" fmla="*/ 254366 w 12192000"/>
              <a:gd name="connsiteY91" fmla="*/ 534449 h 4939827"/>
              <a:gd name="connsiteX92" fmla="*/ 447292 w 12192000"/>
              <a:gd name="connsiteY92" fmla="*/ 542725 h 4939827"/>
              <a:gd name="connsiteX93" fmla="*/ 628105 w 12192000"/>
              <a:gd name="connsiteY93" fmla="*/ 547853 h 4939827"/>
              <a:gd name="connsiteX94" fmla="*/ 783146 w 12192000"/>
              <a:gd name="connsiteY94" fmla="*/ 591799 h 4939827"/>
              <a:gd name="connsiteX95" fmla="*/ 1043676 w 12192000"/>
              <a:gd name="connsiteY95" fmla="*/ 591887 h 4939827"/>
              <a:gd name="connsiteX96" fmla="*/ 1281816 w 12192000"/>
              <a:gd name="connsiteY96" fmla="*/ 520946 h 4939827"/>
              <a:gd name="connsiteX97" fmla="*/ 1486347 w 12192000"/>
              <a:gd name="connsiteY97" fmla="*/ 487310 h 4939827"/>
              <a:gd name="connsiteX98" fmla="*/ 1568079 w 12192000"/>
              <a:gd name="connsiteY98" fmla="*/ 462531 h 4939827"/>
              <a:gd name="connsiteX99" fmla="*/ 1622516 w 12192000"/>
              <a:gd name="connsiteY99" fmla="*/ 466058 h 4939827"/>
              <a:gd name="connsiteX100" fmla="*/ 1655457 w 12192000"/>
              <a:gd name="connsiteY100" fmla="*/ 465359 h 4939827"/>
              <a:gd name="connsiteX101" fmla="*/ 1717454 w 12192000"/>
              <a:gd name="connsiteY101" fmla="*/ 417203 h 4939827"/>
              <a:gd name="connsiteX102" fmla="*/ 1913794 w 12192000"/>
              <a:gd name="connsiteY102" fmla="*/ 365255 h 4939827"/>
              <a:gd name="connsiteX103" fmla="*/ 2129762 w 12192000"/>
              <a:gd name="connsiteY103" fmla="*/ 367832 h 4939827"/>
              <a:gd name="connsiteX104" fmla="*/ 2376970 w 12192000"/>
              <a:gd name="connsiteY104" fmla="*/ 350129 h 4939827"/>
              <a:gd name="connsiteX105" fmla="*/ 2480155 w 12192000"/>
              <a:gd name="connsiteY105" fmla="*/ 359227 h 4939827"/>
              <a:gd name="connsiteX106" fmla="*/ 2586782 w 12192000"/>
              <a:gd name="connsiteY106" fmla="*/ 339352 h 4939827"/>
              <a:gd name="connsiteX107" fmla="*/ 2679617 w 12192000"/>
              <a:gd name="connsiteY107" fmla="*/ 305383 h 4939827"/>
              <a:gd name="connsiteX108" fmla="*/ 2788947 w 12192000"/>
              <a:gd name="connsiteY108" fmla="*/ 250375 h 4939827"/>
              <a:gd name="connsiteX109" fmla="*/ 2965530 w 12192000"/>
              <a:gd name="connsiteY109" fmla="*/ 245958 h 4939827"/>
              <a:gd name="connsiteX110" fmla="*/ 3103677 w 12192000"/>
              <a:gd name="connsiteY110" fmla="*/ 209527 h 4939827"/>
              <a:gd name="connsiteX111" fmla="*/ 3126759 w 12192000"/>
              <a:gd name="connsiteY111" fmla="*/ 211226 h 4939827"/>
              <a:gd name="connsiteX112" fmla="*/ 3164020 w 12192000"/>
              <a:gd name="connsiteY112" fmla="*/ 212779 h 4939827"/>
              <a:gd name="connsiteX113" fmla="*/ 3285019 w 12192000"/>
              <a:gd name="connsiteY113" fmla="*/ 220535 h 4939827"/>
              <a:gd name="connsiteX114" fmla="*/ 3365154 w 12192000"/>
              <a:gd name="connsiteY114" fmla="*/ 226416 h 4939827"/>
              <a:gd name="connsiteX115" fmla="*/ 3367507 w 12192000"/>
              <a:gd name="connsiteY115" fmla="*/ 225416 h 4939827"/>
              <a:gd name="connsiteX116" fmla="*/ 3387567 w 12192000"/>
              <a:gd name="connsiteY116" fmla="*/ 227103 h 4939827"/>
              <a:gd name="connsiteX117" fmla="*/ 3498001 w 12192000"/>
              <a:gd name="connsiteY117" fmla="*/ 231941 h 4939827"/>
              <a:gd name="connsiteX118" fmla="*/ 3561557 w 12192000"/>
              <a:gd name="connsiteY118" fmla="*/ 228095 h 4939827"/>
              <a:gd name="connsiteX119" fmla="*/ 3611920 w 12192000"/>
              <a:gd name="connsiteY119" fmla="*/ 218094 h 4939827"/>
              <a:gd name="connsiteX120" fmla="*/ 3620528 w 12192000"/>
              <a:gd name="connsiteY120" fmla="*/ 218788 h 4939827"/>
              <a:gd name="connsiteX121" fmla="*/ 3620766 w 12192000"/>
              <a:gd name="connsiteY121" fmla="*/ 218511 h 4939827"/>
              <a:gd name="connsiteX122" fmla="*/ 3629977 w 12192000"/>
              <a:gd name="connsiteY122" fmla="*/ 218664 h 4939827"/>
              <a:gd name="connsiteX123" fmla="*/ 3636217 w 12192000"/>
              <a:gd name="connsiteY123" fmla="*/ 220048 h 4939827"/>
              <a:gd name="connsiteX124" fmla="*/ 3709484 w 12192000"/>
              <a:gd name="connsiteY124" fmla="*/ 186927 h 4939827"/>
              <a:gd name="connsiteX125" fmla="*/ 3761342 w 12192000"/>
              <a:gd name="connsiteY125" fmla="*/ 177474 h 4939827"/>
              <a:gd name="connsiteX126" fmla="*/ 3799748 w 12192000"/>
              <a:gd name="connsiteY126" fmla="*/ 167154 h 4939827"/>
              <a:gd name="connsiteX127" fmla="*/ 3922756 w 12192000"/>
              <a:gd name="connsiteY127" fmla="*/ 194044 h 4939827"/>
              <a:gd name="connsiteX128" fmla="*/ 4028476 w 12192000"/>
              <a:gd name="connsiteY128" fmla="*/ 223679 h 4939827"/>
              <a:gd name="connsiteX129" fmla="*/ 4191582 w 12192000"/>
              <a:gd name="connsiteY129" fmla="*/ 238952 h 4939827"/>
              <a:gd name="connsiteX130" fmla="*/ 4251024 w 12192000"/>
              <a:gd name="connsiteY130" fmla="*/ 240874 h 4939827"/>
              <a:gd name="connsiteX131" fmla="*/ 4355275 w 12192000"/>
              <a:gd name="connsiteY131" fmla="*/ 260205 h 4939827"/>
              <a:gd name="connsiteX132" fmla="*/ 4423807 w 12192000"/>
              <a:gd name="connsiteY132" fmla="*/ 270366 h 4939827"/>
              <a:gd name="connsiteX133" fmla="*/ 4558432 w 12192000"/>
              <a:gd name="connsiteY133" fmla="*/ 269194 h 4939827"/>
              <a:gd name="connsiteX134" fmla="*/ 4635061 w 12192000"/>
              <a:gd name="connsiteY134" fmla="*/ 280682 h 4939827"/>
              <a:gd name="connsiteX135" fmla="*/ 4807427 w 12192000"/>
              <a:gd name="connsiteY135" fmla="*/ 276835 h 4939827"/>
              <a:gd name="connsiteX136" fmla="*/ 5028933 w 12192000"/>
              <a:gd name="connsiteY136" fmla="*/ 183887 h 4939827"/>
              <a:gd name="connsiteX137" fmla="*/ 5093642 w 12192000"/>
              <a:gd name="connsiteY137" fmla="*/ 177214 h 4939827"/>
              <a:gd name="connsiteX138" fmla="*/ 5102642 w 12192000"/>
              <a:gd name="connsiteY138" fmla="*/ 186816 h 4939827"/>
              <a:gd name="connsiteX139" fmla="*/ 5193590 w 12192000"/>
              <a:gd name="connsiteY139" fmla="*/ 156458 h 4939827"/>
              <a:gd name="connsiteX140" fmla="*/ 5323922 w 12192000"/>
              <a:gd name="connsiteY140" fmla="*/ 146332 h 4939827"/>
              <a:gd name="connsiteX141" fmla="*/ 5421860 w 12192000"/>
              <a:gd name="connsiteY141" fmla="*/ 167298 h 4939827"/>
              <a:gd name="connsiteX142" fmla="*/ 5476948 w 12192000"/>
              <a:gd name="connsiteY142" fmla="*/ 173249 h 4939827"/>
              <a:gd name="connsiteX143" fmla="*/ 5516842 w 12192000"/>
              <a:gd name="connsiteY143" fmla="*/ 184018 h 4939827"/>
              <a:gd name="connsiteX144" fmla="*/ 5619415 w 12192000"/>
              <a:gd name="connsiteY144" fmla="*/ 176781 h 4939827"/>
              <a:gd name="connsiteX145" fmla="*/ 5789867 w 12192000"/>
              <a:gd name="connsiteY145" fmla="*/ 150304 h 4939827"/>
              <a:gd name="connsiteX146" fmla="*/ 5825953 w 12192000"/>
              <a:gd name="connsiteY146" fmla="*/ 147907 h 4939827"/>
              <a:gd name="connsiteX147" fmla="*/ 5856168 w 12192000"/>
              <a:gd name="connsiteY147" fmla="*/ 158719 h 4939827"/>
              <a:gd name="connsiteX148" fmla="*/ 5862476 w 12192000"/>
              <a:gd name="connsiteY148" fmla="*/ 172447 h 4939827"/>
              <a:gd name="connsiteX149" fmla="*/ 5882195 w 12192000"/>
              <a:gd name="connsiteY149" fmla="*/ 173195 h 4939827"/>
              <a:gd name="connsiteX150" fmla="*/ 5952585 w 12192000"/>
              <a:gd name="connsiteY150" fmla="*/ 161012 h 4939827"/>
              <a:gd name="connsiteX151" fmla="*/ 6001964 w 12192000"/>
              <a:gd name="connsiteY151" fmla="*/ 154786 h 4939827"/>
              <a:gd name="connsiteX152" fmla="*/ 6184207 w 12192000"/>
              <a:gd name="connsiteY152" fmla="*/ 132658 h 4939827"/>
              <a:gd name="connsiteX153" fmla="*/ 6415830 w 12192000"/>
              <a:gd name="connsiteY153" fmla="*/ 136006 h 4939827"/>
              <a:gd name="connsiteX154" fmla="*/ 6756965 w 12192000"/>
              <a:gd name="connsiteY154" fmla="*/ 57636 h 4939827"/>
              <a:gd name="connsiteX155" fmla="*/ 6819400 w 12192000"/>
              <a:gd name="connsiteY155" fmla="*/ 30742 h 4939827"/>
              <a:gd name="connsiteX156" fmla="*/ 6986370 w 12192000"/>
              <a:gd name="connsiteY156" fmla="*/ 12659 h 4939827"/>
              <a:gd name="connsiteX157" fmla="*/ 6989536 w 12192000"/>
              <a:gd name="connsiteY157" fmla="*/ 14528 h 4939827"/>
              <a:gd name="connsiteX158" fmla="*/ 7015933 w 12192000"/>
              <a:gd name="connsiteY158" fmla="*/ 9653 h 4939827"/>
              <a:gd name="connsiteX159" fmla="*/ 7020592 w 12192000"/>
              <a:gd name="connsiteY159" fmla="*/ 1651 h 4939827"/>
              <a:gd name="connsiteX160" fmla="*/ 7025905 w 12192000"/>
              <a:gd name="connsiteY160" fmla="*/ 0 h 4939827"/>
              <a:gd name="connsiteX0" fmla="*/ 7025905 w 12192000"/>
              <a:gd name="connsiteY0" fmla="*/ 0 h 4939827"/>
              <a:gd name="connsiteX1" fmla="*/ 7032579 w 12192000"/>
              <a:gd name="connsiteY1" fmla="*/ 2808 h 4939827"/>
              <a:gd name="connsiteX2" fmla="*/ 7079505 w 12192000"/>
              <a:gd name="connsiteY2" fmla="*/ 12971 h 4939827"/>
              <a:gd name="connsiteX3" fmla="*/ 7158791 w 12192000"/>
              <a:gd name="connsiteY3" fmla="*/ 12462 h 4939827"/>
              <a:gd name="connsiteX4" fmla="*/ 7233338 w 12192000"/>
              <a:gd name="connsiteY4" fmla="*/ 24846 h 4939827"/>
              <a:gd name="connsiteX5" fmla="*/ 7259791 w 12192000"/>
              <a:gd name="connsiteY5" fmla="*/ 29557 h 4939827"/>
              <a:gd name="connsiteX6" fmla="*/ 7263923 w 12192000"/>
              <a:gd name="connsiteY6" fmla="*/ 35029 h 4939827"/>
              <a:gd name="connsiteX7" fmla="*/ 7281549 w 12192000"/>
              <a:gd name="connsiteY7" fmla="*/ 39654 h 4939827"/>
              <a:gd name="connsiteX8" fmla="*/ 7374735 w 12192000"/>
              <a:gd name="connsiteY8" fmla="*/ 65326 h 4939827"/>
              <a:gd name="connsiteX9" fmla="*/ 7376078 w 12192000"/>
              <a:gd name="connsiteY9" fmla="*/ 63849 h 4939827"/>
              <a:gd name="connsiteX10" fmla="*/ 7402026 w 12192000"/>
              <a:gd name="connsiteY10" fmla="*/ 60308 h 4939827"/>
              <a:gd name="connsiteX11" fmla="*/ 7415091 w 12192000"/>
              <a:gd name="connsiteY11" fmla="*/ 77403 h 4939827"/>
              <a:gd name="connsiteX12" fmla="*/ 7488682 w 12192000"/>
              <a:gd name="connsiteY12" fmla="*/ 83440 h 4939827"/>
              <a:gd name="connsiteX13" fmla="*/ 7732750 w 12192000"/>
              <a:gd name="connsiteY13" fmla="*/ 145456 h 4939827"/>
              <a:gd name="connsiteX14" fmla="*/ 7785900 w 12192000"/>
              <a:gd name="connsiteY14" fmla="*/ 154493 h 4939827"/>
              <a:gd name="connsiteX15" fmla="*/ 7952584 w 12192000"/>
              <a:gd name="connsiteY15" fmla="*/ 170181 h 4939827"/>
              <a:gd name="connsiteX16" fmla="*/ 8009534 w 12192000"/>
              <a:gd name="connsiteY16" fmla="*/ 176441 h 4939827"/>
              <a:gd name="connsiteX17" fmla="*/ 8058681 w 12192000"/>
              <a:gd name="connsiteY17" fmla="*/ 219431 h 4939827"/>
              <a:gd name="connsiteX18" fmla="*/ 8126175 w 12192000"/>
              <a:gd name="connsiteY18" fmla="*/ 240005 h 4939827"/>
              <a:gd name="connsiteX19" fmla="*/ 8166439 w 12192000"/>
              <a:gd name="connsiteY19" fmla="*/ 252699 h 4939827"/>
              <a:gd name="connsiteX20" fmla="*/ 8281371 w 12192000"/>
              <a:gd name="connsiteY20" fmla="*/ 256875 h 4939827"/>
              <a:gd name="connsiteX21" fmla="*/ 8381609 w 12192000"/>
              <a:gd name="connsiteY21" fmla="*/ 240618 h 4939827"/>
              <a:gd name="connsiteX22" fmla="*/ 8406759 w 12192000"/>
              <a:gd name="connsiteY22" fmla="*/ 232517 h 4939827"/>
              <a:gd name="connsiteX23" fmla="*/ 8426506 w 12192000"/>
              <a:gd name="connsiteY23" fmla="*/ 241842 h 4939827"/>
              <a:gd name="connsiteX24" fmla="*/ 8427949 w 12192000"/>
              <a:gd name="connsiteY24" fmla="*/ 240981 h 4939827"/>
              <a:gd name="connsiteX25" fmla="*/ 8441468 w 12192000"/>
              <a:gd name="connsiteY25" fmla="*/ 241157 h 4939827"/>
              <a:gd name="connsiteX26" fmla="*/ 8565757 w 12192000"/>
              <a:gd name="connsiteY26" fmla="*/ 255317 h 4939827"/>
              <a:gd name="connsiteX27" fmla="*/ 8573171 w 12192000"/>
              <a:gd name="connsiteY27" fmla="*/ 258426 h 4939827"/>
              <a:gd name="connsiteX28" fmla="*/ 8573548 w 12192000"/>
              <a:gd name="connsiteY28" fmla="*/ 258241 h 4939827"/>
              <a:gd name="connsiteX29" fmla="*/ 8581827 w 12192000"/>
              <a:gd name="connsiteY29" fmla="*/ 261028 h 4939827"/>
              <a:gd name="connsiteX30" fmla="*/ 8586687 w 12192000"/>
              <a:gd name="connsiteY30" fmla="*/ 264089 h 4939827"/>
              <a:gd name="connsiteX31" fmla="*/ 8672650 w 12192000"/>
              <a:gd name="connsiteY31" fmla="*/ 254821 h 4939827"/>
              <a:gd name="connsiteX32" fmla="*/ 8785543 w 12192000"/>
              <a:gd name="connsiteY32" fmla="*/ 263406 h 4939827"/>
              <a:gd name="connsiteX33" fmla="*/ 8830588 w 12192000"/>
              <a:gd name="connsiteY33" fmla="*/ 265483 h 4939827"/>
              <a:gd name="connsiteX34" fmla="*/ 8905142 w 12192000"/>
              <a:gd name="connsiteY34" fmla="*/ 264958 h 4939827"/>
              <a:gd name="connsiteX35" fmla="*/ 8968582 w 12192000"/>
              <a:gd name="connsiteY35" fmla="*/ 262728 h 4939827"/>
              <a:gd name="connsiteX36" fmla="*/ 8972994 w 12192000"/>
              <a:gd name="connsiteY36" fmla="*/ 263284 h 4939827"/>
              <a:gd name="connsiteX37" fmla="*/ 9004605 w 12192000"/>
              <a:gd name="connsiteY37" fmla="*/ 258041 h 4939827"/>
              <a:gd name="connsiteX38" fmla="*/ 9016165 w 12192000"/>
              <a:gd name="connsiteY38" fmla="*/ 261258 h 4939827"/>
              <a:gd name="connsiteX39" fmla="*/ 9043297 w 12192000"/>
              <a:gd name="connsiteY39" fmla="*/ 281547 h 4939827"/>
              <a:gd name="connsiteX40" fmla="*/ 9048315 w 12192000"/>
              <a:gd name="connsiteY40" fmla="*/ 279264 h 4939827"/>
              <a:gd name="connsiteX41" fmla="*/ 9054706 w 12192000"/>
              <a:gd name="connsiteY41" fmla="*/ 278538 h 4939827"/>
              <a:gd name="connsiteX42" fmla="*/ 9070919 w 12192000"/>
              <a:gd name="connsiteY42" fmla="*/ 281810 h 4939827"/>
              <a:gd name="connsiteX43" fmla="*/ 9076813 w 12192000"/>
              <a:gd name="connsiteY43" fmla="*/ 283909 h 4939827"/>
              <a:gd name="connsiteX44" fmla="*/ 9085871 w 12192000"/>
              <a:gd name="connsiteY44" fmla="*/ 285133 h 4939827"/>
              <a:gd name="connsiteX45" fmla="*/ 9086159 w 12192000"/>
              <a:gd name="connsiteY45" fmla="*/ 284887 h 4939827"/>
              <a:gd name="connsiteX46" fmla="*/ 9134606 w 12192000"/>
              <a:gd name="connsiteY46" fmla="*/ 288168 h 4939827"/>
              <a:gd name="connsiteX47" fmla="*/ 9195590 w 12192000"/>
              <a:gd name="connsiteY47" fmla="*/ 279568 h 4939827"/>
              <a:gd name="connsiteX48" fmla="*/ 9219336 w 12192000"/>
              <a:gd name="connsiteY48" fmla="*/ 278133 h 4939827"/>
              <a:gd name="connsiteX49" fmla="*/ 9232362 w 12192000"/>
              <a:gd name="connsiteY49" fmla="*/ 275894 h 4939827"/>
              <a:gd name="connsiteX50" fmla="*/ 9233396 w 12192000"/>
              <a:gd name="connsiteY50" fmla="*/ 274803 h 4939827"/>
              <a:gd name="connsiteX51" fmla="*/ 9371484 w 12192000"/>
              <a:gd name="connsiteY51" fmla="*/ 329634 h 4939827"/>
              <a:gd name="connsiteX52" fmla="*/ 9404829 w 12192000"/>
              <a:gd name="connsiteY52" fmla="*/ 339038 h 4939827"/>
              <a:gd name="connsiteX53" fmla="*/ 9427021 w 12192000"/>
              <a:gd name="connsiteY53" fmla="*/ 358784 h 4939827"/>
              <a:gd name="connsiteX54" fmla="*/ 9670844 w 12192000"/>
              <a:gd name="connsiteY54" fmla="*/ 405128 h 4939827"/>
              <a:gd name="connsiteX55" fmla="*/ 9816083 w 12192000"/>
              <a:gd name="connsiteY55" fmla="*/ 416573 h 4939827"/>
              <a:gd name="connsiteX56" fmla="*/ 9936741 w 12192000"/>
              <a:gd name="connsiteY56" fmla="*/ 437044 h 4939827"/>
              <a:gd name="connsiteX57" fmla="*/ 10050093 w 12192000"/>
              <a:gd name="connsiteY57" fmla="*/ 443783 h 4939827"/>
              <a:gd name="connsiteX58" fmla="*/ 10130090 w 12192000"/>
              <a:gd name="connsiteY58" fmla="*/ 459520 h 4939827"/>
              <a:gd name="connsiteX59" fmla="*/ 10173456 w 12192000"/>
              <a:gd name="connsiteY59" fmla="*/ 457749 h 4939827"/>
              <a:gd name="connsiteX60" fmla="*/ 10218232 w 12192000"/>
              <a:gd name="connsiteY60" fmla="*/ 459820 h 4939827"/>
              <a:gd name="connsiteX61" fmla="*/ 10354176 w 12192000"/>
              <a:gd name="connsiteY61" fmla="*/ 471377 h 4939827"/>
              <a:gd name="connsiteX62" fmla="*/ 10430681 w 12192000"/>
              <a:gd name="connsiteY62" fmla="*/ 481226 h 4939827"/>
              <a:gd name="connsiteX63" fmla="*/ 10478169 w 12192000"/>
              <a:gd name="connsiteY63" fmla="*/ 481774 h 4939827"/>
              <a:gd name="connsiteX64" fmla="*/ 10540907 w 12192000"/>
              <a:gd name="connsiteY64" fmla="*/ 485607 h 4939827"/>
              <a:gd name="connsiteX65" fmla="*/ 10614941 w 12192000"/>
              <a:gd name="connsiteY65" fmla="*/ 487592 h 4939827"/>
              <a:gd name="connsiteX66" fmla="*/ 10674098 w 12192000"/>
              <a:gd name="connsiteY66" fmla="*/ 521656 h 4939827"/>
              <a:gd name="connsiteX67" fmla="*/ 10874834 w 12192000"/>
              <a:gd name="connsiteY67" fmla="*/ 574867 h 4939827"/>
              <a:gd name="connsiteX68" fmla="*/ 10944981 w 12192000"/>
              <a:gd name="connsiteY68" fmla="*/ 615042 h 4939827"/>
              <a:gd name="connsiteX69" fmla="*/ 11006376 w 12192000"/>
              <a:gd name="connsiteY69" fmla="*/ 645957 h 4939827"/>
              <a:gd name="connsiteX70" fmla="*/ 11076308 w 12192000"/>
              <a:gd name="connsiteY70" fmla="*/ 675698 h 4939827"/>
              <a:gd name="connsiteX71" fmla="*/ 11148789 w 12192000"/>
              <a:gd name="connsiteY71" fmla="*/ 685041 h 4939827"/>
              <a:gd name="connsiteX72" fmla="*/ 11249129 w 12192000"/>
              <a:gd name="connsiteY72" fmla="*/ 684218 h 4939827"/>
              <a:gd name="connsiteX73" fmla="*/ 11299915 w 12192000"/>
              <a:gd name="connsiteY73" fmla="*/ 692177 h 4939827"/>
              <a:gd name="connsiteX74" fmla="*/ 11386973 w 12192000"/>
              <a:gd name="connsiteY74" fmla="*/ 708209 h 4939827"/>
              <a:gd name="connsiteX75" fmla="*/ 11500105 w 12192000"/>
              <a:gd name="connsiteY75" fmla="*/ 735014 h 4939827"/>
              <a:gd name="connsiteX76" fmla="*/ 11621735 w 12192000"/>
              <a:gd name="connsiteY76" fmla="*/ 789584 h 4939827"/>
              <a:gd name="connsiteX77" fmla="*/ 11691200 w 12192000"/>
              <a:gd name="connsiteY77" fmla="*/ 867902 h 4939827"/>
              <a:gd name="connsiteX78" fmla="*/ 11819427 w 12192000"/>
              <a:gd name="connsiteY78" fmla="*/ 911634 h 4939827"/>
              <a:gd name="connsiteX79" fmla="*/ 11969720 w 12192000"/>
              <a:gd name="connsiteY79" fmla="*/ 964737 h 4939827"/>
              <a:gd name="connsiteX80" fmla="*/ 12055766 w 12192000"/>
              <a:gd name="connsiteY80" fmla="*/ 991268 h 4939827"/>
              <a:gd name="connsiteX81" fmla="*/ 12171539 w 12192000"/>
              <a:gd name="connsiteY81" fmla="*/ 995427 h 4939827"/>
              <a:gd name="connsiteX82" fmla="*/ 12187831 w 12192000"/>
              <a:gd name="connsiteY82" fmla="*/ 996580 h 4939827"/>
              <a:gd name="connsiteX83" fmla="*/ 12192000 w 12192000"/>
              <a:gd name="connsiteY83" fmla="*/ 996726 h 4939827"/>
              <a:gd name="connsiteX84" fmla="*/ 12192000 w 12192000"/>
              <a:gd name="connsiteY84" fmla="*/ 4939827 h 4939827"/>
              <a:gd name="connsiteX85" fmla="*/ 0 w 12192000"/>
              <a:gd name="connsiteY85" fmla="*/ 4939827 h 4939827"/>
              <a:gd name="connsiteX86" fmla="*/ 0 w 12192000"/>
              <a:gd name="connsiteY86" fmla="*/ 512043 h 4939827"/>
              <a:gd name="connsiteX87" fmla="*/ 7381 w 12192000"/>
              <a:gd name="connsiteY87" fmla="*/ 512580 h 4939827"/>
              <a:gd name="connsiteX88" fmla="*/ 100029 w 12192000"/>
              <a:gd name="connsiteY88" fmla="*/ 504758 h 4939827"/>
              <a:gd name="connsiteX89" fmla="*/ 155244 w 12192000"/>
              <a:gd name="connsiteY89" fmla="*/ 525130 h 4939827"/>
              <a:gd name="connsiteX90" fmla="*/ 254366 w 12192000"/>
              <a:gd name="connsiteY90" fmla="*/ 534449 h 4939827"/>
              <a:gd name="connsiteX91" fmla="*/ 447292 w 12192000"/>
              <a:gd name="connsiteY91" fmla="*/ 542725 h 4939827"/>
              <a:gd name="connsiteX92" fmla="*/ 628105 w 12192000"/>
              <a:gd name="connsiteY92" fmla="*/ 547853 h 4939827"/>
              <a:gd name="connsiteX93" fmla="*/ 783146 w 12192000"/>
              <a:gd name="connsiteY93" fmla="*/ 591799 h 4939827"/>
              <a:gd name="connsiteX94" fmla="*/ 1043676 w 12192000"/>
              <a:gd name="connsiteY94" fmla="*/ 591887 h 4939827"/>
              <a:gd name="connsiteX95" fmla="*/ 1281816 w 12192000"/>
              <a:gd name="connsiteY95" fmla="*/ 520946 h 4939827"/>
              <a:gd name="connsiteX96" fmla="*/ 1486347 w 12192000"/>
              <a:gd name="connsiteY96" fmla="*/ 487310 h 4939827"/>
              <a:gd name="connsiteX97" fmla="*/ 1568079 w 12192000"/>
              <a:gd name="connsiteY97" fmla="*/ 462531 h 4939827"/>
              <a:gd name="connsiteX98" fmla="*/ 1622516 w 12192000"/>
              <a:gd name="connsiteY98" fmla="*/ 466058 h 4939827"/>
              <a:gd name="connsiteX99" fmla="*/ 1655457 w 12192000"/>
              <a:gd name="connsiteY99" fmla="*/ 465359 h 4939827"/>
              <a:gd name="connsiteX100" fmla="*/ 1717454 w 12192000"/>
              <a:gd name="connsiteY100" fmla="*/ 417203 h 4939827"/>
              <a:gd name="connsiteX101" fmla="*/ 1913794 w 12192000"/>
              <a:gd name="connsiteY101" fmla="*/ 365255 h 4939827"/>
              <a:gd name="connsiteX102" fmla="*/ 2129762 w 12192000"/>
              <a:gd name="connsiteY102" fmla="*/ 367832 h 4939827"/>
              <a:gd name="connsiteX103" fmla="*/ 2376970 w 12192000"/>
              <a:gd name="connsiteY103" fmla="*/ 350129 h 4939827"/>
              <a:gd name="connsiteX104" fmla="*/ 2480155 w 12192000"/>
              <a:gd name="connsiteY104" fmla="*/ 359227 h 4939827"/>
              <a:gd name="connsiteX105" fmla="*/ 2586782 w 12192000"/>
              <a:gd name="connsiteY105" fmla="*/ 339352 h 4939827"/>
              <a:gd name="connsiteX106" fmla="*/ 2679617 w 12192000"/>
              <a:gd name="connsiteY106" fmla="*/ 305383 h 4939827"/>
              <a:gd name="connsiteX107" fmla="*/ 2788947 w 12192000"/>
              <a:gd name="connsiteY107" fmla="*/ 250375 h 4939827"/>
              <a:gd name="connsiteX108" fmla="*/ 2965530 w 12192000"/>
              <a:gd name="connsiteY108" fmla="*/ 245958 h 4939827"/>
              <a:gd name="connsiteX109" fmla="*/ 3103677 w 12192000"/>
              <a:gd name="connsiteY109" fmla="*/ 209527 h 4939827"/>
              <a:gd name="connsiteX110" fmla="*/ 3126759 w 12192000"/>
              <a:gd name="connsiteY110" fmla="*/ 211226 h 4939827"/>
              <a:gd name="connsiteX111" fmla="*/ 3164020 w 12192000"/>
              <a:gd name="connsiteY111" fmla="*/ 212779 h 4939827"/>
              <a:gd name="connsiteX112" fmla="*/ 3285019 w 12192000"/>
              <a:gd name="connsiteY112" fmla="*/ 220535 h 4939827"/>
              <a:gd name="connsiteX113" fmla="*/ 3365154 w 12192000"/>
              <a:gd name="connsiteY113" fmla="*/ 226416 h 4939827"/>
              <a:gd name="connsiteX114" fmla="*/ 3367507 w 12192000"/>
              <a:gd name="connsiteY114" fmla="*/ 225416 h 4939827"/>
              <a:gd name="connsiteX115" fmla="*/ 3387567 w 12192000"/>
              <a:gd name="connsiteY115" fmla="*/ 227103 h 4939827"/>
              <a:gd name="connsiteX116" fmla="*/ 3498001 w 12192000"/>
              <a:gd name="connsiteY116" fmla="*/ 231941 h 4939827"/>
              <a:gd name="connsiteX117" fmla="*/ 3561557 w 12192000"/>
              <a:gd name="connsiteY117" fmla="*/ 228095 h 4939827"/>
              <a:gd name="connsiteX118" fmla="*/ 3611920 w 12192000"/>
              <a:gd name="connsiteY118" fmla="*/ 218094 h 4939827"/>
              <a:gd name="connsiteX119" fmla="*/ 3620528 w 12192000"/>
              <a:gd name="connsiteY119" fmla="*/ 218788 h 4939827"/>
              <a:gd name="connsiteX120" fmla="*/ 3620766 w 12192000"/>
              <a:gd name="connsiteY120" fmla="*/ 218511 h 4939827"/>
              <a:gd name="connsiteX121" fmla="*/ 3629977 w 12192000"/>
              <a:gd name="connsiteY121" fmla="*/ 218664 h 4939827"/>
              <a:gd name="connsiteX122" fmla="*/ 3636217 w 12192000"/>
              <a:gd name="connsiteY122" fmla="*/ 220048 h 4939827"/>
              <a:gd name="connsiteX123" fmla="*/ 3709484 w 12192000"/>
              <a:gd name="connsiteY123" fmla="*/ 186927 h 4939827"/>
              <a:gd name="connsiteX124" fmla="*/ 3761342 w 12192000"/>
              <a:gd name="connsiteY124" fmla="*/ 177474 h 4939827"/>
              <a:gd name="connsiteX125" fmla="*/ 3799748 w 12192000"/>
              <a:gd name="connsiteY125" fmla="*/ 167154 h 4939827"/>
              <a:gd name="connsiteX126" fmla="*/ 3922756 w 12192000"/>
              <a:gd name="connsiteY126" fmla="*/ 194044 h 4939827"/>
              <a:gd name="connsiteX127" fmla="*/ 4028476 w 12192000"/>
              <a:gd name="connsiteY127" fmla="*/ 223679 h 4939827"/>
              <a:gd name="connsiteX128" fmla="*/ 4191582 w 12192000"/>
              <a:gd name="connsiteY128" fmla="*/ 238952 h 4939827"/>
              <a:gd name="connsiteX129" fmla="*/ 4251024 w 12192000"/>
              <a:gd name="connsiteY129" fmla="*/ 240874 h 4939827"/>
              <a:gd name="connsiteX130" fmla="*/ 4355275 w 12192000"/>
              <a:gd name="connsiteY130" fmla="*/ 260205 h 4939827"/>
              <a:gd name="connsiteX131" fmla="*/ 4423807 w 12192000"/>
              <a:gd name="connsiteY131" fmla="*/ 270366 h 4939827"/>
              <a:gd name="connsiteX132" fmla="*/ 4558432 w 12192000"/>
              <a:gd name="connsiteY132" fmla="*/ 269194 h 4939827"/>
              <a:gd name="connsiteX133" fmla="*/ 4635061 w 12192000"/>
              <a:gd name="connsiteY133" fmla="*/ 280682 h 4939827"/>
              <a:gd name="connsiteX134" fmla="*/ 4807427 w 12192000"/>
              <a:gd name="connsiteY134" fmla="*/ 276835 h 4939827"/>
              <a:gd name="connsiteX135" fmla="*/ 5028933 w 12192000"/>
              <a:gd name="connsiteY135" fmla="*/ 183887 h 4939827"/>
              <a:gd name="connsiteX136" fmla="*/ 5093642 w 12192000"/>
              <a:gd name="connsiteY136" fmla="*/ 177214 h 4939827"/>
              <a:gd name="connsiteX137" fmla="*/ 5102642 w 12192000"/>
              <a:gd name="connsiteY137" fmla="*/ 186816 h 4939827"/>
              <a:gd name="connsiteX138" fmla="*/ 5193590 w 12192000"/>
              <a:gd name="connsiteY138" fmla="*/ 156458 h 4939827"/>
              <a:gd name="connsiteX139" fmla="*/ 5323922 w 12192000"/>
              <a:gd name="connsiteY139" fmla="*/ 146332 h 4939827"/>
              <a:gd name="connsiteX140" fmla="*/ 5421860 w 12192000"/>
              <a:gd name="connsiteY140" fmla="*/ 167298 h 4939827"/>
              <a:gd name="connsiteX141" fmla="*/ 5476948 w 12192000"/>
              <a:gd name="connsiteY141" fmla="*/ 173249 h 4939827"/>
              <a:gd name="connsiteX142" fmla="*/ 5516842 w 12192000"/>
              <a:gd name="connsiteY142" fmla="*/ 184018 h 4939827"/>
              <a:gd name="connsiteX143" fmla="*/ 5619415 w 12192000"/>
              <a:gd name="connsiteY143" fmla="*/ 176781 h 4939827"/>
              <a:gd name="connsiteX144" fmla="*/ 5789867 w 12192000"/>
              <a:gd name="connsiteY144" fmla="*/ 150304 h 4939827"/>
              <a:gd name="connsiteX145" fmla="*/ 5825953 w 12192000"/>
              <a:gd name="connsiteY145" fmla="*/ 147907 h 4939827"/>
              <a:gd name="connsiteX146" fmla="*/ 5856168 w 12192000"/>
              <a:gd name="connsiteY146" fmla="*/ 158719 h 4939827"/>
              <a:gd name="connsiteX147" fmla="*/ 5862476 w 12192000"/>
              <a:gd name="connsiteY147" fmla="*/ 172447 h 4939827"/>
              <a:gd name="connsiteX148" fmla="*/ 5882195 w 12192000"/>
              <a:gd name="connsiteY148" fmla="*/ 173195 h 4939827"/>
              <a:gd name="connsiteX149" fmla="*/ 5952585 w 12192000"/>
              <a:gd name="connsiteY149" fmla="*/ 161012 h 4939827"/>
              <a:gd name="connsiteX150" fmla="*/ 6001964 w 12192000"/>
              <a:gd name="connsiteY150" fmla="*/ 154786 h 4939827"/>
              <a:gd name="connsiteX151" fmla="*/ 6184207 w 12192000"/>
              <a:gd name="connsiteY151" fmla="*/ 132658 h 4939827"/>
              <a:gd name="connsiteX152" fmla="*/ 6415830 w 12192000"/>
              <a:gd name="connsiteY152" fmla="*/ 136006 h 4939827"/>
              <a:gd name="connsiteX153" fmla="*/ 6756965 w 12192000"/>
              <a:gd name="connsiteY153" fmla="*/ 57636 h 4939827"/>
              <a:gd name="connsiteX154" fmla="*/ 6819400 w 12192000"/>
              <a:gd name="connsiteY154" fmla="*/ 30742 h 4939827"/>
              <a:gd name="connsiteX155" fmla="*/ 6986370 w 12192000"/>
              <a:gd name="connsiteY155" fmla="*/ 12659 h 4939827"/>
              <a:gd name="connsiteX156" fmla="*/ 6989536 w 12192000"/>
              <a:gd name="connsiteY156" fmla="*/ 14528 h 4939827"/>
              <a:gd name="connsiteX157" fmla="*/ 7015933 w 12192000"/>
              <a:gd name="connsiteY157" fmla="*/ 9653 h 4939827"/>
              <a:gd name="connsiteX158" fmla="*/ 7020592 w 12192000"/>
              <a:gd name="connsiteY158" fmla="*/ 1651 h 4939827"/>
              <a:gd name="connsiteX159" fmla="*/ 7025905 w 12192000"/>
              <a:gd name="connsiteY159" fmla="*/ 0 h 4939827"/>
              <a:gd name="connsiteX0" fmla="*/ 7025905 w 12192000"/>
              <a:gd name="connsiteY0" fmla="*/ 0 h 4939827"/>
              <a:gd name="connsiteX1" fmla="*/ 7032579 w 12192000"/>
              <a:gd name="connsiteY1" fmla="*/ 2808 h 4939827"/>
              <a:gd name="connsiteX2" fmla="*/ 7079505 w 12192000"/>
              <a:gd name="connsiteY2" fmla="*/ 12971 h 4939827"/>
              <a:gd name="connsiteX3" fmla="*/ 7158791 w 12192000"/>
              <a:gd name="connsiteY3" fmla="*/ 12462 h 4939827"/>
              <a:gd name="connsiteX4" fmla="*/ 7233338 w 12192000"/>
              <a:gd name="connsiteY4" fmla="*/ 24846 h 4939827"/>
              <a:gd name="connsiteX5" fmla="*/ 7259791 w 12192000"/>
              <a:gd name="connsiteY5" fmla="*/ 29557 h 4939827"/>
              <a:gd name="connsiteX6" fmla="*/ 7263923 w 12192000"/>
              <a:gd name="connsiteY6" fmla="*/ 35029 h 4939827"/>
              <a:gd name="connsiteX7" fmla="*/ 7281549 w 12192000"/>
              <a:gd name="connsiteY7" fmla="*/ 39654 h 4939827"/>
              <a:gd name="connsiteX8" fmla="*/ 7374735 w 12192000"/>
              <a:gd name="connsiteY8" fmla="*/ 65326 h 4939827"/>
              <a:gd name="connsiteX9" fmla="*/ 7376078 w 12192000"/>
              <a:gd name="connsiteY9" fmla="*/ 63849 h 4939827"/>
              <a:gd name="connsiteX10" fmla="*/ 7402026 w 12192000"/>
              <a:gd name="connsiteY10" fmla="*/ 60308 h 4939827"/>
              <a:gd name="connsiteX11" fmla="*/ 7415091 w 12192000"/>
              <a:gd name="connsiteY11" fmla="*/ 77403 h 4939827"/>
              <a:gd name="connsiteX12" fmla="*/ 7488682 w 12192000"/>
              <a:gd name="connsiteY12" fmla="*/ 83440 h 4939827"/>
              <a:gd name="connsiteX13" fmla="*/ 7732750 w 12192000"/>
              <a:gd name="connsiteY13" fmla="*/ 145456 h 4939827"/>
              <a:gd name="connsiteX14" fmla="*/ 7785900 w 12192000"/>
              <a:gd name="connsiteY14" fmla="*/ 154493 h 4939827"/>
              <a:gd name="connsiteX15" fmla="*/ 7952584 w 12192000"/>
              <a:gd name="connsiteY15" fmla="*/ 170181 h 4939827"/>
              <a:gd name="connsiteX16" fmla="*/ 8009534 w 12192000"/>
              <a:gd name="connsiteY16" fmla="*/ 176441 h 4939827"/>
              <a:gd name="connsiteX17" fmla="*/ 8058681 w 12192000"/>
              <a:gd name="connsiteY17" fmla="*/ 219431 h 4939827"/>
              <a:gd name="connsiteX18" fmla="*/ 8126175 w 12192000"/>
              <a:gd name="connsiteY18" fmla="*/ 240005 h 4939827"/>
              <a:gd name="connsiteX19" fmla="*/ 8166439 w 12192000"/>
              <a:gd name="connsiteY19" fmla="*/ 252699 h 4939827"/>
              <a:gd name="connsiteX20" fmla="*/ 8281371 w 12192000"/>
              <a:gd name="connsiteY20" fmla="*/ 256875 h 4939827"/>
              <a:gd name="connsiteX21" fmla="*/ 8381609 w 12192000"/>
              <a:gd name="connsiteY21" fmla="*/ 240618 h 4939827"/>
              <a:gd name="connsiteX22" fmla="*/ 8406759 w 12192000"/>
              <a:gd name="connsiteY22" fmla="*/ 232517 h 4939827"/>
              <a:gd name="connsiteX23" fmla="*/ 8426506 w 12192000"/>
              <a:gd name="connsiteY23" fmla="*/ 241842 h 4939827"/>
              <a:gd name="connsiteX24" fmla="*/ 8427949 w 12192000"/>
              <a:gd name="connsiteY24" fmla="*/ 240981 h 4939827"/>
              <a:gd name="connsiteX25" fmla="*/ 8441468 w 12192000"/>
              <a:gd name="connsiteY25" fmla="*/ 241157 h 4939827"/>
              <a:gd name="connsiteX26" fmla="*/ 8565757 w 12192000"/>
              <a:gd name="connsiteY26" fmla="*/ 255317 h 4939827"/>
              <a:gd name="connsiteX27" fmla="*/ 8573171 w 12192000"/>
              <a:gd name="connsiteY27" fmla="*/ 258426 h 4939827"/>
              <a:gd name="connsiteX28" fmla="*/ 8573548 w 12192000"/>
              <a:gd name="connsiteY28" fmla="*/ 258241 h 4939827"/>
              <a:gd name="connsiteX29" fmla="*/ 8581827 w 12192000"/>
              <a:gd name="connsiteY29" fmla="*/ 261028 h 4939827"/>
              <a:gd name="connsiteX30" fmla="*/ 8586687 w 12192000"/>
              <a:gd name="connsiteY30" fmla="*/ 264089 h 4939827"/>
              <a:gd name="connsiteX31" fmla="*/ 8672650 w 12192000"/>
              <a:gd name="connsiteY31" fmla="*/ 254821 h 4939827"/>
              <a:gd name="connsiteX32" fmla="*/ 8785543 w 12192000"/>
              <a:gd name="connsiteY32" fmla="*/ 263406 h 4939827"/>
              <a:gd name="connsiteX33" fmla="*/ 8830588 w 12192000"/>
              <a:gd name="connsiteY33" fmla="*/ 265483 h 4939827"/>
              <a:gd name="connsiteX34" fmla="*/ 8905142 w 12192000"/>
              <a:gd name="connsiteY34" fmla="*/ 264958 h 4939827"/>
              <a:gd name="connsiteX35" fmla="*/ 8968582 w 12192000"/>
              <a:gd name="connsiteY35" fmla="*/ 262728 h 4939827"/>
              <a:gd name="connsiteX36" fmla="*/ 8972994 w 12192000"/>
              <a:gd name="connsiteY36" fmla="*/ 263284 h 4939827"/>
              <a:gd name="connsiteX37" fmla="*/ 9004605 w 12192000"/>
              <a:gd name="connsiteY37" fmla="*/ 258041 h 4939827"/>
              <a:gd name="connsiteX38" fmla="*/ 9016165 w 12192000"/>
              <a:gd name="connsiteY38" fmla="*/ 261258 h 4939827"/>
              <a:gd name="connsiteX39" fmla="*/ 9043297 w 12192000"/>
              <a:gd name="connsiteY39" fmla="*/ 281547 h 4939827"/>
              <a:gd name="connsiteX40" fmla="*/ 9048315 w 12192000"/>
              <a:gd name="connsiteY40" fmla="*/ 279264 h 4939827"/>
              <a:gd name="connsiteX41" fmla="*/ 9054706 w 12192000"/>
              <a:gd name="connsiteY41" fmla="*/ 278538 h 4939827"/>
              <a:gd name="connsiteX42" fmla="*/ 9070919 w 12192000"/>
              <a:gd name="connsiteY42" fmla="*/ 281810 h 4939827"/>
              <a:gd name="connsiteX43" fmla="*/ 9076813 w 12192000"/>
              <a:gd name="connsiteY43" fmla="*/ 283909 h 4939827"/>
              <a:gd name="connsiteX44" fmla="*/ 9085871 w 12192000"/>
              <a:gd name="connsiteY44" fmla="*/ 285133 h 4939827"/>
              <a:gd name="connsiteX45" fmla="*/ 9086159 w 12192000"/>
              <a:gd name="connsiteY45" fmla="*/ 284887 h 4939827"/>
              <a:gd name="connsiteX46" fmla="*/ 9134606 w 12192000"/>
              <a:gd name="connsiteY46" fmla="*/ 288168 h 4939827"/>
              <a:gd name="connsiteX47" fmla="*/ 9195590 w 12192000"/>
              <a:gd name="connsiteY47" fmla="*/ 279568 h 4939827"/>
              <a:gd name="connsiteX48" fmla="*/ 9219336 w 12192000"/>
              <a:gd name="connsiteY48" fmla="*/ 278133 h 4939827"/>
              <a:gd name="connsiteX49" fmla="*/ 9232362 w 12192000"/>
              <a:gd name="connsiteY49" fmla="*/ 275894 h 4939827"/>
              <a:gd name="connsiteX50" fmla="*/ 9283638 w 12192000"/>
              <a:gd name="connsiteY50" fmla="*/ 299924 h 4939827"/>
              <a:gd name="connsiteX51" fmla="*/ 9371484 w 12192000"/>
              <a:gd name="connsiteY51" fmla="*/ 329634 h 4939827"/>
              <a:gd name="connsiteX52" fmla="*/ 9404829 w 12192000"/>
              <a:gd name="connsiteY52" fmla="*/ 339038 h 4939827"/>
              <a:gd name="connsiteX53" fmla="*/ 9427021 w 12192000"/>
              <a:gd name="connsiteY53" fmla="*/ 358784 h 4939827"/>
              <a:gd name="connsiteX54" fmla="*/ 9670844 w 12192000"/>
              <a:gd name="connsiteY54" fmla="*/ 405128 h 4939827"/>
              <a:gd name="connsiteX55" fmla="*/ 9816083 w 12192000"/>
              <a:gd name="connsiteY55" fmla="*/ 416573 h 4939827"/>
              <a:gd name="connsiteX56" fmla="*/ 9936741 w 12192000"/>
              <a:gd name="connsiteY56" fmla="*/ 437044 h 4939827"/>
              <a:gd name="connsiteX57" fmla="*/ 10050093 w 12192000"/>
              <a:gd name="connsiteY57" fmla="*/ 443783 h 4939827"/>
              <a:gd name="connsiteX58" fmla="*/ 10130090 w 12192000"/>
              <a:gd name="connsiteY58" fmla="*/ 459520 h 4939827"/>
              <a:gd name="connsiteX59" fmla="*/ 10173456 w 12192000"/>
              <a:gd name="connsiteY59" fmla="*/ 457749 h 4939827"/>
              <a:gd name="connsiteX60" fmla="*/ 10218232 w 12192000"/>
              <a:gd name="connsiteY60" fmla="*/ 459820 h 4939827"/>
              <a:gd name="connsiteX61" fmla="*/ 10354176 w 12192000"/>
              <a:gd name="connsiteY61" fmla="*/ 471377 h 4939827"/>
              <a:gd name="connsiteX62" fmla="*/ 10430681 w 12192000"/>
              <a:gd name="connsiteY62" fmla="*/ 481226 h 4939827"/>
              <a:gd name="connsiteX63" fmla="*/ 10478169 w 12192000"/>
              <a:gd name="connsiteY63" fmla="*/ 481774 h 4939827"/>
              <a:gd name="connsiteX64" fmla="*/ 10540907 w 12192000"/>
              <a:gd name="connsiteY64" fmla="*/ 485607 h 4939827"/>
              <a:gd name="connsiteX65" fmla="*/ 10614941 w 12192000"/>
              <a:gd name="connsiteY65" fmla="*/ 487592 h 4939827"/>
              <a:gd name="connsiteX66" fmla="*/ 10674098 w 12192000"/>
              <a:gd name="connsiteY66" fmla="*/ 521656 h 4939827"/>
              <a:gd name="connsiteX67" fmla="*/ 10874834 w 12192000"/>
              <a:gd name="connsiteY67" fmla="*/ 574867 h 4939827"/>
              <a:gd name="connsiteX68" fmla="*/ 10944981 w 12192000"/>
              <a:gd name="connsiteY68" fmla="*/ 615042 h 4939827"/>
              <a:gd name="connsiteX69" fmla="*/ 11006376 w 12192000"/>
              <a:gd name="connsiteY69" fmla="*/ 645957 h 4939827"/>
              <a:gd name="connsiteX70" fmla="*/ 11076308 w 12192000"/>
              <a:gd name="connsiteY70" fmla="*/ 675698 h 4939827"/>
              <a:gd name="connsiteX71" fmla="*/ 11148789 w 12192000"/>
              <a:gd name="connsiteY71" fmla="*/ 685041 h 4939827"/>
              <a:gd name="connsiteX72" fmla="*/ 11249129 w 12192000"/>
              <a:gd name="connsiteY72" fmla="*/ 684218 h 4939827"/>
              <a:gd name="connsiteX73" fmla="*/ 11299915 w 12192000"/>
              <a:gd name="connsiteY73" fmla="*/ 692177 h 4939827"/>
              <a:gd name="connsiteX74" fmla="*/ 11386973 w 12192000"/>
              <a:gd name="connsiteY74" fmla="*/ 708209 h 4939827"/>
              <a:gd name="connsiteX75" fmla="*/ 11500105 w 12192000"/>
              <a:gd name="connsiteY75" fmla="*/ 735014 h 4939827"/>
              <a:gd name="connsiteX76" fmla="*/ 11621735 w 12192000"/>
              <a:gd name="connsiteY76" fmla="*/ 789584 h 4939827"/>
              <a:gd name="connsiteX77" fmla="*/ 11691200 w 12192000"/>
              <a:gd name="connsiteY77" fmla="*/ 867902 h 4939827"/>
              <a:gd name="connsiteX78" fmla="*/ 11819427 w 12192000"/>
              <a:gd name="connsiteY78" fmla="*/ 911634 h 4939827"/>
              <a:gd name="connsiteX79" fmla="*/ 11969720 w 12192000"/>
              <a:gd name="connsiteY79" fmla="*/ 964737 h 4939827"/>
              <a:gd name="connsiteX80" fmla="*/ 12055766 w 12192000"/>
              <a:gd name="connsiteY80" fmla="*/ 991268 h 4939827"/>
              <a:gd name="connsiteX81" fmla="*/ 12171539 w 12192000"/>
              <a:gd name="connsiteY81" fmla="*/ 995427 h 4939827"/>
              <a:gd name="connsiteX82" fmla="*/ 12187831 w 12192000"/>
              <a:gd name="connsiteY82" fmla="*/ 996580 h 4939827"/>
              <a:gd name="connsiteX83" fmla="*/ 12192000 w 12192000"/>
              <a:gd name="connsiteY83" fmla="*/ 996726 h 4939827"/>
              <a:gd name="connsiteX84" fmla="*/ 12192000 w 12192000"/>
              <a:gd name="connsiteY84" fmla="*/ 4939827 h 4939827"/>
              <a:gd name="connsiteX85" fmla="*/ 0 w 12192000"/>
              <a:gd name="connsiteY85" fmla="*/ 4939827 h 4939827"/>
              <a:gd name="connsiteX86" fmla="*/ 0 w 12192000"/>
              <a:gd name="connsiteY86" fmla="*/ 512043 h 4939827"/>
              <a:gd name="connsiteX87" fmla="*/ 7381 w 12192000"/>
              <a:gd name="connsiteY87" fmla="*/ 512580 h 4939827"/>
              <a:gd name="connsiteX88" fmla="*/ 100029 w 12192000"/>
              <a:gd name="connsiteY88" fmla="*/ 504758 h 4939827"/>
              <a:gd name="connsiteX89" fmla="*/ 155244 w 12192000"/>
              <a:gd name="connsiteY89" fmla="*/ 525130 h 4939827"/>
              <a:gd name="connsiteX90" fmla="*/ 254366 w 12192000"/>
              <a:gd name="connsiteY90" fmla="*/ 534449 h 4939827"/>
              <a:gd name="connsiteX91" fmla="*/ 447292 w 12192000"/>
              <a:gd name="connsiteY91" fmla="*/ 542725 h 4939827"/>
              <a:gd name="connsiteX92" fmla="*/ 628105 w 12192000"/>
              <a:gd name="connsiteY92" fmla="*/ 547853 h 4939827"/>
              <a:gd name="connsiteX93" fmla="*/ 783146 w 12192000"/>
              <a:gd name="connsiteY93" fmla="*/ 591799 h 4939827"/>
              <a:gd name="connsiteX94" fmla="*/ 1043676 w 12192000"/>
              <a:gd name="connsiteY94" fmla="*/ 591887 h 4939827"/>
              <a:gd name="connsiteX95" fmla="*/ 1281816 w 12192000"/>
              <a:gd name="connsiteY95" fmla="*/ 520946 h 4939827"/>
              <a:gd name="connsiteX96" fmla="*/ 1486347 w 12192000"/>
              <a:gd name="connsiteY96" fmla="*/ 487310 h 4939827"/>
              <a:gd name="connsiteX97" fmla="*/ 1568079 w 12192000"/>
              <a:gd name="connsiteY97" fmla="*/ 462531 h 4939827"/>
              <a:gd name="connsiteX98" fmla="*/ 1622516 w 12192000"/>
              <a:gd name="connsiteY98" fmla="*/ 466058 h 4939827"/>
              <a:gd name="connsiteX99" fmla="*/ 1655457 w 12192000"/>
              <a:gd name="connsiteY99" fmla="*/ 465359 h 4939827"/>
              <a:gd name="connsiteX100" fmla="*/ 1717454 w 12192000"/>
              <a:gd name="connsiteY100" fmla="*/ 417203 h 4939827"/>
              <a:gd name="connsiteX101" fmla="*/ 1913794 w 12192000"/>
              <a:gd name="connsiteY101" fmla="*/ 365255 h 4939827"/>
              <a:gd name="connsiteX102" fmla="*/ 2129762 w 12192000"/>
              <a:gd name="connsiteY102" fmla="*/ 367832 h 4939827"/>
              <a:gd name="connsiteX103" fmla="*/ 2376970 w 12192000"/>
              <a:gd name="connsiteY103" fmla="*/ 350129 h 4939827"/>
              <a:gd name="connsiteX104" fmla="*/ 2480155 w 12192000"/>
              <a:gd name="connsiteY104" fmla="*/ 359227 h 4939827"/>
              <a:gd name="connsiteX105" fmla="*/ 2586782 w 12192000"/>
              <a:gd name="connsiteY105" fmla="*/ 339352 h 4939827"/>
              <a:gd name="connsiteX106" fmla="*/ 2679617 w 12192000"/>
              <a:gd name="connsiteY106" fmla="*/ 305383 h 4939827"/>
              <a:gd name="connsiteX107" fmla="*/ 2788947 w 12192000"/>
              <a:gd name="connsiteY107" fmla="*/ 250375 h 4939827"/>
              <a:gd name="connsiteX108" fmla="*/ 2965530 w 12192000"/>
              <a:gd name="connsiteY108" fmla="*/ 245958 h 4939827"/>
              <a:gd name="connsiteX109" fmla="*/ 3103677 w 12192000"/>
              <a:gd name="connsiteY109" fmla="*/ 209527 h 4939827"/>
              <a:gd name="connsiteX110" fmla="*/ 3126759 w 12192000"/>
              <a:gd name="connsiteY110" fmla="*/ 211226 h 4939827"/>
              <a:gd name="connsiteX111" fmla="*/ 3164020 w 12192000"/>
              <a:gd name="connsiteY111" fmla="*/ 212779 h 4939827"/>
              <a:gd name="connsiteX112" fmla="*/ 3285019 w 12192000"/>
              <a:gd name="connsiteY112" fmla="*/ 220535 h 4939827"/>
              <a:gd name="connsiteX113" fmla="*/ 3365154 w 12192000"/>
              <a:gd name="connsiteY113" fmla="*/ 226416 h 4939827"/>
              <a:gd name="connsiteX114" fmla="*/ 3367507 w 12192000"/>
              <a:gd name="connsiteY114" fmla="*/ 225416 h 4939827"/>
              <a:gd name="connsiteX115" fmla="*/ 3387567 w 12192000"/>
              <a:gd name="connsiteY115" fmla="*/ 227103 h 4939827"/>
              <a:gd name="connsiteX116" fmla="*/ 3498001 w 12192000"/>
              <a:gd name="connsiteY116" fmla="*/ 231941 h 4939827"/>
              <a:gd name="connsiteX117" fmla="*/ 3561557 w 12192000"/>
              <a:gd name="connsiteY117" fmla="*/ 228095 h 4939827"/>
              <a:gd name="connsiteX118" fmla="*/ 3611920 w 12192000"/>
              <a:gd name="connsiteY118" fmla="*/ 218094 h 4939827"/>
              <a:gd name="connsiteX119" fmla="*/ 3620528 w 12192000"/>
              <a:gd name="connsiteY119" fmla="*/ 218788 h 4939827"/>
              <a:gd name="connsiteX120" fmla="*/ 3620766 w 12192000"/>
              <a:gd name="connsiteY120" fmla="*/ 218511 h 4939827"/>
              <a:gd name="connsiteX121" fmla="*/ 3629977 w 12192000"/>
              <a:gd name="connsiteY121" fmla="*/ 218664 h 4939827"/>
              <a:gd name="connsiteX122" fmla="*/ 3636217 w 12192000"/>
              <a:gd name="connsiteY122" fmla="*/ 220048 h 4939827"/>
              <a:gd name="connsiteX123" fmla="*/ 3709484 w 12192000"/>
              <a:gd name="connsiteY123" fmla="*/ 186927 h 4939827"/>
              <a:gd name="connsiteX124" fmla="*/ 3761342 w 12192000"/>
              <a:gd name="connsiteY124" fmla="*/ 177474 h 4939827"/>
              <a:gd name="connsiteX125" fmla="*/ 3799748 w 12192000"/>
              <a:gd name="connsiteY125" fmla="*/ 167154 h 4939827"/>
              <a:gd name="connsiteX126" fmla="*/ 3922756 w 12192000"/>
              <a:gd name="connsiteY126" fmla="*/ 194044 h 4939827"/>
              <a:gd name="connsiteX127" fmla="*/ 4028476 w 12192000"/>
              <a:gd name="connsiteY127" fmla="*/ 223679 h 4939827"/>
              <a:gd name="connsiteX128" fmla="*/ 4191582 w 12192000"/>
              <a:gd name="connsiteY128" fmla="*/ 238952 h 4939827"/>
              <a:gd name="connsiteX129" fmla="*/ 4251024 w 12192000"/>
              <a:gd name="connsiteY129" fmla="*/ 240874 h 4939827"/>
              <a:gd name="connsiteX130" fmla="*/ 4355275 w 12192000"/>
              <a:gd name="connsiteY130" fmla="*/ 260205 h 4939827"/>
              <a:gd name="connsiteX131" fmla="*/ 4423807 w 12192000"/>
              <a:gd name="connsiteY131" fmla="*/ 270366 h 4939827"/>
              <a:gd name="connsiteX132" fmla="*/ 4558432 w 12192000"/>
              <a:gd name="connsiteY132" fmla="*/ 269194 h 4939827"/>
              <a:gd name="connsiteX133" fmla="*/ 4635061 w 12192000"/>
              <a:gd name="connsiteY133" fmla="*/ 280682 h 4939827"/>
              <a:gd name="connsiteX134" fmla="*/ 4807427 w 12192000"/>
              <a:gd name="connsiteY134" fmla="*/ 276835 h 4939827"/>
              <a:gd name="connsiteX135" fmla="*/ 5028933 w 12192000"/>
              <a:gd name="connsiteY135" fmla="*/ 183887 h 4939827"/>
              <a:gd name="connsiteX136" fmla="*/ 5093642 w 12192000"/>
              <a:gd name="connsiteY136" fmla="*/ 177214 h 4939827"/>
              <a:gd name="connsiteX137" fmla="*/ 5102642 w 12192000"/>
              <a:gd name="connsiteY137" fmla="*/ 186816 h 4939827"/>
              <a:gd name="connsiteX138" fmla="*/ 5193590 w 12192000"/>
              <a:gd name="connsiteY138" fmla="*/ 156458 h 4939827"/>
              <a:gd name="connsiteX139" fmla="*/ 5323922 w 12192000"/>
              <a:gd name="connsiteY139" fmla="*/ 146332 h 4939827"/>
              <a:gd name="connsiteX140" fmla="*/ 5421860 w 12192000"/>
              <a:gd name="connsiteY140" fmla="*/ 167298 h 4939827"/>
              <a:gd name="connsiteX141" fmla="*/ 5476948 w 12192000"/>
              <a:gd name="connsiteY141" fmla="*/ 173249 h 4939827"/>
              <a:gd name="connsiteX142" fmla="*/ 5516842 w 12192000"/>
              <a:gd name="connsiteY142" fmla="*/ 184018 h 4939827"/>
              <a:gd name="connsiteX143" fmla="*/ 5619415 w 12192000"/>
              <a:gd name="connsiteY143" fmla="*/ 176781 h 4939827"/>
              <a:gd name="connsiteX144" fmla="*/ 5789867 w 12192000"/>
              <a:gd name="connsiteY144" fmla="*/ 150304 h 4939827"/>
              <a:gd name="connsiteX145" fmla="*/ 5825953 w 12192000"/>
              <a:gd name="connsiteY145" fmla="*/ 147907 h 4939827"/>
              <a:gd name="connsiteX146" fmla="*/ 5856168 w 12192000"/>
              <a:gd name="connsiteY146" fmla="*/ 158719 h 4939827"/>
              <a:gd name="connsiteX147" fmla="*/ 5862476 w 12192000"/>
              <a:gd name="connsiteY147" fmla="*/ 172447 h 4939827"/>
              <a:gd name="connsiteX148" fmla="*/ 5882195 w 12192000"/>
              <a:gd name="connsiteY148" fmla="*/ 173195 h 4939827"/>
              <a:gd name="connsiteX149" fmla="*/ 5952585 w 12192000"/>
              <a:gd name="connsiteY149" fmla="*/ 161012 h 4939827"/>
              <a:gd name="connsiteX150" fmla="*/ 6001964 w 12192000"/>
              <a:gd name="connsiteY150" fmla="*/ 154786 h 4939827"/>
              <a:gd name="connsiteX151" fmla="*/ 6184207 w 12192000"/>
              <a:gd name="connsiteY151" fmla="*/ 132658 h 4939827"/>
              <a:gd name="connsiteX152" fmla="*/ 6415830 w 12192000"/>
              <a:gd name="connsiteY152" fmla="*/ 136006 h 4939827"/>
              <a:gd name="connsiteX153" fmla="*/ 6756965 w 12192000"/>
              <a:gd name="connsiteY153" fmla="*/ 57636 h 4939827"/>
              <a:gd name="connsiteX154" fmla="*/ 6819400 w 12192000"/>
              <a:gd name="connsiteY154" fmla="*/ 30742 h 4939827"/>
              <a:gd name="connsiteX155" fmla="*/ 6986370 w 12192000"/>
              <a:gd name="connsiteY155" fmla="*/ 12659 h 4939827"/>
              <a:gd name="connsiteX156" fmla="*/ 6989536 w 12192000"/>
              <a:gd name="connsiteY156" fmla="*/ 14528 h 4939827"/>
              <a:gd name="connsiteX157" fmla="*/ 7015933 w 12192000"/>
              <a:gd name="connsiteY157" fmla="*/ 9653 h 4939827"/>
              <a:gd name="connsiteX158" fmla="*/ 7020592 w 12192000"/>
              <a:gd name="connsiteY158" fmla="*/ 1651 h 4939827"/>
              <a:gd name="connsiteX159" fmla="*/ 7025905 w 12192000"/>
              <a:gd name="connsiteY159" fmla="*/ 0 h 4939827"/>
              <a:gd name="connsiteX0" fmla="*/ 7025905 w 12192000"/>
              <a:gd name="connsiteY0" fmla="*/ 0 h 4939827"/>
              <a:gd name="connsiteX1" fmla="*/ 7032579 w 12192000"/>
              <a:gd name="connsiteY1" fmla="*/ 2808 h 4939827"/>
              <a:gd name="connsiteX2" fmla="*/ 7079505 w 12192000"/>
              <a:gd name="connsiteY2" fmla="*/ 12971 h 4939827"/>
              <a:gd name="connsiteX3" fmla="*/ 7158791 w 12192000"/>
              <a:gd name="connsiteY3" fmla="*/ 12462 h 4939827"/>
              <a:gd name="connsiteX4" fmla="*/ 7233338 w 12192000"/>
              <a:gd name="connsiteY4" fmla="*/ 24846 h 4939827"/>
              <a:gd name="connsiteX5" fmla="*/ 7259791 w 12192000"/>
              <a:gd name="connsiteY5" fmla="*/ 29557 h 4939827"/>
              <a:gd name="connsiteX6" fmla="*/ 7263923 w 12192000"/>
              <a:gd name="connsiteY6" fmla="*/ 35029 h 4939827"/>
              <a:gd name="connsiteX7" fmla="*/ 7281549 w 12192000"/>
              <a:gd name="connsiteY7" fmla="*/ 39654 h 4939827"/>
              <a:gd name="connsiteX8" fmla="*/ 7374735 w 12192000"/>
              <a:gd name="connsiteY8" fmla="*/ 65326 h 4939827"/>
              <a:gd name="connsiteX9" fmla="*/ 7376078 w 12192000"/>
              <a:gd name="connsiteY9" fmla="*/ 63849 h 4939827"/>
              <a:gd name="connsiteX10" fmla="*/ 7402026 w 12192000"/>
              <a:gd name="connsiteY10" fmla="*/ 60308 h 4939827"/>
              <a:gd name="connsiteX11" fmla="*/ 7415091 w 12192000"/>
              <a:gd name="connsiteY11" fmla="*/ 77403 h 4939827"/>
              <a:gd name="connsiteX12" fmla="*/ 7488682 w 12192000"/>
              <a:gd name="connsiteY12" fmla="*/ 83440 h 4939827"/>
              <a:gd name="connsiteX13" fmla="*/ 7732750 w 12192000"/>
              <a:gd name="connsiteY13" fmla="*/ 145456 h 4939827"/>
              <a:gd name="connsiteX14" fmla="*/ 7785900 w 12192000"/>
              <a:gd name="connsiteY14" fmla="*/ 154493 h 4939827"/>
              <a:gd name="connsiteX15" fmla="*/ 7952584 w 12192000"/>
              <a:gd name="connsiteY15" fmla="*/ 170181 h 4939827"/>
              <a:gd name="connsiteX16" fmla="*/ 8009534 w 12192000"/>
              <a:gd name="connsiteY16" fmla="*/ 176441 h 4939827"/>
              <a:gd name="connsiteX17" fmla="*/ 8058681 w 12192000"/>
              <a:gd name="connsiteY17" fmla="*/ 219431 h 4939827"/>
              <a:gd name="connsiteX18" fmla="*/ 8126175 w 12192000"/>
              <a:gd name="connsiteY18" fmla="*/ 240005 h 4939827"/>
              <a:gd name="connsiteX19" fmla="*/ 8166439 w 12192000"/>
              <a:gd name="connsiteY19" fmla="*/ 252699 h 4939827"/>
              <a:gd name="connsiteX20" fmla="*/ 8281371 w 12192000"/>
              <a:gd name="connsiteY20" fmla="*/ 256875 h 4939827"/>
              <a:gd name="connsiteX21" fmla="*/ 8381609 w 12192000"/>
              <a:gd name="connsiteY21" fmla="*/ 240618 h 4939827"/>
              <a:gd name="connsiteX22" fmla="*/ 8406759 w 12192000"/>
              <a:gd name="connsiteY22" fmla="*/ 232517 h 4939827"/>
              <a:gd name="connsiteX23" fmla="*/ 8426506 w 12192000"/>
              <a:gd name="connsiteY23" fmla="*/ 241842 h 4939827"/>
              <a:gd name="connsiteX24" fmla="*/ 8427949 w 12192000"/>
              <a:gd name="connsiteY24" fmla="*/ 240981 h 4939827"/>
              <a:gd name="connsiteX25" fmla="*/ 8441468 w 12192000"/>
              <a:gd name="connsiteY25" fmla="*/ 241157 h 4939827"/>
              <a:gd name="connsiteX26" fmla="*/ 8565757 w 12192000"/>
              <a:gd name="connsiteY26" fmla="*/ 255317 h 4939827"/>
              <a:gd name="connsiteX27" fmla="*/ 8573171 w 12192000"/>
              <a:gd name="connsiteY27" fmla="*/ 258426 h 4939827"/>
              <a:gd name="connsiteX28" fmla="*/ 8573548 w 12192000"/>
              <a:gd name="connsiteY28" fmla="*/ 258241 h 4939827"/>
              <a:gd name="connsiteX29" fmla="*/ 8581827 w 12192000"/>
              <a:gd name="connsiteY29" fmla="*/ 261028 h 4939827"/>
              <a:gd name="connsiteX30" fmla="*/ 8672650 w 12192000"/>
              <a:gd name="connsiteY30" fmla="*/ 254821 h 4939827"/>
              <a:gd name="connsiteX31" fmla="*/ 8785543 w 12192000"/>
              <a:gd name="connsiteY31" fmla="*/ 263406 h 4939827"/>
              <a:gd name="connsiteX32" fmla="*/ 8830588 w 12192000"/>
              <a:gd name="connsiteY32" fmla="*/ 265483 h 4939827"/>
              <a:gd name="connsiteX33" fmla="*/ 8905142 w 12192000"/>
              <a:gd name="connsiteY33" fmla="*/ 264958 h 4939827"/>
              <a:gd name="connsiteX34" fmla="*/ 8968582 w 12192000"/>
              <a:gd name="connsiteY34" fmla="*/ 262728 h 4939827"/>
              <a:gd name="connsiteX35" fmla="*/ 8972994 w 12192000"/>
              <a:gd name="connsiteY35" fmla="*/ 263284 h 4939827"/>
              <a:gd name="connsiteX36" fmla="*/ 9004605 w 12192000"/>
              <a:gd name="connsiteY36" fmla="*/ 258041 h 4939827"/>
              <a:gd name="connsiteX37" fmla="*/ 9016165 w 12192000"/>
              <a:gd name="connsiteY37" fmla="*/ 261258 h 4939827"/>
              <a:gd name="connsiteX38" fmla="*/ 9043297 w 12192000"/>
              <a:gd name="connsiteY38" fmla="*/ 281547 h 4939827"/>
              <a:gd name="connsiteX39" fmla="*/ 9048315 w 12192000"/>
              <a:gd name="connsiteY39" fmla="*/ 279264 h 4939827"/>
              <a:gd name="connsiteX40" fmla="*/ 9054706 w 12192000"/>
              <a:gd name="connsiteY40" fmla="*/ 278538 h 4939827"/>
              <a:gd name="connsiteX41" fmla="*/ 9070919 w 12192000"/>
              <a:gd name="connsiteY41" fmla="*/ 281810 h 4939827"/>
              <a:gd name="connsiteX42" fmla="*/ 9076813 w 12192000"/>
              <a:gd name="connsiteY42" fmla="*/ 283909 h 4939827"/>
              <a:gd name="connsiteX43" fmla="*/ 9085871 w 12192000"/>
              <a:gd name="connsiteY43" fmla="*/ 285133 h 4939827"/>
              <a:gd name="connsiteX44" fmla="*/ 9086159 w 12192000"/>
              <a:gd name="connsiteY44" fmla="*/ 284887 h 4939827"/>
              <a:gd name="connsiteX45" fmla="*/ 9134606 w 12192000"/>
              <a:gd name="connsiteY45" fmla="*/ 288168 h 4939827"/>
              <a:gd name="connsiteX46" fmla="*/ 9195590 w 12192000"/>
              <a:gd name="connsiteY46" fmla="*/ 279568 h 4939827"/>
              <a:gd name="connsiteX47" fmla="*/ 9219336 w 12192000"/>
              <a:gd name="connsiteY47" fmla="*/ 278133 h 4939827"/>
              <a:gd name="connsiteX48" fmla="*/ 9232362 w 12192000"/>
              <a:gd name="connsiteY48" fmla="*/ 275894 h 4939827"/>
              <a:gd name="connsiteX49" fmla="*/ 9283638 w 12192000"/>
              <a:gd name="connsiteY49" fmla="*/ 299924 h 4939827"/>
              <a:gd name="connsiteX50" fmla="*/ 9371484 w 12192000"/>
              <a:gd name="connsiteY50" fmla="*/ 329634 h 4939827"/>
              <a:gd name="connsiteX51" fmla="*/ 9404829 w 12192000"/>
              <a:gd name="connsiteY51" fmla="*/ 339038 h 4939827"/>
              <a:gd name="connsiteX52" fmla="*/ 9427021 w 12192000"/>
              <a:gd name="connsiteY52" fmla="*/ 358784 h 4939827"/>
              <a:gd name="connsiteX53" fmla="*/ 9670844 w 12192000"/>
              <a:gd name="connsiteY53" fmla="*/ 405128 h 4939827"/>
              <a:gd name="connsiteX54" fmla="*/ 9816083 w 12192000"/>
              <a:gd name="connsiteY54" fmla="*/ 416573 h 4939827"/>
              <a:gd name="connsiteX55" fmla="*/ 9936741 w 12192000"/>
              <a:gd name="connsiteY55" fmla="*/ 437044 h 4939827"/>
              <a:gd name="connsiteX56" fmla="*/ 10050093 w 12192000"/>
              <a:gd name="connsiteY56" fmla="*/ 443783 h 4939827"/>
              <a:gd name="connsiteX57" fmla="*/ 10130090 w 12192000"/>
              <a:gd name="connsiteY57" fmla="*/ 459520 h 4939827"/>
              <a:gd name="connsiteX58" fmla="*/ 10173456 w 12192000"/>
              <a:gd name="connsiteY58" fmla="*/ 457749 h 4939827"/>
              <a:gd name="connsiteX59" fmla="*/ 10218232 w 12192000"/>
              <a:gd name="connsiteY59" fmla="*/ 459820 h 4939827"/>
              <a:gd name="connsiteX60" fmla="*/ 10354176 w 12192000"/>
              <a:gd name="connsiteY60" fmla="*/ 471377 h 4939827"/>
              <a:gd name="connsiteX61" fmla="*/ 10430681 w 12192000"/>
              <a:gd name="connsiteY61" fmla="*/ 481226 h 4939827"/>
              <a:gd name="connsiteX62" fmla="*/ 10478169 w 12192000"/>
              <a:gd name="connsiteY62" fmla="*/ 481774 h 4939827"/>
              <a:gd name="connsiteX63" fmla="*/ 10540907 w 12192000"/>
              <a:gd name="connsiteY63" fmla="*/ 485607 h 4939827"/>
              <a:gd name="connsiteX64" fmla="*/ 10614941 w 12192000"/>
              <a:gd name="connsiteY64" fmla="*/ 487592 h 4939827"/>
              <a:gd name="connsiteX65" fmla="*/ 10674098 w 12192000"/>
              <a:gd name="connsiteY65" fmla="*/ 521656 h 4939827"/>
              <a:gd name="connsiteX66" fmla="*/ 10874834 w 12192000"/>
              <a:gd name="connsiteY66" fmla="*/ 574867 h 4939827"/>
              <a:gd name="connsiteX67" fmla="*/ 10944981 w 12192000"/>
              <a:gd name="connsiteY67" fmla="*/ 615042 h 4939827"/>
              <a:gd name="connsiteX68" fmla="*/ 11006376 w 12192000"/>
              <a:gd name="connsiteY68" fmla="*/ 645957 h 4939827"/>
              <a:gd name="connsiteX69" fmla="*/ 11076308 w 12192000"/>
              <a:gd name="connsiteY69" fmla="*/ 675698 h 4939827"/>
              <a:gd name="connsiteX70" fmla="*/ 11148789 w 12192000"/>
              <a:gd name="connsiteY70" fmla="*/ 685041 h 4939827"/>
              <a:gd name="connsiteX71" fmla="*/ 11249129 w 12192000"/>
              <a:gd name="connsiteY71" fmla="*/ 684218 h 4939827"/>
              <a:gd name="connsiteX72" fmla="*/ 11299915 w 12192000"/>
              <a:gd name="connsiteY72" fmla="*/ 692177 h 4939827"/>
              <a:gd name="connsiteX73" fmla="*/ 11386973 w 12192000"/>
              <a:gd name="connsiteY73" fmla="*/ 708209 h 4939827"/>
              <a:gd name="connsiteX74" fmla="*/ 11500105 w 12192000"/>
              <a:gd name="connsiteY74" fmla="*/ 735014 h 4939827"/>
              <a:gd name="connsiteX75" fmla="*/ 11621735 w 12192000"/>
              <a:gd name="connsiteY75" fmla="*/ 789584 h 4939827"/>
              <a:gd name="connsiteX76" fmla="*/ 11691200 w 12192000"/>
              <a:gd name="connsiteY76" fmla="*/ 867902 h 4939827"/>
              <a:gd name="connsiteX77" fmla="*/ 11819427 w 12192000"/>
              <a:gd name="connsiteY77" fmla="*/ 911634 h 4939827"/>
              <a:gd name="connsiteX78" fmla="*/ 11969720 w 12192000"/>
              <a:gd name="connsiteY78" fmla="*/ 964737 h 4939827"/>
              <a:gd name="connsiteX79" fmla="*/ 12055766 w 12192000"/>
              <a:gd name="connsiteY79" fmla="*/ 991268 h 4939827"/>
              <a:gd name="connsiteX80" fmla="*/ 12171539 w 12192000"/>
              <a:gd name="connsiteY80" fmla="*/ 995427 h 4939827"/>
              <a:gd name="connsiteX81" fmla="*/ 12187831 w 12192000"/>
              <a:gd name="connsiteY81" fmla="*/ 996580 h 4939827"/>
              <a:gd name="connsiteX82" fmla="*/ 12192000 w 12192000"/>
              <a:gd name="connsiteY82" fmla="*/ 996726 h 4939827"/>
              <a:gd name="connsiteX83" fmla="*/ 12192000 w 12192000"/>
              <a:gd name="connsiteY83" fmla="*/ 4939827 h 4939827"/>
              <a:gd name="connsiteX84" fmla="*/ 0 w 12192000"/>
              <a:gd name="connsiteY84" fmla="*/ 4939827 h 4939827"/>
              <a:gd name="connsiteX85" fmla="*/ 0 w 12192000"/>
              <a:gd name="connsiteY85" fmla="*/ 512043 h 4939827"/>
              <a:gd name="connsiteX86" fmla="*/ 7381 w 12192000"/>
              <a:gd name="connsiteY86" fmla="*/ 512580 h 4939827"/>
              <a:gd name="connsiteX87" fmla="*/ 100029 w 12192000"/>
              <a:gd name="connsiteY87" fmla="*/ 504758 h 4939827"/>
              <a:gd name="connsiteX88" fmla="*/ 155244 w 12192000"/>
              <a:gd name="connsiteY88" fmla="*/ 525130 h 4939827"/>
              <a:gd name="connsiteX89" fmla="*/ 254366 w 12192000"/>
              <a:gd name="connsiteY89" fmla="*/ 534449 h 4939827"/>
              <a:gd name="connsiteX90" fmla="*/ 447292 w 12192000"/>
              <a:gd name="connsiteY90" fmla="*/ 542725 h 4939827"/>
              <a:gd name="connsiteX91" fmla="*/ 628105 w 12192000"/>
              <a:gd name="connsiteY91" fmla="*/ 547853 h 4939827"/>
              <a:gd name="connsiteX92" fmla="*/ 783146 w 12192000"/>
              <a:gd name="connsiteY92" fmla="*/ 591799 h 4939827"/>
              <a:gd name="connsiteX93" fmla="*/ 1043676 w 12192000"/>
              <a:gd name="connsiteY93" fmla="*/ 591887 h 4939827"/>
              <a:gd name="connsiteX94" fmla="*/ 1281816 w 12192000"/>
              <a:gd name="connsiteY94" fmla="*/ 520946 h 4939827"/>
              <a:gd name="connsiteX95" fmla="*/ 1486347 w 12192000"/>
              <a:gd name="connsiteY95" fmla="*/ 487310 h 4939827"/>
              <a:gd name="connsiteX96" fmla="*/ 1568079 w 12192000"/>
              <a:gd name="connsiteY96" fmla="*/ 462531 h 4939827"/>
              <a:gd name="connsiteX97" fmla="*/ 1622516 w 12192000"/>
              <a:gd name="connsiteY97" fmla="*/ 466058 h 4939827"/>
              <a:gd name="connsiteX98" fmla="*/ 1655457 w 12192000"/>
              <a:gd name="connsiteY98" fmla="*/ 465359 h 4939827"/>
              <a:gd name="connsiteX99" fmla="*/ 1717454 w 12192000"/>
              <a:gd name="connsiteY99" fmla="*/ 417203 h 4939827"/>
              <a:gd name="connsiteX100" fmla="*/ 1913794 w 12192000"/>
              <a:gd name="connsiteY100" fmla="*/ 365255 h 4939827"/>
              <a:gd name="connsiteX101" fmla="*/ 2129762 w 12192000"/>
              <a:gd name="connsiteY101" fmla="*/ 367832 h 4939827"/>
              <a:gd name="connsiteX102" fmla="*/ 2376970 w 12192000"/>
              <a:gd name="connsiteY102" fmla="*/ 350129 h 4939827"/>
              <a:gd name="connsiteX103" fmla="*/ 2480155 w 12192000"/>
              <a:gd name="connsiteY103" fmla="*/ 359227 h 4939827"/>
              <a:gd name="connsiteX104" fmla="*/ 2586782 w 12192000"/>
              <a:gd name="connsiteY104" fmla="*/ 339352 h 4939827"/>
              <a:gd name="connsiteX105" fmla="*/ 2679617 w 12192000"/>
              <a:gd name="connsiteY105" fmla="*/ 305383 h 4939827"/>
              <a:gd name="connsiteX106" fmla="*/ 2788947 w 12192000"/>
              <a:gd name="connsiteY106" fmla="*/ 250375 h 4939827"/>
              <a:gd name="connsiteX107" fmla="*/ 2965530 w 12192000"/>
              <a:gd name="connsiteY107" fmla="*/ 245958 h 4939827"/>
              <a:gd name="connsiteX108" fmla="*/ 3103677 w 12192000"/>
              <a:gd name="connsiteY108" fmla="*/ 209527 h 4939827"/>
              <a:gd name="connsiteX109" fmla="*/ 3126759 w 12192000"/>
              <a:gd name="connsiteY109" fmla="*/ 211226 h 4939827"/>
              <a:gd name="connsiteX110" fmla="*/ 3164020 w 12192000"/>
              <a:gd name="connsiteY110" fmla="*/ 212779 h 4939827"/>
              <a:gd name="connsiteX111" fmla="*/ 3285019 w 12192000"/>
              <a:gd name="connsiteY111" fmla="*/ 220535 h 4939827"/>
              <a:gd name="connsiteX112" fmla="*/ 3365154 w 12192000"/>
              <a:gd name="connsiteY112" fmla="*/ 226416 h 4939827"/>
              <a:gd name="connsiteX113" fmla="*/ 3367507 w 12192000"/>
              <a:gd name="connsiteY113" fmla="*/ 225416 h 4939827"/>
              <a:gd name="connsiteX114" fmla="*/ 3387567 w 12192000"/>
              <a:gd name="connsiteY114" fmla="*/ 227103 h 4939827"/>
              <a:gd name="connsiteX115" fmla="*/ 3498001 w 12192000"/>
              <a:gd name="connsiteY115" fmla="*/ 231941 h 4939827"/>
              <a:gd name="connsiteX116" fmla="*/ 3561557 w 12192000"/>
              <a:gd name="connsiteY116" fmla="*/ 228095 h 4939827"/>
              <a:gd name="connsiteX117" fmla="*/ 3611920 w 12192000"/>
              <a:gd name="connsiteY117" fmla="*/ 218094 h 4939827"/>
              <a:gd name="connsiteX118" fmla="*/ 3620528 w 12192000"/>
              <a:gd name="connsiteY118" fmla="*/ 218788 h 4939827"/>
              <a:gd name="connsiteX119" fmla="*/ 3620766 w 12192000"/>
              <a:gd name="connsiteY119" fmla="*/ 218511 h 4939827"/>
              <a:gd name="connsiteX120" fmla="*/ 3629977 w 12192000"/>
              <a:gd name="connsiteY120" fmla="*/ 218664 h 4939827"/>
              <a:gd name="connsiteX121" fmla="*/ 3636217 w 12192000"/>
              <a:gd name="connsiteY121" fmla="*/ 220048 h 4939827"/>
              <a:gd name="connsiteX122" fmla="*/ 3709484 w 12192000"/>
              <a:gd name="connsiteY122" fmla="*/ 186927 h 4939827"/>
              <a:gd name="connsiteX123" fmla="*/ 3761342 w 12192000"/>
              <a:gd name="connsiteY123" fmla="*/ 177474 h 4939827"/>
              <a:gd name="connsiteX124" fmla="*/ 3799748 w 12192000"/>
              <a:gd name="connsiteY124" fmla="*/ 167154 h 4939827"/>
              <a:gd name="connsiteX125" fmla="*/ 3922756 w 12192000"/>
              <a:gd name="connsiteY125" fmla="*/ 194044 h 4939827"/>
              <a:gd name="connsiteX126" fmla="*/ 4028476 w 12192000"/>
              <a:gd name="connsiteY126" fmla="*/ 223679 h 4939827"/>
              <a:gd name="connsiteX127" fmla="*/ 4191582 w 12192000"/>
              <a:gd name="connsiteY127" fmla="*/ 238952 h 4939827"/>
              <a:gd name="connsiteX128" fmla="*/ 4251024 w 12192000"/>
              <a:gd name="connsiteY128" fmla="*/ 240874 h 4939827"/>
              <a:gd name="connsiteX129" fmla="*/ 4355275 w 12192000"/>
              <a:gd name="connsiteY129" fmla="*/ 260205 h 4939827"/>
              <a:gd name="connsiteX130" fmla="*/ 4423807 w 12192000"/>
              <a:gd name="connsiteY130" fmla="*/ 270366 h 4939827"/>
              <a:gd name="connsiteX131" fmla="*/ 4558432 w 12192000"/>
              <a:gd name="connsiteY131" fmla="*/ 269194 h 4939827"/>
              <a:gd name="connsiteX132" fmla="*/ 4635061 w 12192000"/>
              <a:gd name="connsiteY132" fmla="*/ 280682 h 4939827"/>
              <a:gd name="connsiteX133" fmla="*/ 4807427 w 12192000"/>
              <a:gd name="connsiteY133" fmla="*/ 276835 h 4939827"/>
              <a:gd name="connsiteX134" fmla="*/ 5028933 w 12192000"/>
              <a:gd name="connsiteY134" fmla="*/ 183887 h 4939827"/>
              <a:gd name="connsiteX135" fmla="*/ 5093642 w 12192000"/>
              <a:gd name="connsiteY135" fmla="*/ 177214 h 4939827"/>
              <a:gd name="connsiteX136" fmla="*/ 5102642 w 12192000"/>
              <a:gd name="connsiteY136" fmla="*/ 186816 h 4939827"/>
              <a:gd name="connsiteX137" fmla="*/ 5193590 w 12192000"/>
              <a:gd name="connsiteY137" fmla="*/ 156458 h 4939827"/>
              <a:gd name="connsiteX138" fmla="*/ 5323922 w 12192000"/>
              <a:gd name="connsiteY138" fmla="*/ 146332 h 4939827"/>
              <a:gd name="connsiteX139" fmla="*/ 5421860 w 12192000"/>
              <a:gd name="connsiteY139" fmla="*/ 167298 h 4939827"/>
              <a:gd name="connsiteX140" fmla="*/ 5476948 w 12192000"/>
              <a:gd name="connsiteY140" fmla="*/ 173249 h 4939827"/>
              <a:gd name="connsiteX141" fmla="*/ 5516842 w 12192000"/>
              <a:gd name="connsiteY141" fmla="*/ 184018 h 4939827"/>
              <a:gd name="connsiteX142" fmla="*/ 5619415 w 12192000"/>
              <a:gd name="connsiteY142" fmla="*/ 176781 h 4939827"/>
              <a:gd name="connsiteX143" fmla="*/ 5789867 w 12192000"/>
              <a:gd name="connsiteY143" fmla="*/ 150304 h 4939827"/>
              <a:gd name="connsiteX144" fmla="*/ 5825953 w 12192000"/>
              <a:gd name="connsiteY144" fmla="*/ 147907 h 4939827"/>
              <a:gd name="connsiteX145" fmla="*/ 5856168 w 12192000"/>
              <a:gd name="connsiteY145" fmla="*/ 158719 h 4939827"/>
              <a:gd name="connsiteX146" fmla="*/ 5862476 w 12192000"/>
              <a:gd name="connsiteY146" fmla="*/ 172447 h 4939827"/>
              <a:gd name="connsiteX147" fmla="*/ 5882195 w 12192000"/>
              <a:gd name="connsiteY147" fmla="*/ 173195 h 4939827"/>
              <a:gd name="connsiteX148" fmla="*/ 5952585 w 12192000"/>
              <a:gd name="connsiteY148" fmla="*/ 161012 h 4939827"/>
              <a:gd name="connsiteX149" fmla="*/ 6001964 w 12192000"/>
              <a:gd name="connsiteY149" fmla="*/ 154786 h 4939827"/>
              <a:gd name="connsiteX150" fmla="*/ 6184207 w 12192000"/>
              <a:gd name="connsiteY150" fmla="*/ 132658 h 4939827"/>
              <a:gd name="connsiteX151" fmla="*/ 6415830 w 12192000"/>
              <a:gd name="connsiteY151" fmla="*/ 136006 h 4939827"/>
              <a:gd name="connsiteX152" fmla="*/ 6756965 w 12192000"/>
              <a:gd name="connsiteY152" fmla="*/ 57636 h 4939827"/>
              <a:gd name="connsiteX153" fmla="*/ 6819400 w 12192000"/>
              <a:gd name="connsiteY153" fmla="*/ 30742 h 4939827"/>
              <a:gd name="connsiteX154" fmla="*/ 6986370 w 12192000"/>
              <a:gd name="connsiteY154" fmla="*/ 12659 h 4939827"/>
              <a:gd name="connsiteX155" fmla="*/ 6989536 w 12192000"/>
              <a:gd name="connsiteY155" fmla="*/ 14528 h 4939827"/>
              <a:gd name="connsiteX156" fmla="*/ 7015933 w 12192000"/>
              <a:gd name="connsiteY156" fmla="*/ 9653 h 4939827"/>
              <a:gd name="connsiteX157" fmla="*/ 7020592 w 12192000"/>
              <a:gd name="connsiteY157" fmla="*/ 1651 h 4939827"/>
              <a:gd name="connsiteX158" fmla="*/ 7025905 w 12192000"/>
              <a:gd name="connsiteY158" fmla="*/ 0 h 4939827"/>
              <a:gd name="connsiteX0" fmla="*/ 7025905 w 12192000"/>
              <a:gd name="connsiteY0" fmla="*/ 0 h 4939827"/>
              <a:gd name="connsiteX1" fmla="*/ 7032579 w 12192000"/>
              <a:gd name="connsiteY1" fmla="*/ 2808 h 4939827"/>
              <a:gd name="connsiteX2" fmla="*/ 7079505 w 12192000"/>
              <a:gd name="connsiteY2" fmla="*/ 12971 h 4939827"/>
              <a:gd name="connsiteX3" fmla="*/ 7158791 w 12192000"/>
              <a:gd name="connsiteY3" fmla="*/ 12462 h 4939827"/>
              <a:gd name="connsiteX4" fmla="*/ 7233338 w 12192000"/>
              <a:gd name="connsiteY4" fmla="*/ 24846 h 4939827"/>
              <a:gd name="connsiteX5" fmla="*/ 7259791 w 12192000"/>
              <a:gd name="connsiteY5" fmla="*/ 29557 h 4939827"/>
              <a:gd name="connsiteX6" fmla="*/ 7263923 w 12192000"/>
              <a:gd name="connsiteY6" fmla="*/ 35029 h 4939827"/>
              <a:gd name="connsiteX7" fmla="*/ 7281549 w 12192000"/>
              <a:gd name="connsiteY7" fmla="*/ 39654 h 4939827"/>
              <a:gd name="connsiteX8" fmla="*/ 7374735 w 12192000"/>
              <a:gd name="connsiteY8" fmla="*/ 65326 h 4939827"/>
              <a:gd name="connsiteX9" fmla="*/ 7376078 w 12192000"/>
              <a:gd name="connsiteY9" fmla="*/ 63849 h 4939827"/>
              <a:gd name="connsiteX10" fmla="*/ 7402026 w 12192000"/>
              <a:gd name="connsiteY10" fmla="*/ 60308 h 4939827"/>
              <a:gd name="connsiteX11" fmla="*/ 7415091 w 12192000"/>
              <a:gd name="connsiteY11" fmla="*/ 77403 h 4939827"/>
              <a:gd name="connsiteX12" fmla="*/ 7488682 w 12192000"/>
              <a:gd name="connsiteY12" fmla="*/ 83440 h 4939827"/>
              <a:gd name="connsiteX13" fmla="*/ 7732750 w 12192000"/>
              <a:gd name="connsiteY13" fmla="*/ 145456 h 4939827"/>
              <a:gd name="connsiteX14" fmla="*/ 7785900 w 12192000"/>
              <a:gd name="connsiteY14" fmla="*/ 154493 h 4939827"/>
              <a:gd name="connsiteX15" fmla="*/ 7952584 w 12192000"/>
              <a:gd name="connsiteY15" fmla="*/ 170181 h 4939827"/>
              <a:gd name="connsiteX16" fmla="*/ 8009534 w 12192000"/>
              <a:gd name="connsiteY16" fmla="*/ 176441 h 4939827"/>
              <a:gd name="connsiteX17" fmla="*/ 8058681 w 12192000"/>
              <a:gd name="connsiteY17" fmla="*/ 219431 h 4939827"/>
              <a:gd name="connsiteX18" fmla="*/ 8126175 w 12192000"/>
              <a:gd name="connsiteY18" fmla="*/ 240005 h 4939827"/>
              <a:gd name="connsiteX19" fmla="*/ 8166439 w 12192000"/>
              <a:gd name="connsiteY19" fmla="*/ 252699 h 4939827"/>
              <a:gd name="connsiteX20" fmla="*/ 8281371 w 12192000"/>
              <a:gd name="connsiteY20" fmla="*/ 256875 h 4939827"/>
              <a:gd name="connsiteX21" fmla="*/ 8381609 w 12192000"/>
              <a:gd name="connsiteY21" fmla="*/ 240618 h 4939827"/>
              <a:gd name="connsiteX22" fmla="*/ 8406759 w 12192000"/>
              <a:gd name="connsiteY22" fmla="*/ 232517 h 4939827"/>
              <a:gd name="connsiteX23" fmla="*/ 8426506 w 12192000"/>
              <a:gd name="connsiteY23" fmla="*/ 241842 h 4939827"/>
              <a:gd name="connsiteX24" fmla="*/ 8427949 w 12192000"/>
              <a:gd name="connsiteY24" fmla="*/ 240981 h 4939827"/>
              <a:gd name="connsiteX25" fmla="*/ 8441468 w 12192000"/>
              <a:gd name="connsiteY25" fmla="*/ 241157 h 4939827"/>
              <a:gd name="connsiteX26" fmla="*/ 8565757 w 12192000"/>
              <a:gd name="connsiteY26" fmla="*/ 255317 h 4939827"/>
              <a:gd name="connsiteX27" fmla="*/ 8573171 w 12192000"/>
              <a:gd name="connsiteY27" fmla="*/ 258426 h 4939827"/>
              <a:gd name="connsiteX28" fmla="*/ 8573548 w 12192000"/>
              <a:gd name="connsiteY28" fmla="*/ 258241 h 4939827"/>
              <a:gd name="connsiteX29" fmla="*/ 8622021 w 12192000"/>
              <a:gd name="connsiteY29" fmla="*/ 261028 h 4939827"/>
              <a:gd name="connsiteX30" fmla="*/ 8672650 w 12192000"/>
              <a:gd name="connsiteY30" fmla="*/ 254821 h 4939827"/>
              <a:gd name="connsiteX31" fmla="*/ 8785543 w 12192000"/>
              <a:gd name="connsiteY31" fmla="*/ 263406 h 4939827"/>
              <a:gd name="connsiteX32" fmla="*/ 8830588 w 12192000"/>
              <a:gd name="connsiteY32" fmla="*/ 265483 h 4939827"/>
              <a:gd name="connsiteX33" fmla="*/ 8905142 w 12192000"/>
              <a:gd name="connsiteY33" fmla="*/ 264958 h 4939827"/>
              <a:gd name="connsiteX34" fmla="*/ 8968582 w 12192000"/>
              <a:gd name="connsiteY34" fmla="*/ 262728 h 4939827"/>
              <a:gd name="connsiteX35" fmla="*/ 8972994 w 12192000"/>
              <a:gd name="connsiteY35" fmla="*/ 263284 h 4939827"/>
              <a:gd name="connsiteX36" fmla="*/ 9004605 w 12192000"/>
              <a:gd name="connsiteY36" fmla="*/ 258041 h 4939827"/>
              <a:gd name="connsiteX37" fmla="*/ 9016165 w 12192000"/>
              <a:gd name="connsiteY37" fmla="*/ 261258 h 4939827"/>
              <a:gd name="connsiteX38" fmla="*/ 9043297 w 12192000"/>
              <a:gd name="connsiteY38" fmla="*/ 281547 h 4939827"/>
              <a:gd name="connsiteX39" fmla="*/ 9048315 w 12192000"/>
              <a:gd name="connsiteY39" fmla="*/ 279264 h 4939827"/>
              <a:gd name="connsiteX40" fmla="*/ 9054706 w 12192000"/>
              <a:gd name="connsiteY40" fmla="*/ 278538 h 4939827"/>
              <a:gd name="connsiteX41" fmla="*/ 9070919 w 12192000"/>
              <a:gd name="connsiteY41" fmla="*/ 281810 h 4939827"/>
              <a:gd name="connsiteX42" fmla="*/ 9076813 w 12192000"/>
              <a:gd name="connsiteY42" fmla="*/ 283909 h 4939827"/>
              <a:gd name="connsiteX43" fmla="*/ 9085871 w 12192000"/>
              <a:gd name="connsiteY43" fmla="*/ 285133 h 4939827"/>
              <a:gd name="connsiteX44" fmla="*/ 9086159 w 12192000"/>
              <a:gd name="connsiteY44" fmla="*/ 284887 h 4939827"/>
              <a:gd name="connsiteX45" fmla="*/ 9134606 w 12192000"/>
              <a:gd name="connsiteY45" fmla="*/ 288168 h 4939827"/>
              <a:gd name="connsiteX46" fmla="*/ 9195590 w 12192000"/>
              <a:gd name="connsiteY46" fmla="*/ 279568 h 4939827"/>
              <a:gd name="connsiteX47" fmla="*/ 9219336 w 12192000"/>
              <a:gd name="connsiteY47" fmla="*/ 278133 h 4939827"/>
              <a:gd name="connsiteX48" fmla="*/ 9232362 w 12192000"/>
              <a:gd name="connsiteY48" fmla="*/ 275894 h 4939827"/>
              <a:gd name="connsiteX49" fmla="*/ 9283638 w 12192000"/>
              <a:gd name="connsiteY49" fmla="*/ 299924 h 4939827"/>
              <a:gd name="connsiteX50" fmla="*/ 9371484 w 12192000"/>
              <a:gd name="connsiteY50" fmla="*/ 329634 h 4939827"/>
              <a:gd name="connsiteX51" fmla="*/ 9404829 w 12192000"/>
              <a:gd name="connsiteY51" fmla="*/ 339038 h 4939827"/>
              <a:gd name="connsiteX52" fmla="*/ 9427021 w 12192000"/>
              <a:gd name="connsiteY52" fmla="*/ 358784 h 4939827"/>
              <a:gd name="connsiteX53" fmla="*/ 9670844 w 12192000"/>
              <a:gd name="connsiteY53" fmla="*/ 405128 h 4939827"/>
              <a:gd name="connsiteX54" fmla="*/ 9816083 w 12192000"/>
              <a:gd name="connsiteY54" fmla="*/ 416573 h 4939827"/>
              <a:gd name="connsiteX55" fmla="*/ 9936741 w 12192000"/>
              <a:gd name="connsiteY55" fmla="*/ 437044 h 4939827"/>
              <a:gd name="connsiteX56" fmla="*/ 10050093 w 12192000"/>
              <a:gd name="connsiteY56" fmla="*/ 443783 h 4939827"/>
              <a:gd name="connsiteX57" fmla="*/ 10130090 w 12192000"/>
              <a:gd name="connsiteY57" fmla="*/ 459520 h 4939827"/>
              <a:gd name="connsiteX58" fmla="*/ 10173456 w 12192000"/>
              <a:gd name="connsiteY58" fmla="*/ 457749 h 4939827"/>
              <a:gd name="connsiteX59" fmla="*/ 10218232 w 12192000"/>
              <a:gd name="connsiteY59" fmla="*/ 459820 h 4939827"/>
              <a:gd name="connsiteX60" fmla="*/ 10354176 w 12192000"/>
              <a:gd name="connsiteY60" fmla="*/ 471377 h 4939827"/>
              <a:gd name="connsiteX61" fmla="*/ 10430681 w 12192000"/>
              <a:gd name="connsiteY61" fmla="*/ 481226 h 4939827"/>
              <a:gd name="connsiteX62" fmla="*/ 10478169 w 12192000"/>
              <a:gd name="connsiteY62" fmla="*/ 481774 h 4939827"/>
              <a:gd name="connsiteX63" fmla="*/ 10540907 w 12192000"/>
              <a:gd name="connsiteY63" fmla="*/ 485607 h 4939827"/>
              <a:gd name="connsiteX64" fmla="*/ 10614941 w 12192000"/>
              <a:gd name="connsiteY64" fmla="*/ 487592 h 4939827"/>
              <a:gd name="connsiteX65" fmla="*/ 10674098 w 12192000"/>
              <a:gd name="connsiteY65" fmla="*/ 521656 h 4939827"/>
              <a:gd name="connsiteX66" fmla="*/ 10874834 w 12192000"/>
              <a:gd name="connsiteY66" fmla="*/ 574867 h 4939827"/>
              <a:gd name="connsiteX67" fmla="*/ 10944981 w 12192000"/>
              <a:gd name="connsiteY67" fmla="*/ 615042 h 4939827"/>
              <a:gd name="connsiteX68" fmla="*/ 11006376 w 12192000"/>
              <a:gd name="connsiteY68" fmla="*/ 645957 h 4939827"/>
              <a:gd name="connsiteX69" fmla="*/ 11076308 w 12192000"/>
              <a:gd name="connsiteY69" fmla="*/ 675698 h 4939827"/>
              <a:gd name="connsiteX70" fmla="*/ 11148789 w 12192000"/>
              <a:gd name="connsiteY70" fmla="*/ 685041 h 4939827"/>
              <a:gd name="connsiteX71" fmla="*/ 11249129 w 12192000"/>
              <a:gd name="connsiteY71" fmla="*/ 684218 h 4939827"/>
              <a:gd name="connsiteX72" fmla="*/ 11299915 w 12192000"/>
              <a:gd name="connsiteY72" fmla="*/ 692177 h 4939827"/>
              <a:gd name="connsiteX73" fmla="*/ 11386973 w 12192000"/>
              <a:gd name="connsiteY73" fmla="*/ 708209 h 4939827"/>
              <a:gd name="connsiteX74" fmla="*/ 11500105 w 12192000"/>
              <a:gd name="connsiteY74" fmla="*/ 735014 h 4939827"/>
              <a:gd name="connsiteX75" fmla="*/ 11621735 w 12192000"/>
              <a:gd name="connsiteY75" fmla="*/ 789584 h 4939827"/>
              <a:gd name="connsiteX76" fmla="*/ 11691200 w 12192000"/>
              <a:gd name="connsiteY76" fmla="*/ 867902 h 4939827"/>
              <a:gd name="connsiteX77" fmla="*/ 11819427 w 12192000"/>
              <a:gd name="connsiteY77" fmla="*/ 911634 h 4939827"/>
              <a:gd name="connsiteX78" fmla="*/ 11969720 w 12192000"/>
              <a:gd name="connsiteY78" fmla="*/ 964737 h 4939827"/>
              <a:gd name="connsiteX79" fmla="*/ 12055766 w 12192000"/>
              <a:gd name="connsiteY79" fmla="*/ 991268 h 4939827"/>
              <a:gd name="connsiteX80" fmla="*/ 12171539 w 12192000"/>
              <a:gd name="connsiteY80" fmla="*/ 995427 h 4939827"/>
              <a:gd name="connsiteX81" fmla="*/ 12187831 w 12192000"/>
              <a:gd name="connsiteY81" fmla="*/ 996580 h 4939827"/>
              <a:gd name="connsiteX82" fmla="*/ 12192000 w 12192000"/>
              <a:gd name="connsiteY82" fmla="*/ 996726 h 4939827"/>
              <a:gd name="connsiteX83" fmla="*/ 12192000 w 12192000"/>
              <a:gd name="connsiteY83" fmla="*/ 4939827 h 4939827"/>
              <a:gd name="connsiteX84" fmla="*/ 0 w 12192000"/>
              <a:gd name="connsiteY84" fmla="*/ 4939827 h 4939827"/>
              <a:gd name="connsiteX85" fmla="*/ 0 w 12192000"/>
              <a:gd name="connsiteY85" fmla="*/ 512043 h 4939827"/>
              <a:gd name="connsiteX86" fmla="*/ 7381 w 12192000"/>
              <a:gd name="connsiteY86" fmla="*/ 512580 h 4939827"/>
              <a:gd name="connsiteX87" fmla="*/ 100029 w 12192000"/>
              <a:gd name="connsiteY87" fmla="*/ 504758 h 4939827"/>
              <a:gd name="connsiteX88" fmla="*/ 155244 w 12192000"/>
              <a:gd name="connsiteY88" fmla="*/ 525130 h 4939827"/>
              <a:gd name="connsiteX89" fmla="*/ 254366 w 12192000"/>
              <a:gd name="connsiteY89" fmla="*/ 534449 h 4939827"/>
              <a:gd name="connsiteX90" fmla="*/ 447292 w 12192000"/>
              <a:gd name="connsiteY90" fmla="*/ 542725 h 4939827"/>
              <a:gd name="connsiteX91" fmla="*/ 628105 w 12192000"/>
              <a:gd name="connsiteY91" fmla="*/ 547853 h 4939827"/>
              <a:gd name="connsiteX92" fmla="*/ 783146 w 12192000"/>
              <a:gd name="connsiteY92" fmla="*/ 591799 h 4939827"/>
              <a:gd name="connsiteX93" fmla="*/ 1043676 w 12192000"/>
              <a:gd name="connsiteY93" fmla="*/ 591887 h 4939827"/>
              <a:gd name="connsiteX94" fmla="*/ 1281816 w 12192000"/>
              <a:gd name="connsiteY94" fmla="*/ 520946 h 4939827"/>
              <a:gd name="connsiteX95" fmla="*/ 1486347 w 12192000"/>
              <a:gd name="connsiteY95" fmla="*/ 487310 h 4939827"/>
              <a:gd name="connsiteX96" fmla="*/ 1568079 w 12192000"/>
              <a:gd name="connsiteY96" fmla="*/ 462531 h 4939827"/>
              <a:gd name="connsiteX97" fmla="*/ 1622516 w 12192000"/>
              <a:gd name="connsiteY97" fmla="*/ 466058 h 4939827"/>
              <a:gd name="connsiteX98" fmla="*/ 1655457 w 12192000"/>
              <a:gd name="connsiteY98" fmla="*/ 465359 h 4939827"/>
              <a:gd name="connsiteX99" fmla="*/ 1717454 w 12192000"/>
              <a:gd name="connsiteY99" fmla="*/ 417203 h 4939827"/>
              <a:gd name="connsiteX100" fmla="*/ 1913794 w 12192000"/>
              <a:gd name="connsiteY100" fmla="*/ 365255 h 4939827"/>
              <a:gd name="connsiteX101" fmla="*/ 2129762 w 12192000"/>
              <a:gd name="connsiteY101" fmla="*/ 367832 h 4939827"/>
              <a:gd name="connsiteX102" fmla="*/ 2376970 w 12192000"/>
              <a:gd name="connsiteY102" fmla="*/ 350129 h 4939827"/>
              <a:gd name="connsiteX103" fmla="*/ 2480155 w 12192000"/>
              <a:gd name="connsiteY103" fmla="*/ 359227 h 4939827"/>
              <a:gd name="connsiteX104" fmla="*/ 2586782 w 12192000"/>
              <a:gd name="connsiteY104" fmla="*/ 339352 h 4939827"/>
              <a:gd name="connsiteX105" fmla="*/ 2679617 w 12192000"/>
              <a:gd name="connsiteY105" fmla="*/ 305383 h 4939827"/>
              <a:gd name="connsiteX106" fmla="*/ 2788947 w 12192000"/>
              <a:gd name="connsiteY106" fmla="*/ 250375 h 4939827"/>
              <a:gd name="connsiteX107" fmla="*/ 2965530 w 12192000"/>
              <a:gd name="connsiteY107" fmla="*/ 245958 h 4939827"/>
              <a:gd name="connsiteX108" fmla="*/ 3103677 w 12192000"/>
              <a:gd name="connsiteY108" fmla="*/ 209527 h 4939827"/>
              <a:gd name="connsiteX109" fmla="*/ 3126759 w 12192000"/>
              <a:gd name="connsiteY109" fmla="*/ 211226 h 4939827"/>
              <a:gd name="connsiteX110" fmla="*/ 3164020 w 12192000"/>
              <a:gd name="connsiteY110" fmla="*/ 212779 h 4939827"/>
              <a:gd name="connsiteX111" fmla="*/ 3285019 w 12192000"/>
              <a:gd name="connsiteY111" fmla="*/ 220535 h 4939827"/>
              <a:gd name="connsiteX112" fmla="*/ 3365154 w 12192000"/>
              <a:gd name="connsiteY112" fmla="*/ 226416 h 4939827"/>
              <a:gd name="connsiteX113" fmla="*/ 3367507 w 12192000"/>
              <a:gd name="connsiteY113" fmla="*/ 225416 h 4939827"/>
              <a:gd name="connsiteX114" fmla="*/ 3387567 w 12192000"/>
              <a:gd name="connsiteY114" fmla="*/ 227103 h 4939827"/>
              <a:gd name="connsiteX115" fmla="*/ 3498001 w 12192000"/>
              <a:gd name="connsiteY115" fmla="*/ 231941 h 4939827"/>
              <a:gd name="connsiteX116" fmla="*/ 3561557 w 12192000"/>
              <a:gd name="connsiteY116" fmla="*/ 228095 h 4939827"/>
              <a:gd name="connsiteX117" fmla="*/ 3611920 w 12192000"/>
              <a:gd name="connsiteY117" fmla="*/ 218094 h 4939827"/>
              <a:gd name="connsiteX118" fmla="*/ 3620528 w 12192000"/>
              <a:gd name="connsiteY118" fmla="*/ 218788 h 4939827"/>
              <a:gd name="connsiteX119" fmla="*/ 3620766 w 12192000"/>
              <a:gd name="connsiteY119" fmla="*/ 218511 h 4939827"/>
              <a:gd name="connsiteX120" fmla="*/ 3629977 w 12192000"/>
              <a:gd name="connsiteY120" fmla="*/ 218664 h 4939827"/>
              <a:gd name="connsiteX121" fmla="*/ 3636217 w 12192000"/>
              <a:gd name="connsiteY121" fmla="*/ 220048 h 4939827"/>
              <a:gd name="connsiteX122" fmla="*/ 3709484 w 12192000"/>
              <a:gd name="connsiteY122" fmla="*/ 186927 h 4939827"/>
              <a:gd name="connsiteX123" fmla="*/ 3761342 w 12192000"/>
              <a:gd name="connsiteY123" fmla="*/ 177474 h 4939827"/>
              <a:gd name="connsiteX124" fmla="*/ 3799748 w 12192000"/>
              <a:gd name="connsiteY124" fmla="*/ 167154 h 4939827"/>
              <a:gd name="connsiteX125" fmla="*/ 3922756 w 12192000"/>
              <a:gd name="connsiteY125" fmla="*/ 194044 h 4939827"/>
              <a:gd name="connsiteX126" fmla="*/ 4028476 w 12192000"/>
              <a:gd name="connsiteY126" fmla="*/ 223679 h 4939827"/>
              <a:gd name="connsiteX127" fmla="*/ 4191582 w 12192000"/>
              <a:gd name="connsiteY127" fmla="*/ 238952 h 4939827"/>
              <a:gd name="connsiteX128" fmla="*/ 4251024 w 12192000"/>
              <a:gd name="connsiteY128" fmla="*/ 240874 h 4939827"/>
              <a:gd name="connsiteX129" fmla="*/ 4355275 w 12192000"/>
              <a:gd name="connsiteY129" fmla="*/ 260205 h 4939827"/>
              <a:gd name="connsiteX130" fmla="*/ 4423807 w 12192000"/>
              <a:gd name="connsiteY130" fmla="*/ 270366 h 4939827"/>
              <a:gd name="connsiteX131" fmla="*/ 4558432 w 12192000"/>
              <a:gd name="connsiteY131" fmla="*/ 269194 h 4939827"/>
              <a:gd name="connsiteX132" fmla="*/ 4635061 w 12192000"/>
              <a:gd name="connsiteY132" fmla="*/ 280682 h 4939827"/>
              <a:gd name="connsiteX133" fmla="*/ 4807427 w 12192000"/>
              <a:gd name="connsiteY133" fmla="*/ 276835 h 4939827"/>
              <a:gd name="connsiteX134" fmla="*/ 5028933 w 12192000"/>
              <a:gd name="connsiteY134" fmla="*/ 183887 h 4939827"/>
              <a:gd name="connsiteX135" fmla="*/ 5093642 w 12192000"/>
              <a:gd name="connsiteY135" fmla="*/ 177214 h 4939827"/>
              <a:gd name="connsiteX136" fmla="*/ 5102642 w 12192000"/>
              <a:gd name="connsiteY136" fmla="*/ 186816 h 4939827"/>
              <a:gd name="connsiteX137" fmla="*/ 5193590 w 12192000"/>
              <a:gd name="connsiteY137" fmla="*/ 156458 h 4939827"/>
              <a:gd name="connsiteX138" fmla="*/ 5323922 w 12192000"/>
              <a:gd name="connsiteY138" fmla="*/ 146332 h 4939827"/>
              <a:gd name="connsiteX139" fmla="*/ 5421860 w 12192000"/>
              <a:gd name="connsiteY139" fmla="*/ 167298 h 4939827"/>
              <a:gd name="connsiteX140" fmla="*/ 5476948 w 12192000"/>
              <a:gd name="connsiteY140" fmla="*/ 173249 h 4939827"/>
              <a:gd name="connsiteX141" fmla="*/ 5516842 w 12192000"/>
              <a:gd name="connsiteY141" fmla="*/ 184018 h 4939827"/>
              <a:gd name="connsiteX142" fmla="*/ 5619415 w 12192000"/>
              <a:gd name="connsiteY142" fmla="*/ 176781 h 4939827"/>
              <a:gd name="connsiteX143" fmla="*/ 5789867 w 12192000"/>
              <a:gd name="connsiteY143" fmla="*/ 150304 h 4939827"/>
              <a:gd name="connsiteX144" fmla="*/ 5825953 w 12192000"/>
              <a:gd name="connsiteY144" fmla="*/ 147907 h 4939827"/>
              <a:gd name="connsiteX145" fmla="*/ 5856168 w 12192000"/>
              <a:gd name="connsiteY145" fmla="*/ 158719 h 4939827"/>
              <a:gd name="connsiteX146" fmla="*/ 5862476 w 12192000"/>
              <a:gd name="connsiteY146" fmla="*/ 172447 h 4939827"/>
              <a:gd name="connsiteX147" fmla="*/ 5882195 w 12192000"/>
              <a:gd name="connsiteY147" fmla="*/ 173195 h 4939827"/>
              <a:gd name="connsiteX148" fmla="*/ 5952585 w 12192000"/>
              <a:gd name="connsiteY148" fmla="*/ 161012 h 4939827"/>
              <a:gd name="connsiteX149" fmla="*/ 6001964 w 12192000"/>
              <a:gd name="connsiteY149" fmla="*/ 154786 h 4939827"/>
              <a:gd name="connsiteX150" fmla="*/ 6184207 w 12192000"/>
              <a:gd name="connsiteY150" fmla="*/ 132658 h 4939827"/>
              <a:gd name="connsiteX151" fmla="*/ 6415830 w 12192000"/>
              <a:gd name="connsiteY151" fmla="*/ 136006 h 4939827"/>
              <a:gd name="connsiteX152" fmla="*/ 6756965 w 12192000"/>
              <a:gd name="connsiteY152" fmla="*/ 57636 h 4939827"/>
              <a:gd name="connsiteX153" fmla="*/ 6819400 w 12192000"/>
              <a:gd name="connsiteY153" fmla="*/ 30742 h 4939827"/>
              <a:gd name="connsiteX154" fmla="*/ 6986370 w 12192000"/>
              <a:gd name="connsiteY154" fmla="*/ 12659 h 4939827"/>
              <a:gd name="connsiteX155" fmla="*/ 6989536 w 12192000"/>
              <a:gd name="connsiteY155" fmla="*/ 14528 h 4939827"/>
              <a:gd name="connsiteX156" fmla="*/ 7015933 w 12192000"/>
              <a:gd name="connsiteY156" fmla="*/ 9653 h 4939827"/>
              <a:gd name="connsiteX157" fmla="*/ 7020592 w 12192000"/>
              <a:gd name="connsiteY157" fmla="*/ 1651 h 4939827"/>
              <a:gd name="connsiteX158" fmla="*/ 7025905 w 12192000"/>
              <a:gd name="connsiteY158" fmla="*/ 0 h 4939827"/>
              <a:gd name="connsiteX0" fmla="*/ 7025905 w 12192000"/>
              <a:gd name="connsiteY0" fmla="*/ 0 h 4939827"/>
              <a:gd name="connsiteX1" fmla="*/ 7032579 w 12192000"/>
              <a:gd name="connsiteY1" fmla="*/ 2808 h 4939827"/>
              <a:gd name="connsiteX2" fmla="*/ 7079505 w 12192000"/>
              <a:gd name="connsiteY2" fmla="*/ 12971 h 4939827"/>
              <a:gd name="connsiteX3" fmla="*/ 7158791 w 12192000"/>
              <a:gd name="connsiteY3" fmla="*/ 12462 h 4939827"/>
              <a:gd name="connsiteX4" fmla="*/ 7233338 w 12192000"/>
              <a:gd name="connsiteY4" fmla="*/ 24846 h 4939827"/>
              <a:gd name="connsiteX5" fmla="*/ 7259791 w 12192000"/>
              <a:gd name="connsiteY5" fmla="*/ 29557 h 4939827"/>
              <a:gd name="connsiteX6" fmla="*/ 7263923 w 12192000"/>
              <a:gd name="connsiteY6" fmla="*/ 35029 h 4939827"/>
              <a:gd name="connsiteX7" fmla="*/ 7281549 w 12192000"/>
              <a:gd name="connsiteY7" fmla="*/ 39654 h 4939827"/>
              <a:gd name="connsiteX8" fmla="*/ 7374735 w 12192000"/>
              <a:gd name="connsiteY8" fmla="*/ 65326 h 4939827"/>
              <a:gd name="connsiteX9" fmla="*/ 7376078 w 12192000"/>
              <a:gd name="connsiteY9" fmla="*/ 63849 h 4939827"/>
              <a:gd name="connsiteX10" fmla="*/ 7402026 w 12192000"/>
              <a:gd name="connsiteY10" fmla="*/ 60308 h 4939827"/>
              <a:gd name="connsiteX11" fmla="*/ 7415091 w 12192000"/>
              <a:gd name="connsiteY11" fmla="*/ 77403 h 4939827"/>
              <a:gd name="connsiteX12" fmla="*/ 7488682 w 12192000"/>
              <a:gd name="connsiteY12" fmla="*/ 83440 h 4939827"/>
              <a:gd name="connsiteX13" fmla="*/ 7732750 w 12192000"/>
              <a:gd name="connsiteY13" fmla="*/ 145456 h 4939827"/>
              <a:gd name="connsiteX14" fmla="*/ 7785900 w 12192000"/>
              <a:gd name="connsiteY14" fmla="*/ 154493 h 4939827"/>
              <a:gd name="connsiteX15" fmla="*/ 7952584 w 12192000"/>
              <a:gd name="connsiteY15" fmla="*/ 170181 h 4939827"/>
              <a:gd name="connsiteX16" fmla="*/ 8009534 w 12192000"/>
              <a:gd name="connsiteY16" fmla="*/ 176441 h 4939827"/>
              <a:gd name="connsiteX17" fmla="*/ 8058681 w 12192000"/>
              <a:gd name="connsiteY17" fmla="*/ 219431 h 4939827"/>
              <a:gd name="connsiteX18" fmla="*/ 8126175 w 12192000"/>
              <a:gd name="connsiteY18" fmla="*/ 240005 h 4939827"/>
              <a:gd name="connsiteX19" fmla="*/ 8281371 w 12192000"/>
              <a:gd name="connsiteY19" fmla="*/ 256875 h 4939827"/>
              <a:gd name="connsiteX20" fmla="*/ 8381609 w 12192000"/>
              <a:gd name="connsiteY20" fmla="*/ 240618 h 4939827"/>
              <a:gd name="connsiteX21" fmla="*/ 8406759 w 12192000"/>
              <a:gd name="connsiteY21" fmla="*/ 232517 h 4939827"/>
              <a:gd name="connsiteX22" fmla="*/ 8426506 w 12192000"/>
              <a:gd name="connsiteY22" fmla="*/ 241842 h 4939827"/>
              <a:gd name="connsiteX23" fmla="*/ 8427949 w 12192000"/>
              <a:gd name="connsiteY23" fmla="*/ 240981 h 4939827"/>
              <a:gd name="connsiteX24" fmla="*/ 8441468 w 12192000"/>
              <a:gd name="connsiteY24" fmla="*/ 241157 h 4939827"/>
              <a:gd name="connsiteX25" fmla="*/ 8565757 w 12192000"/>
              <a:gd name="connsiteY25" fmla="*/ 255317 h 4939827"/>
              <a:gd name="connsiteX26" fmla="*/ 8573171 w 12192000"/>
              <a:gd name="connsiteY26" fmla="*/ 258426 h 4939827"/>
              <a:gd name="connsiteX27" fmla="*/ 8573548 w 12192000"/>
              <a:gd name="connsiteY27" fmla="*/ 258241 h 4939827"/>
              <a:gd name="connsiteX28" fmla="*/ 8622021 w 12192000"/>
              <a:gd name="connsiteY28" fmla="*/ 261028 h 4939827"/>
              <a:gd name="connsiteX29" fmla="*/ 8672650 w 12192000"/>
              <a:gd name="connsiteY29" fmla="*/ 254821 h 4939827"/>
              <a:gd name="connsiteX30" fmla="*/ 8785543 w 12192000"/>
              <a:gd name="connsiteY30" fmla="*/ 263406 h 4939827"/>
              <a:gd name="connsiteX31" fmla="*/ 8830588 w 12192000"/>
              <a:gd name="connsiteY31" fmla="*/ 265483 h 4939827"/>
              <a:gd name="connsiteX32" fmla="*/ 8905142 w 12192000"/>
              <a:gd name="connsiteY32" fmla="*/ 264958 h 4939827"/>
              <a:gd name="connsiteX33" fmla="*/ 8968582 w 12192000"/>
              <a:gd name="connsiteY33" fmla="*/ 262728 h 4939827"/>
              <a:gd name="connsiteX34" fmla="*/ 8972994 w 12192000"/>
              <a:gd name="connsiteY34" fmla="*/ 263284 h 4939827"/>
              <a:gd name="connsiteX35" fmla="*/ 9004605 w 12192000"/>
              <a:gd name="connsiteY35" fmla="*/ 258041 h 4939827"/>
              <a:gd name="connsiteX36" fmla="*/ 9016165 w 12192000"/>
              <a:gd name="connsiteY36" fmla="*/ 261258 h 4939827"/>
              <a:gd name="connsiteX37" fmla="*/ 9043297 w 12192000"/>
              <a:gd name="connsiteY37" fmla="*/ 281547 h 4939827"/>
              <a:gd name="connsiteX38" fmla="*/ 9048315 w 12192000"/>
              <a:gd name="connsiteY38" fmla="*/ 279264 h 4939827"/>
              <a:gd name="connsiteX39" fmla="*/ 9054706 w 12192000"/>
              <a:gd name="connsiteY39" fmla="*/ 278538 h 4939827"/>
              <a:gd name="connsiteX40" fmla="*/ 9070919 w 12192000"/>
              <a:gd name="connsiteY40" fmla="*/ 281810 h 4939827"/>
              <a:gd name="connsiteX41" fmla="*/ 9076813 w 12192000"/>
              <a:gd name="connsiteY41" fmla="*/ 283909 h 4939827"/>
              <a:gd name="connsiteX42" fmla="*/ 9085871 w 12192000"/>
              <a:gd name="connsiteY42" fmla="*/ 285133 h 4939827"/>
              <a:gd name="connsiteX43" fmla="*/ 9086159 w 12192000"/>
              <a:gd name="connsiteY43" fmla="*/ 284887 h 4939827"/>
              <a:gd name="connsiteX44" fmla="*/ 9134606 w 12192000"/>
              <a:gd name="connsiteY44" fmla="*/ 288168 h 4939827"/>
              <a:gd name="connsiteX45" fmla="*/ 9195590 w 12192000"/>
              <a:gd name="connsiteY45" fmla="*/ 279568 h 4939827"/>
              <a:gd name="connsiteX46" fmla="*/ 9219336 w 12192000"/>
              <a:gd name="connsiteY46" fmla="*/ 278133 h 4939827"/>
              <a:gd name="connsiteX47" fmla="*/ 9232362 w 12192000"/>
              <a:gd name="connsiteY47" fmla="*/ 275894 h 4939827"/>
              <a:gd name="connsiteX48" fmla="*/ 9283638 w 12192000"/>
              <a:gd name="connsiteY48" fmla="*/ 299924 h 4939827"/>
              <a:gd name="connsiteX49" fmla="*/ 9371484 w 12192000"/>
              <a:gd name="connsiteY49" fmla="*/ 329634 h 4939827"/>
              <a:gd name="connsiteX50" fmla="*/ 9404829 w 12192000"/>
              <a:gd name="connsiteY50" fmla="*/ 339038 h 4939827"/>
              <a:gd name="connsiteX51" fmla="*/ 9427021 w 12192000"/>
              <a:gd name="connsiteY51" fmla="*/ 358784 h 4939827"/>
              <a:gd name="connsiteX52" fmla="*/ 9670844 w 12192000"/>
              <a:gd name="connsiteY52" fmla="*/ 405128 h 4939827"/>
              <a:gd name="connsiteX53" fmla="*/ 9816083 w 12192000"/>
              <a:gd name="connsiteY53" fmla="*/ 416573 h 4939827"/>
              <a:gd name="connsiteX54" fmla="*/ 9936741 w 12192000"/>
              <a:gd name="connsiteY54" fmla="*/ 437044 h 4939827"/>
              <a:gd name="connsiteX55" fmla="*/ 10050093 w 12192000"/>
              <a:gd name="connsiteY55" fmla="*/ 443783 h 4939827"/>
              <a:gd name="connsiteX56" fmla="*/ 10130090 w 12192000"/>
              <a:gd name="connsiteY56" fmla="*/ 459520 h 4939827"/>
              <a:gd name="connsiteX57" fmla="*/ 10173456 w 12192000"/>
              <a:gd name="connsiteY57" fmla="*/ 457749 h 4939827"/>
              <a:gd name="connsiteX58" fmla="*/ 10218232 w 12192000"/>
              <a:gd name="connsiteY58" fmla="*/ 459820 h 4939827"/>
              <a:gd name="connsiteX59" fmla="*/ 10354176 w 12192000"/>
              <a:gd name="connsiteY59" fmla="*/ 471377 h 4939827"/>
              <a:gd name="connsiteX60" fmla="*/ 10430681 w 12192000"/>
              <a:gd name="connsiteY60" fmla="*/ 481226 h 4939827"/>
              <a:gd name="connsiteX61" fmla="*/ 10478169 w 12192000"/>
              <a:gd name="connsiteY61" fmla="*/ 481774 h 4939827"/>
              <a:gd name="connsiteX62" fmla="*/ 10540907 w 12192000"/>
              <a:gd name="connsiteY62" fmla="*/ 485607 h 4939827"/>
              <a:gd name="connsiteX63" fmla="*/ 10614941 w 12192000"/>
              <a:gd name="connsiteY63" fmla="*/ 487592 h 4939827"/>
              <a:gd name="connsiteX64" fmla="*/ 10674098 w 12192000"/>
              <a:gd name="connsiteY64" fmla="*/ 521656 h 4939827"/>
              <a:gd name="connsiteX65" fmla="*/ 10874834 w 12192000"/>
              <a:gd name="connsiteY65" fmla="*/ 574867 h 4939827"/>
              <a:gd name="connsiteX66" fmla="*/ 10944981 w 12192000"/>
              <a:gd name="connsiteY66" fmla="*/ 615042 h 4939827"/>
              <a:gd name="connsiteX67" fmla="*/ 11006376 w 12192000"/>
              <a:gd name="connsiteY67" fmla="*/ 645957 h 4939827"/>
              <a:gd name="connsiteX68" fmla="*/ 11076308 w 12192000"/>
              <a:gd name="connsiteY68" fmla="*/ 675698 h 4939827"/>
              <a:gd name="connsiteX69" fmla="*/ 11148789 w 12192000"/>
              <a:gd name="connsiteY69" fmla="*/ 685041 h 4939827"/>
              <a:gd name="connsiteX70" fmla="*/ 11249129 w 12192000"/>
              <a:gd name="connsiteY70" fmla="*/ 684218 h 4939827"/>
              <a:gd name="connsiteX71" fmla="*/ 11299915 w 12192000"/>
              <a:gd name="connsiteY71" fmla="*/ 692177 h 4939827"/>
              <a:gd name="connsiteX72" fmla="*/ 11386973 w 12192000"/>
              <a:gd name="connsiteY72" fmla="*/ 708209 h 4939827"/>
              <a:gd name="connsiteX73" fmla="*/ 11500105 w 12192000"/>
              <a:gd name="connsiteY73" fmla="*/ 735014 h 4939827"/>
              <a:gd name="connsiteX74" fmla="*/ 11621735 w 12192000"/>
              <a:gd name="connsiteY74" fmla="*/ 789584 h 4939827"/>
              <a:gd name="connsiteX75" fmla="*/ 11691200 w 12192000"/>
              <a:gd name="connsiteY75" fmla="*/ 867902 h 4939827"/>
              <a:gd name="connsiteX76" fmla="*/ 11819427 w 12192000"/>
              <a:gd name="connsiteY76" fmla="*/ 911634 h 4939827"/>
              <a:gd name="connsiteX77" fmla="*/ 11969720 w 12192000"/>
              <a:gd name="connsiteY77" fmla="*/ 964737 h 4939827"/>
              <a:gd name="connsiteX78" fmla="*/ 12055766 w 12192000"/>
              <a:gd name="connsiteY78" fmla="*/ 991268 h 4939827"/>
              <a:gd name="connsiteX79" fmla="*/ 12171539 w 12192000"/>
              <a:gd name="connsiteY79" fmla="*/ 995427 h 4939827"/>
              <a:gd name="connsiteX80" fmla="*/ 12187831 w 12192000"/>
              <a:gd name="connsiteY80" fmla="*/ 996580 h 4939827"/>
              <a:gd name="connsiteX81" fmla="*/ 12192000 w 12192000"/>
              <a:gd name="connsiteY81" fmla="*/ 996726 h 4939827"/>
              <a:gd name="connsiteX82" fmla="*/ 12192000 w 12192000"/>
              <a:gd name="connsiteY82" fmla="*/ 4939827 h 4939827"/>
              <a:gd name="connsiteX83" fmla="*/ 0 w 12192000"/>
              <a:gd name="connsiteY83" fmla="*/ 4939827 h 4939827"/>
              <a:gd name="connsiteX84" fmla="*/ 0 w 12192000"/>
              <a:gd name="connsiteY84" fmla="*/ 512043 h 4939827"/>
              <a:gd name="connsiteX85" fmla="*/ 7381 w 12192000"/>
              <a:gd name="connsiteY85" fmla="*/ 512580 h 4939827"/>
              <a:gd name="connsiteX86" fmla="*/ 100029 w 12192000"/>
              <a:gd name="connsiteY86" fmla="*/ 504758 h 4939827"/>
              <a:gd name="connsiteX87" fmla="*/ 155244 w 12192000"/>
              <a:gd name="connsiteY87" fmla="*/ 525130 h 4939827"/>
              <a:gd name="connsiteX88" fmla="*/ 254366 w 12192000"/>
              <a:gd name="connsiteY88" fmla="*/ 534449 h 4939827"/>
              <a:gd name="connsiteX89" fmla="*/ 447292 w 12192000"/>
              <a:gd name="connsiteY89" fmla="*/ 542725 h 4939827"/>
              <a:gd name="connsiteX90" fmla="*/ 628105 w 12192000"/>
              <a:gd name="connsiteY90" fmla="*/ 547853 h 4939827"/>
              <a:gd name="connsiteX91" fmla="*/ 783146 w 12192000"/>
              <a:gd name="connsiteY91" fmla="*/ 591799 h 4939827"/>
              <a:gd name="connsiteX92" fmla="*/ 1043676 w 12192000"/>
              <a:gd name="connsiteY92" fmla="*/ 591887 h 4939827"/>
              <a:gd name="connsiteX93" fmla="*/ 1281816 w 12192000"/>
              <a:gd name="connsiteY93" fmla="*/ 520946 h 4939827"/>
              <a:gd name="connsiteX94" fmla="*/ 1486347 w 12192000"/>
              <a:gd name="connsiteY94" fmla="*/ 487310 h 4939827"/>
              <a:gd name="connsiteX95" fmla="*/ 1568079 w 12192000"/>
              <a:gd name="connsiteY95" fmla="*/ 462531 h 4939827"/>
              <a:gd name="connsiteX96" fmla="*/ 1622516 w 12192000"/>
              <a:gd name="connsiteY96" fmla="*/ 466058 h 4939827"/>
              <a:gd name="connsiteX97" fmla="*/ 1655457 w 12192000"/>
              <a:gd name="connsiteY97" fmla="*/ 465359 h 4939827"/>
              <a:gd name="connsiteX98" fmla="*/ 1717454 w 12192000"/>
              <a:gd name="connsiteY98" fmla="*/ 417203 h 4939827"/>
              <a:gd name="connsiteX99" fmla="*/ 1913794 w 12192000"/>
              <a:gd name="connsiteY99" fmla="*/ 365255 h 4939827"/>
              <a:gd name="connsiteX100" fmla="*/ 2129762 w 12192000"/>
              <a:gd name="connsiteY100" fmla="*/ 367832 h 4939827"/>
              <a:gd name="connsiteX101" fmla="*/ 2376970 w 12192000"/>
              <a:gd name="connsiteY101" fmla="*/ 350129 h 4939827"/>
              <a:gd name="connsiteX102" fmla="*/ 2480155 w 12192000"/>
              <a:gd name="connsiteY102" fmla="*/ 359227 h 4939827"/>
              <a:gd name="connsiteX103" fmla="*/ 2586782 w 12192000"/>
              <a:gd name="connsiteY103" fmla="*/ 339352 h 4939827"/>
              <a:gd name="connsiteX104" fmla="*/ 2679617 w 12192000"/>
              <a:gd name="connsiteY104" fmla="*/ 305383 h 4939827"/>
              <a:gd name="connsiteX105" fmla="*/ 2788947 w 12192000"/>
              <a:gd name="connsiteY105" fmla="*/ 250375 h 4939827"/>
              <a:gd name="connsiteX106" fmla="*/ 2965530 w 12192000"/>
              <a:gd name="connsiteY106" fmla="*/ 245958 h 4939827"/>
              <a:gd name="connsiteX107" fmla="*/ 3103677 w 12192000"/>
              <a:gd name="connsiteY107" fmla="*/ 209527 h 4939827"/>
              <a:gd name="connsiteX108" fmla="*/ 3126759 w 12192000"/>
              <a:gd name="connsiteY108" fmla="*/ 211226 h 4939827"/>
              <a:gd name="connsiteX109" fmla="*/ 3164020 w 12192000"/>
              <a:gd name="connsiteY109" fmla="*/ 212779 h 4939827"/>
              <a:gd name="connsiteX110" fmla="*/ 3285019 w 12192000"/>
              <a:gd name="connsiteY110" fmla="*/ 220535 h 4939827"/>
              <a:gd name="connsiteX111" fmla="*/ 3365154 w 12192000"/>
              <a:gd name="connsiteY111" fmla="*/ 226416 h 4939827"/>
              <a:gd name="connsiteX112" fmla="*/ 3367507 w 12192000"/>
              <a:gd name="connsiteY112" fmla="*/ 225416 h 4939827"/>
              <a:gd name="connsiteX113" fmla="*/ 3387567 w 12192000"/>
              <a:gd name="connsiteY113" fmla="*/ 227103 h 4939827"/>
              <a:gd name="connsiteX114" fmla="*/ 3498001 w 12192000"/>
              <a:gd name="connsiteY114" fmla="*/ 231941 h 4939827"/>
              <a:gd name="connsiteX115" fmla="*/ 3561557 w 12192000"/>
              <a:gd name="connsiteY115" fmla="*/ 228095 h 4939827"/>
              <a:gd name="connsiteX116" fmla="*/ 3611920 w 12192000"/>
              <a:gd name="connsiteY116" fmla="*/ 218094 h 4939827"/>
              <a:gd name="connsiteX117" fmla="*/ 3620528 w 12192000"/>
              <a:gd name="connsiteY117" fmla="*/ 218788 h 4939827"/>
              <a:gd name="connsiteX118" fmla="*/ 3620766 w 12192000"/>
              <a:gd name="connsiteY118" fmla="*/ 218511 h 4939827"/>
              <a:gd name="connsiteX119" fmla="*/ 3629977 w 12192000"/>
              <a:gd name="connsiteY119" fmla="*/ 218664 h 4939827"/>
              <a:gd name="connsiteX120" fmla="*/ 3636217 w 12192000"/>
              <a:gd name="connsiteY120" fmla="*/ 220048 h 4939827"/>
              <a:gd name="connsiteX121" fmla="*/ 3709484 w 12192000"/>
              <a:gd name="connsiteY121" fmla="*/ 186927 h 4939827"/>
              <a:gd name="connsiteX122" fmla="*/ 3761342 w 12192000"/>
              <a:gd name="connsiteY122" fmla="*/ 177474 h 4939827"/>
              <a:gd name="connsiteX123" fmla="*/ 3799748 w 12192000"/>
              <a:gd name="connsiteY123" fmla="*/ 167154 h 4939827"/>
              <a:gd name="connsiteX124" fmla="*/ 3922756 w 12192000"/>
              <a:gd name="connsiteY124" fmla="*/ 194044 h 4939827"/>
              <a:gd name="connsiteX125" fmla="*/ 4028476 w 12192000"/>
              <a:gd name="connsiteY125" fmla="*/ 223679 h 4939827"/>
              <a:gd name="connsiteX126" fmla="*/ 4191582 w 12192000"/>
              <a:gd name="connsiteY126" fmla="*/ 238952 h 4939827"/>
              <a:gd name="connsiteX127" fmla="*/ 4251024 w 12192000"/>
              <a:gd name="connsiteY127" fmla="*/ 240874 h 4939827"/>
              <a:gd name="connsiteX128" fmla="*/ 4355275 w 12192000"/>
              <a:gd name="connsiteY128" fmla="*/ 260205 h 4939827"/>
              <a:gd name="connsiteX129" fmla="*/ 4423807 w 12192000"/>
              <a:gd name="connsiteY129" fmla="*/ 270366 h 4939827"/>
              <a:gd name="connsiteX130" fmla="*/ 4558432 w 12192000"/>
              <a:gd name="connsiteY130" fmla="*/ 269194 h 4939827"/>
              <a:gd name="connsiteX131" fmla="*/ 4635061 w 12192000"/>
              <a:gd name="connsiteY131" fmla="*/ 280682 h 4939827"/>
              <a:gd name="connsiteX132" fmla="*/ 4807427 w 12192000"/>
              <a:gd name="connsiteY132" fmla="*/ 276835 h 4939827"/>
              <a:gd name="connsiteX133" fmla="*/ 5028933 w 12192000"/>
              <a:gd name="connsiteY133" fmla="*/ 183887 h 4939827"/>
              <a:gd name="connsiteX134" fmla="*/ 5093642 w 12192000"/>
              <a:gd name="connsiteY134" fmla="*/ 177214 h 4939827"/>
              <a:gd name="connsiteX135" fmla="*/ 5102642 w 12192000"/>
              <a:gd name="connsiteY135" fmla="*/ 186816 h 4939827"/>
              <a:gd name="connsiteX136" fmla="*/ 5193590 w 12192000"/>
              <a:gd name="connsiteY136" fmla="*/ 156458 h 4939827"/>
              <a:gd name="connsiteX137" fmla="*/ 5323922 w 12192000"/>
              <a:gd name="connsiteY137" fmla="*/ 146332 h 4939827"/>
              <a:gd name="connsiteX138" fmla="*/ 5421860 w 12192000"/>
              <a:gd name="connsiteY138" fmla="*/ 167298 h 4939827"/>
              <a:gd name="connsiteX139" fmla="*/ 5476948 w 12192000"/>
              <a:gd name="connsiteY139" fmla="*/ 173249 h 4939827"/>
              <a:gd name="connsiteX140" fmla="*/ 5516842 w 12192000"/>
              <a:gd name="connsiteY140" fmla="*/ 184018 h 4939827"/>
              <a:gd name="connsiteX141" fmla="*/ 5619415 w 12192000"/>
              <a:gd name="connsiteY141" fmla="*/ 176781 h 4939827"/>
              <a:gd name="connsiteX142" fmla="*/ 5789867 w 12192000"/>
              <a:gd name="connsiteY142" fmla="*/ 150304 h 4939827"/>
              <a:gd name="connsiteX143" fmla="*/ 5825953 w 12192000"/>
              <a:gd name="connsiteY143" fmla="*/ 147907 h 4939827"/>
              <a:gd name="connsiteX144" fmla="*/ 5856168 w 12192000"/>
              <a:gd name="connsiteY144" fmla="*/ 158719 h 4939827"/>
              <a:gd name="connsiteX145" fmla="*/ 5862476 w 12192000"/>
              <a:gd name="connsiteY145" fmla="*/ 172447 h 4939827"/>
              <a:gd name="connsiteX146" fmla="*/ 5882195 w 12192000"/>
              <a:gd name="connsiteY146" fmla="*/ 173195 h 4939827"/>
              <a:gd name="connsiteX147" fmla="*/ 5952585 w 12192000"/>
              <a:gd name="connsiteY147" fmla="*/ 161012 h 4939827"/>
              <a:gd name="connsiteX148" fmla="*/ 6001964 w 12192000"/>
              <a:gd name="connsiteY148" fmla="*/ 154786 h 4939827"/>
              <a:gd name="connsiteX149" fmla="*/ 6184207 w 12192000"/>
              <a:gd name="connsiteY149" fmla="*/ 132658 h 4939827"/>
              <a:gd name="connsiteX150" fmla="*/ 6415830 w 12192000"/>
              <a:gd name="connsiteY150" fmla="*/ 136006 h 4939827"/>
              <a:gd name="connsiteX151" fmla="*/ 6756965 w 12192000"/>
              <a:gd name="connsiteY151" fmla="*/ 57636 h 4939827"/>
              <a:gd name="connsiteX152" fmla="*/ 6819400 w 12192000"/>
              <a:gd name="connsiteY152" fmla="*/ 30742 h 4939827"/>
              <a:gd name="connsiteX153" fmla="*/ 6986370 w 12192000"/>
              <a:gd name="connsiteY153" fmla="*/ 12659 h 4939827"/>
              <a:gd name="connsiteX154" fmla="*/ 6989536 w 12192000"/>
              <a:gd name="connsiteY154" fmla="*/ 14528 h 4939827"/>
              <a:gd name="connsiteX155" fmla="*/ 7015933 w 12192000"/>
              <a:gd name="connsiteY155" fmla="*/ 9653 h 4939827"/>
              <a:gd name="connsiteX156" fmla="*/ 7020592 w 12192000"/>
              <a:gd name="connsiteY156" fmla="*/ 1651 h 4939827"/>
              <a:gd name="connsiteX157" fmla="*/ 7025905 w 12192000"/>
              <a:gd name="connsiteY157" fmla="*/ 0 h 4939827"/>
              <a:gd name="connsiteX0" fmla="*/ 7025905 w 12192000"/>
              <a:gd name="connsiteY0" fmla="*/ 0 h 4939827"/>
              <a:gd name="connsiteX1" fmla="*/ 7032579 w 12192000"/>
              <a:gd name="connsiteY1" fmla="*/ 2808 h 4939827"/>
              <a:gd name="connsiteX2" fmla="*/ 7079505 w 12192000"/>
              <a:gd name="connsiteY2" fmla="*/ 12971 h 4939827"/>
              <a:gd name="connsiteX3" fmla="*/ 7158791 w 12192000"/>
              <a:gd name="connsiteY3" fmla="*/ 12462 h 4939827"/>
              <a:gd name="connsiteX4" fmla="*/ 7233338 w 12192000"/>
              <a:gd name="connsiteY4" fmla="*/ 24846 h 4939827"/>
              <a:gd name="connsiteX5" fmla="*/ 7259791 w 12192000"/>
              <a:gd name="connsiteY5" fmla="*/ 29557 h 4939827"/>
              <a:gd name="connsiteX6" fmla="*/ 7263923 w 12192000"/>
              <a:gd name="connsiteY6" fmla="*/ 35029 h 4939827"/>
              <a:gd name="connsiteX7" fmla="*/ 7281549 w 12192000"/>
              <a:gd name="connsiteY7" fmla="*/ 39654 h 4939827"/>
              <a:gd name="connsiteX8" fmla="*/ 7374735 w 12192000"/>
              <a:gd name="connsiteY8" fmla="*/ 65326 h 4939827"/>
              <a:gd name="connsiteX9" fmla="*/ 7376078 w 12192000"/>
              <a:gd name="connsiteY9" fmla="*/ 63849 h 4939827"/>
              <a:gd name="connsiteX10" fmla="*/ 7402026 w 12192000"/>
              <a:gd name="connsiteY10" fmla="*/ 60308 h 4939827"/>
              <a:gd name="connsiteX11" fmla="*/ 7415091 w 12192000"/>
              <a:gd name="connsiteY11" fmla="*/ 77403 h 4939827"/>
              <a:gd name="connsiteX12" fmla="*/ 7488682 w 12192000"/>
              <a:gd name="connsiteY12" fmla="*/ 83440 h 4939827"/>
              <a:gd name="connsiteX13" fmla="*/ 7732750 w 12192000"/>
              <a:gd name="connsiteY13" fmla="*/ 145456 h 4939827"/>
              <a:gd name="connsiteX14" fmla="*/ 7785900 w 12192000"/>
              <a:gd name="connsiteY14" fmla="*/ 154493 h 4939827"/>
              <a:gd name="connsiteX15" fmla="*/ 7952584 w 12192000"/>
              <a:gd name="connsiteY15" fmla="*/ 170181 h 4939827"/>
              <a:gd name="connsiteX16" fmla="*/ 8058681 w 12192000"/>
              <a:gd name="connsiteY16" fmla="*/ 219431 h 4939827"/>
              <a:gd name="connsiteX17" fmla="*/ 8126175 w 12192000"/>
              <a:gd name="connsiteY17" fmla="*/ 240005 h 4939827"/>
              <a:gd name="connsiteX18" fmla="*/ 8281371 w 12192000"/>
              <a:gd name="connsiteY18" fmla="*/ 256875 h 4939827"/>
              <a:gd name="connsiteX19" fmla="*/ 8381609 w 12192000"/>
              <a:gd name="connsiteY19" fmla="*/ 240618 h 4939827"/>
              <a:gd name="connsiteX20" fmla="*/ 8406759 w 12192000"/>
              <a:gd name="connsiteY20" fmla="*/ 232517 h 4939827"/>
              <a:gd name="connsiteX21" fmla="*/ 8426506 w 12192000"/>
              <a:gd name="connsiteY21" fmla="*/ 241842 h 4939827"/>
              <a:gd name="connsiteX22" fmla="*/ 8427949 w 12192000"/>
              <a:gd name="connsiteY22" fmla="*/ 240981 h 4939827"/>
              <a:gd name="connsiteX23" fmla="*/ 8441468 w 12192000"/>
              <a:gd name="connsiteY23" fmla="*/ 241157 h 4939827"/>
              <a:gd name="connsiteX24" fmla="*/ 8565757 w 12192000"/>
              <a:gd name="connsiteY24" fmla="*/ 255317 h 4939827"/>
              <a:gd name="connsiteX25" fmla="*/ 8573171 w 12192000"/>
              <a:gd name="connsiteY25" fmla="*/ 258426 h 4939827"/>
              <a:gd name="connsiteX26" fmla="*/ 8573548 w 12192000"/>
              <a:gd name="connsiteY26" fmla="*/ 258241 h 4939827"/>
              <a:gd name="connsiteX27" fmla="*/ 8622021 w 12192000"/>
              <a:gd name="connsiteY27" fmla="*/ 261028 h 4939827"/>
              <a:gd name="connsiteX28" fmla="*/ 8672650 w 12192000"/>
              <a:gd name="connsiteY28" fmla="*/ 254821 h 4939827"/>
              <a:gd name="connsiteX29" fmla="*/ 8785543 w 12192000"/>
              <a:gd name="connsiteY29" fmla="*/ 263406 h 4939827"/>
              <a:gd name="connsiteX30" fmla="*/ 8830588 w 12192000"/>
              <a:gd name="connsiteY30" fmla="*/ 265483 h 4939827"/>
              <a:gd name="connsiteX31" fmla="*/ 8905142 w 12192000"/>
              <a:gd name="connsiteY31" fmla="*/ 264958 h 4939827"/>
              <a:gd name="connsiteX32" fmla="*/ 8968582 w 12192000"/>
              <a:gd name="connsiteY32" fmla="*/ 262728 h 4939827"/>
              <a:gd name="connsiteX33" fmla="*/ 8972994 w 12192000"/>
              <a:gd name="connsiteY33" fmla="*/ 263284 h 4939827"/>
              <a:gd name="connsiteX34" fmla="*/ 9004605 w 12192000"/>
              <a:gd name="connsiteY34" fmla="*/ 258041 h 4939827"/>
              <a:gd name="connsiteX35" fmla="*/ 9016165 w 12192000"/>
              <a:gd name="connsiteY35" fmla="*/ 261258 h 4939827"/>
              <a:gd name="connsiteX36" fmla="*/ 9043297 w 12192000"/>
              <a:gd name="connsiteY36" fmla="*/ 281547 h 4939827"/>
              <a:gd name="connsiteX37" fmla="*/ 9048315 w 12192000"/>
              <a:gd name="connsiteY37" fmla="*/ 279264 h 4939827"/>
              <a:gd name="connsiteX38" fmla="*/ 9054706 w 12192000"/>
              <a:gd name="connsiteY38" fmla="*/ 278538 h 4939827"/>
              <a:gd name="connsiteX39" fmla="*/ 9070919 w 12192000"/>
              <a:gd name="connsiteY39" fmla="*/ 281810 h 4939827"/>
              <a:gd name="connsiteX40" fmla="*/ 9076813 w 12192000"/>
              <a:gd name="connsiteY40" fmla="*/ 283909 h 4939827"/>
              <a:gd name="connsiteX41" fmla="*/ 9085871 w 12192000"/>
              <a:gd name="connsiteY41" fmla="*/ 285133 h 4939827"/>
              <a:gd name="connsiteX42" fmla="*/ 9086159 w 12192000"/>
              <a:gd name="connsiteY42" fmla="*/ 284887 h 4939827"/>
              <a:gd name="connsiteX43" fmla="*/ 9134606 w 12192000"/>
              <a:gd name="connsiteY43" fmla="*/ 288168 h 4939827"/>
              <a:gd name="connsiteX44" fmla="*/ 9195590 w 12192000"/>
              <a:gd name="connsiteY44" fmla="*/ 279568 h 4939827"/>
              <a:gd name="connsiteX45" fmla="*/ 9219336 w 12192000"/>
              <a:gd name="connsiteY45" fmla="*/ 278133 h 4939827"/>
              <a:gd name="connsiteX46" fmla="*/ 9232362 w 12192000"/>
              <a:gd name="connsiteY46" fmla="*/ 275894 h 4939827"/>
              <a:gd name="connsiteX47" fmla="*/ 9283638 w 12192000"/>
              <a:gd name="connsiteY47" fmla="*/ 299924 h 4939827"/>
              <a:gd name="connsiteX48" fmla="*/ 9371484 w 12192000"/>
              <a:gd name="connsiteY48" fmla="*/ 329634 h 4939827"/>
              <a:gd name="connsiteX49" fmla="*/ 9404829 w 12192000"/>
              <a:gd name="connsiteY49" fmla="*/ 339038 h 4939827"/>
              <a:gd name="connsiteX50" fmla="*/ 9427021 w 12192000"/>
              <a:gd name="connsiteY50" fmla="*/ 358784 h 4939827"/>
              <a:gd name="connsiteX51" fmla="*/ 9670844 w 12192000"/>
              <a:gd name="connsiteY51" fmla="*/ 405128 h 4939827"/>
              <a:gd name="connsiteX52" fmla="*/ 9816083 w 12192000"/>
              <a:gd name="connsiteY52" fmla="*/ 416573 h 4939827"/>
              <a:gd name="connsiteX53" fmla="*/ 9936741 w 12192000"/>
              <a:gd name="connsiteY53" fmla="*/ 437044 h 4939827"/>
              <a:gd name="connsiteX54" fmla="*/ 10050093 w 12192000"/>
              <a:gd name="connsiteY54" fmla="*/ 443783 h 4939827"/>
              <a:gd name="connsiteX55" fmla="*/ 10130090 w 12192000"/>
              <a:gd name="connsiteY55" fmla="*/ 459520 h 4939827"/>
              <a:gd name="connsiteX56" fmla="*/ 10173456 w 12192000"/>
              <a:gd name="connsiteY56" fmla="*/ 457749 h 4939827"/>
              <a:gd name="connsiteX57" fmla="*/ 10218232 w 12192000"/>
              <a:gd name="connsiteY57" fmla="*/ 459820 h 4939827"/>
              <a:gd name="connsiteX58" fmla="*/ 10354176 w 12192000"/>
              <a:gd name="connsiteY58" fmla="*/ 471377 h 4939827"/>
              <a:gd name="connsiteX59" fmla="*/ 10430681 w 12192000"/>
              <a:gd name="connsiteY59" fmla="*/ 481226 h 4939827"/>
              <a:gd name="connsiteX60" fmla="*/ 10478169 w 12192000"/>
              <a:gd name="connsiteY60" fmla="*/ 481774 h 4939827"/>
              <a:gd name="connsiteX61" fmla="*/ 10540907 w 12192000"/>
              <a:gd name="connsiteY61" fmla="*/ 485607 h 4939827"/>
              <a:gd name="connsiteX62" fmla="*/ 10614941 w 12192000"/>
              <a:gd name="connsiteY62" fmla="*/ 487592 h 4939827"/>
              <a:gd name="connsiteX63" fmla="*/ 10674098 w 12192000"/>
              <a:gd name="connsiteY63" fmla="*/ 521656 h 4939827"/>
              <a:gd name="connsiteX64" fmla="*/ 10874834 w 12192000"/>
              <a:gd name="connsiteY64" fmla="*/ 574867 h 4939827"/>
              <a:gd name="connsiteX65" fmla="*/ 10944981 w 12192000"/>
              <a:gd name="connsiteY65" fmla="*/ 615042 h 4939827"/>
              <a:gd name="connsiteX66" fmla="*/ 11006376 w 12192000"/>
              <a:gd name="connsiteY66" fmla="*/ 645957 h 4939827"/>
              <a:gd name="connsiteX67" fmla="*/ 11076308 w 12192000"/>
              <a:gd name="connsiteY67" fmla="*/ 675698 h 4939827"/>
              <a:gd name="connsiteX68" fmla="*/ 11148789 w 12192000"/>
              <a:gd name="connsiteY68" fmla="*/ 685041 h 4939827"/>
              <a:gd name="connsiteX69" fmla="*/ 11249129 w 12192000"/>
              <a:gd name="connsiteY69" fmla="*/ 684218 h 4939827"/>
              <a:gd name="connsiteX70" fmla="*/ 11299915 w 12192000"/>
              <a:gd name="connsiteY70" fmla="*/ 692177 h 4939827"/>
              <a:gd name="connsiteX71" fmla="*/ 11386973 w 12192000"/>
              <a:gd name="connsiteY71" fmla="*/ 708209 h 4939827"/>
              <a:gd name="connsiteX72" fmla="*/ 11500105 w 12192000"/>
              <a:gd name="connsiteY72" fmla="*/ 735014 h 4939827"/>
              <a:gd name="connsiteX73" fmla="*/ 11621735 w 12192000"/>
              <a:gd name="connsiteY73" fmla="*/ 789584 h 4939827"/>
              <a:gd name="connsiteX74" fmla="*/ 11691200 w 12192000"/>
              <a:gd name="connsiteY74" fmla="*/ 867902 h 4939827"/>
              <a:gd name="connsiteX75" fmla="*/ 11819427 w 12192000"/>
              <a:gd name="connsiteY75" fmla="*/ 911634 h 4939827"/>
              <a:gd name="connsiteX76" fmla="*/ 11969720 w 12192000"/>
              <a:gd name="connsiteY76" fmla="*/ 964737 h 4939827"/>
              <a:gd name="connsiteX77" fmla="*/ 12055766 w 12192000"/>
              <a:gd name="connsiteY77" fmla="*/ 991268 h 4939827"/>
              <a:gd name="connsiteX78" fmla="*/ 12171539 w 12192000"/>
              <a:gd name="connsiteY78" fmla="*/ 995427 h 4939827"/>
              <a:gd name="connsiteX79" fmla="*/ 12187831 w 12192000"/>
              <a:gd name="connsiteY79" fmla="*/ 996580 h 4939827"/>
              <a:gd name="connsiteX80" fmla="*/ 12192000 w 12192000"/>
              <a:gd name="connsiteY80" fmla="*/ 996726 h 4939827"/>
              <a:gd name="connsiteX81" fmla="*/ 12192000 w 12192000"/>
              <a:gd name="connsiteY81" fmla="*/ 4939827 h 4939827"/>
              <a:gd name="connsiteX82" fmla="*/ 0 w 12192000"/>
              <a:gd name="connsiteY82" fmla="*/ 4939827 h 4939827"/>
              <a:gd name="connsiteX83" fmla="*/ 0 w 12192000"/>
              <a:gd name="connsiteY83" fmla="*/ 512043 h 4939827"/>
              <a:gd name="connsiteX84" fmla="*/ 7381 w 12192000"/>
              <a:gd name="connsiteY84" fmla="*/ 512580 h 4939827"/>
              <a:gd name="connsiteX85" fmla="*/ 100029 w 12192000"/>
              <a:gd name="connsiteY85" fmla="*/ 504758 h 4939827"/>
              <a:gd name="connsiteX86" fmla="*/ 155244 w 12192000"/>
              <a:gd name="connsiteY86" fmla="*/ 525130 h 4939827"/>
              <a:gd name="connsiteX87" fmla="*/ 254366 w 12192000"/>
              <a:gd name="connsiteY87" fmla="*/ 534449 h 4939827"/>
              <a:gd name="connsiteX88" fmla="*/ 447292 w 12192000"/>
              <a:gd name="connsiteY88" fmla="*/ 542725 h 4939827"/>
              <a:gd name="connsiteX89" fmla="*/ 628105 w 12192000"/>
              <a:gd name="connsiteY89" fmla="*/ 547853 h 4939827"/>
              <a:gd name="connsiteX90" fmla="*/ 783146 w 12192000"/>
              <a:gd name="connsiteY90" fmla="*/ 591799 h 4939827"/>
              <a:gd name="connsiteX91" fmla="*/ 1043676 w 12192000"/>
              <a:gd name="connsiteY91" fmla="*/ 591887 h 4939827"/>
              <a:gd name="connsiteX92" fmla="*/ 1281816 w 12192000"/>
              <a:gd name="connsiteY92" fmla="*/ 520946 h 4939827"/>
              <a:gd name="connsiteX93" fmla="*/ 1486347 w 12192000"/>
              <a:gd name="connsiteY93" fmla="*/ 487310 h 4939827"/>
              <a:gd name="connsiteX94" fmla="*/ 1568079 w 12192000"/>
              <a:gd name="connsiteY94" fmla="*/ 462531 h 4939827"/>
              <a:gd name="connsiteX95" fmla="*/ 1622516 w 12192000"/>
              <a:gd name="connsiteY95" fmla="*/ 466058 h 4939827"/>
              <a:gd name="connsiteX96" fmla="*/ 1655457 w 12192000"/>
              <a:gd name="connsiteY96" fmla="*/ 465359 h 4939827"/>
              <a:gd name="connsiteX97" fmla="*/ 1717454 w 12192000"/>
              <a:gd name="connsiteY97" fmla="*/ 417203 h 4939827"/>
              <a:gd name="connsiteX98" fmla="*/ 1913794 w 12192000"/>
              <a:gd name="connsiteY98" fmla="*/ 365255 h 4939827"/>
              <a:gd name="connsiteX99" fmla="*/ 2129762 w 12192000"/>
              <a:gd name="connsiteY99" fmla="*/ 367832 h 4939827"/>
              <a:gd name="connsiteX100" fmla="*/ 2376970 w 12192000"/>
              <a:gd name="connsiteY100" fmla="*/ 350129 h 4939827"/>
              <a:gd name="connsiteX101" fmla="*/ 2480155 w 12192000"/>
              <a:gd name="connsiteY101" fmla="*/ 359227 h 4939827"/>
              <a:gd name="connsiteX102" fmla="*/ 2586782 w 12192000"/>
              <a:gd name="connsiteY102" fmla="*/ 339352 h 4939827"/>
              <a:gd name="connsiteX103" fmla="*/ 2679617 w 12192000"/>
              <a:gd name="connsiteY103" fmla="*/ 305383 h 4939827"/>
              <a:gd name="connsiteX104" fmla="*/ 2788947 w 12192000"/>
              <a:gd name="connsiteY104" fmla="*/ 250375 h 4939827"/>
              <a:gd name="connsiteX105" fmla="*/ 2965530 w 12192000"/>
              <a:gd name="connsiteY105" fmla="*/ 245958 h 4939827"/>
              <a:gd name="connsiteX106" fmla="*/ 3103677 w 12192000"/>
              <a:gd name="connsiteY106" fmla="*/ 209527 h 4939827"/>
              <a:gd name="connsiteX107" fmla="*/ 3126759 w 12192000"/>
              <a:gd name="connsiteY107" fmla="*/ 211226 h 4939827"/>
              <a:gd name="connsiteX108" fmla="*/ 3164020 w 12192000"/>
              <a:gd name="connsiteY108" fmla="*/ 212779 h 4939827"/>
              <a:gd name="connsiteX109" fmla="*/ 3285019 w 12192000"/>
              <a:gd name="connsiteY109" fmla="*/ 220535 h 4939827"/>
              <a:gd name="connsiteX110" fmla="*/ 3365154 w 12192000"/>
              <a:gd name="connsiteY110" fmla="*/ 226416 h 4939827"/>
              <a:gd name="connsiteX111" fmla="*/ 3367507 w 12192000"/>
              <a:gd name="connsiteY111" fmla="*/ 225416 h 4939827"/>
              <a:gd name="connsiteX112" fmla="*/ 3387567 w 12192000"/>
              <a:gd name="connsiteY112" fmla="*/ 227103 h 4939827"/>
              <a:gd name="connsiteX113" fmla="*/ 3498001 w 12192000"/>
              <a:gd name="connsiteY113" fmla="*/ 231941 h 4939827"/>
              <a:gd name="connsiteX114" fmla="*/ 3561557 w 12192000"/>
              <a:gd name="connsiteY114" fmla="*/ 228095 h 4939827"/>
              <a:gd name="connsiteX115" fmla="*/ 3611920 w 12192000"/>
              <a:gd name="connsiteY115" fmla="*/ 218094 h 4939827"/>
              <a:gd name="connsiteX116" fmla="*/ 3620528 w 12192000"/>
              <a:gd name="connsiteY116" fmla="*/ 218788 h 4939827"/>
              <a:gd name="connsiteX117" fmla="*/ 3620766 w 12192000"/>
              <a:gd name="connsiteY117" fmla="*/ 218511 h 4939827"/>
              <a:gd name="connsiteX118" fmla="*/ 3629977 w 12192000"/>
              <a:gd name="connsiteY118" fmla="*/ 218664 h 4939827"/>
              <a:gd name="connsiteX119" fmla="*/ 3636217 w 12192000"/>
              <a:gd name="connsiteY119" fmla="*/ 220048 h 4939827"/>
              <a:gd name="connsiteX120" fmla="*/ 3709484 w 12192000"/>
              <a:gd name="connsiteY120" fmla="*/ 186927 h 4939827"/>
              <a:gd name="connsiteX121" fmla="*/ 3761342 w 12192000"/>
              <a:gd name="connsiteY121" fmla="*/ 177474 h 4939827"/>
              <a:gd name="connsiteX122" fmla="*/ 3799748 w 12192000"/>
              <a:gd name="connsiteY122" fmla="*/ 167154 h 4939827"/>
              <a:gd name="connsiteX123" fmla="*/ 3922756 w 12192000"/>
              <a:gd name="connsiteY123" fmla="*/ 194044 h 4939827"/>
              <a:gd name="connsiteX124" fmla="*/ 4028476 w 12192000"/>
              <a:gd name="connsiteY124" fmla="*/ 223679 h 4939827"/>
              <a:gd name="connsiteX125" fmla="*/ 4191582 w 12192000"/>
              <a:gd name="connsiteY125" fmla="*/ 238952 h 4939827"/>
              <a:gd name="connsiteX126" fmla="*/ 4251024 w 12192000"/>
              <a:gd name="connsiteY126" fmla="*/ 240874 h 4939827"/>
              <a:gd name="connsiteX127" fmla="*/ 4355275 w 12192000"/>
              <a:gd name="connsiteY127" fmla="*/ 260205 h 4939827"/>
              <a:gd name="connsiteX128" fmla="*/ 4423807 w 12192000"/>
              <a:gd name="connsiteY128" fmla="*/ 270366 h 4939827"/>
              <a:gd name="connsiteX129" fmla="*/ 4558432 w 12192000"/>
              <a:gd name="connsiteY129" fmla="*/ 269194 h 4939827"/>
              <a:gd name="connsiteX130" fmla="*/ 4635061 w 12192000"/>
              <a:gd name="connsiteY130" fmla="*/ 280682 h 4939827"/>
              <a:gd name="connsiteX131" fmla="*/ 4807427 w 12192000"/>
              <a:gd name="connsiteY131" fmla="*/ 276835 h 4939827"/>
              <a:gd name="connsiteX132" fmla="*/ 5028933 w 12192000"/>
              <a:gd name="connsiteY132" fmla="*/ 183887 h 4939827"/>
              <a:gd name="connsiteX133" fmla="*/ 5093642 w 12192000"/>
              <a:gd name="connsiteY133" fmla="*/ 177214 h 4939827"/>
              <a:gd name="connsiteX134" fmla="*/ 5102642 w 12192000"/>
              <a:gd name="connsiteY134" fmla="*/ 186816 h 4939827"/>
              <a:gd name="connsiteX135" fmla="*/ 5193590 w 12192000"/>
              <a:gd name="connsiteY135" fmla="*/ 156458 h 4939827"/>
              <a:gd name="connsiteX136" fmla="*/ 5323922 w 12192000"/>
              <a:gd name="connsiteY136" fmla="*/ 146332 h 4939827"/>
              <a:gd name="connsiteX137" fmla="*/ 5421860 w 12192000"/>
              <a:gd name="connsiteY137" fmla="*/ 167298 h 4939827"/>
              <a:gd name="connsiteX138" fmla="*/ 5476948 w 12192000"/>
              <a:gd name="connsiteY138" fmla="*/ 173249 h 4939827"/>
              <a:gd name="connsiteX139" fmla="*/ 5516842 w 12192000"/>
              <a:gd name="connsiteY139" fmla="*/ 184018 h 4939827"/>
              <a:gd name="connsiteX140" fmla="*/ 5619415 w 12192000"/>
              <a:gd name="connsiteY140" fmla="*/ 176781 h 4939827"/>
              <a:gd name="connsiteX141" fmla="*/ 5789867 w 12192000"/>
              <a:gd name="connsiteY141" fmla="*/ 150304 h 4939827"/>
              <a:gd name="connsiteX142" fmla="*/ 5825953 w 12192000"/>
              <a:gd name="connsiteY142" fmla="*/ 147907 h 4939827"/>
              <a:gd name="connsiteX143" fmla="*/ 5856168 w 12192000"/>
              <a:gd name="connsiteY143" fmla="*/ 158719 h 4939827"/>
              <a:gd name="connsiteX144" fmla="*/ 5862476 w 12192000"/>
              <a:gd name="connsiteY144" fmla="*/ 172447 h 4939827"/>
              <a:gd name="connsiteX145" fmla="*/ 5882195 w 12192000"/>
              <a:gd name="connsiteY145" fmla="*/ 173195 h 4939827"/>
              <a:gd name="connsiteX146" fmla="*/ 5952585 w 12192000"/>
              <a:gd name="connsiteY146" fmla="*/ 161012 h 4939827"/>
              <a:gd name="connsiteX147" fmla="*/ 6001964 w 12192000"/>
              <a:gd name="connsiteY147" fmla="*/ 154786 h 4939827"/>
              <a:gd name="connsiteX148" fmla="*/ 6184207 w 12192000"/>
              <a:gd name="connsiteY148" fmla="*/ 132658 h 4939827"/>
              <a:gd name="connsiteX149" fmla="*/ 6415830 w 12192000"/>
              <a:gd name="connsiteY149" fmla="*/ 136006 h 4939827"/>
              <a:gd name="connsiteX150" fmla="*/ 6756965 w 12192000"/>
              <a:gd name="connsiteY150" fmla="*/ 57636 h 4939827"/>
              <a:gd name="connsiteX151" fmla="*/ 6819400 w 12192000"/>
              <a:gd name="connsiteY151" fmla="*/ 30742 h 4939827"/>
              <a:gd name="connsiteX152" fmla="*/ 6986370 w 12192000"/>
              <a:gd name="connsiteY152" fmla="*/ 12659 h 4939827"/>
              <a:gd name="connsiteX153" fmla="*/ 6989536 w 12192000"/>
              <a:gd name="connsiteY153" fmla="*/ 14528 h 4939827"/>
              <a:gd name="connsiteX154" fmla="*/ 7015933 w 12192000"/>
              <a:gd name="connsiteY154" fmla="*/ 9653 h 4939827"/>
              <a:gd name="connsiteX155" fmla="*/ 7020592 w 12192000"/>
              <a:gd name="connsiteY155" fmla="*/ 1651 h 4939827"/>
              <a:gd name="connsiteX156" fmla="*/ 7025905 w 12192000"/>
              <a:gd name="connsiteY156" fmla="*/ 0 h 49398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</a:cxnLst>
            <a:rect l="l" t="t" r="r" b="b"/>
            <a:pathLst>
              <a:path w="12192000" h="4939827">
                <a:moveTo>
                  <a:pt x="7025905" y="0"/>
                </a:moveTo>
                <a:lnTo>
                  <a:pt x="7032579" y="2808"/>
                </a:lnTo>
                <a:cubicBezTo>
                  <a:pt x="7044119" y="6590"/>
                  <a:pt x="7059062" y="10207"/>
                  <a:pt x="7079505" y="12971"/>
                </a:cubicBezTo>
                <a:cubicBezTo>
                  <a:pt x="7111522" y="10537"/>
                  <a:pt x="7122591" y="11519"/>
                  <a:pt x="7158791" y="12462"/>
                </a:cubicBezTo>
                <a:lnTo>
                  <a:pt x="7233338" y="24846"/>
                </a:lnTo>
                <a:cubicBezTo>
                  <a:pt x="7247177" y="23787"/>
                  <a:pt x="7254856" y="25962"/>
                  <a:pt x="7259791" y="29557"/>
                </a:cubicBezTo>
                <a:lnTo>
                  <a:pt x="7263923" y="35029"/>
                </a:lnTo>
                <a:lnTo>
                  <a:pt x="7281549" y="39654"/>
                </a:lnTo>
                <a:lnTo>
                  <a:pt x="7374735" y="65326"/>
                </a:lnTo>
                <a:lnTo>
                  <a:pt x="7376078" y="63849"/>
                </a:lnTo>
                <a:lnTo>
                  <a:pt x="7402026" y="60308"/>
                </a:lnTo>
                <a:lnTo>
                  <a:pt x="7415091" y="77403"/>
                </a:lnTo>
                <a:cubicBezTo>
                  <a:pt x="7421672" y="79965"/>
                  <a:pt x="7475806" y="92960"/>
                  <a:pt x="7488682" y="83440"/>
                </a:cubicBezTo>
                <a:cubicBezTo>
                  <a:pt x="7541625" y="94782"/>
                  <a:pt x="7683214" y="133614"/>
                  <a:pt x="7732750" y="145456"/>
                </a:cubicBezTo>
                <a:cubicBezTo>
                  <a:pt x="7748318" y="162765"/>
                  <a:pt x="7764581" y="171696"/>
                  <a:pt x="7785900" y="154493"/>
                </a:cubicBezTo>
                <a:cubicBezTo>
                  <a:pt x="7822539" y="158614"/>
                  <a:pt x="7915312" y="166523"/>
                  <a:pt x="7952584" y="170181"/>
                </a:cubicBezTo>
                <a:cubicBezTo>
                  <a:pt x="7998047" y="181004"/>
                  <a:pt x="8029749" y="207794"/>
                  <a:pt x="8058681" y="219431"/>
                </a:cubicBezTo>
                <a:cubicBezTo>
                  <a:pt x="8095466" y="185885"/>
                  <a:pt x="8090835" y="241759"/>
                  <a:pt x="8126175" y="240005"/>
                </a:cubicBezTo>
                <a:cubicBezTo>
                  <a:pt x="8163290" y="246246"/>
                  <a:pt x="8238799" y="256773"/>
                  <a:pt x="8281371" y="256875"/>
                </a:cubicBezTo>
                <a:cubicBezTo>
                  <a:pt x="8313651" y="251026"/>
                  <a:pt x="8346882" y="248570"/>
                  <a:pt x="8381609" y="240618"/>
                </a:cubicBezTo>
                <a:lnTo>
                  <a:pt x="8406759" y="232517"/>
                </a:lnTo>
                <a:lnTo>
                  <a:pt x="8426506" y="241842"/>
                </a:lnTo>
                <a:lnTo>
                  <a:pt x="8427949" y="240981"/>
                </a:lnTo>
                <a:cubicBezTo>
                  <a:pt x="8431925" y="239458"/>
                  <a:pt x="8436260" y="239096"/>
                  <a:pt x="8441468" y="241157"/>
                </a:cubicBezTo>
                <a:lnTo>
                  <a:pt x="8565757" y="255317"/>
                </a:lnTo>
                <a:lnTo>
                  <a:pt x="8573171" y="258426"/>
                </a:lnTo>
                <a:lnTo>
                  <a:pt x="8573548" y="258241"/>
                </a:lnTo>
                <a:cubicBezTo>
                  <a:pt x="8575650" y="258391"/>
                  <a:pt x="8618469" y="259217"/>
                  <a:pt x="8622021" y="261028"/>
                </a:cubicBezTo>
                <a:lnTo>
                  <a:pt x="8672650" y="254821"/>
                </a:lnTo>
                <a:cubicBezTo>
                  <a:pt x="8716151" y="260353"/>
                  <a:pt x="8748971" y="243487"/>
                  <a:pt x="8785543" y="263406"/>
                </a:cubicBezTo>
                <a:cubicBezTo>
                  <a:pt x="8826293" y="268498"/>
                  <a:pt x="8797654" y="254573"/>
                  <a:pt x="8830588" y="265483"/>
                </a:cubicBezTo>
                <a:cubicBezTo>
                  <a:pt x="8849202" y="267272"/>
                  <a:pt x="8877544" y="266277"/>
                  <a:pt x="8905142" y="264958"/>
                </a:cubicBezTo>
                <a:lnTo>
                  <a:pt x="8968582" y="262728"/>
                </a:lnTo>
                <a:lnTo>
                  <a:pt x="8972994" y="263284"/>
                </a:lnTo>
                <a:lnTo>
                  <a:pt x="9004605" y="258041"/>
                </a:lnTo>
                <a:lnTo>
                  <a:pt x="9016165" y="261258"/>
                </a:lnTo>
                <a:cubicBezTo>
                  <a:pt x="9028775" y="267579"/>
                  <a:pt x="9039083" y="277488"/>
                  <a:pt x="9043297" y="281547"/>
                </a:cubicBezTo>
                <a:lnTo>
                  <a:pt x="9048315" y="279264"/>
                </a:lnTo>
                <a:lnTo>
                  <a:pt x="9054706" y="278538"/>
                </a:lnTo>
                <a:lnTo>
                  <a:pt x="9070919" y="281810"/>
                </a:lnTo>
                <a:lnTo>
                  <a:pt x="9076813" y="283909"/>
                </a:lnTo>
                <a:cubicBezTo>
                  <a:pt x="9080948" y="285030"/>
                  <a:pt x="9083794" y="285362"/>
                  <a:pt x="9085871" y="285133"/>
                </a:cubicBezTo>
                <a:lnTo>
                  <a:pt x="9086159" y="284887"/>
                </a:lnTo>
                <a:lnTo>
                  <a:pt x="9134606" y="288168"/>
                </a:lnTo>
                <a:cubicBezTo>
                  <a:pt x="9149441" y="274272"/>
                  <a:pt x="9194106" y="309414"/>
                  <a:pt x="9195590" y="279568"/>
                </a:cubicBezTo>
                <a:cubicBezTo>
                  <a:pt x="9212898" y="284479"/>
                  <a:pt x="9220866" y="298055"/>
                  <a:pt x="9219336" y="278133"/>
                </a:cubicBezTo>
                <a:cubicBezTo>
                  <a:pt x="9225159" y="279201"/>
                  <a:pt x="9229164" y="278078"/>
                  <a:pt x="9232362" y="275894"/>
                </a:cubicBezTo>
                <a:lnTo>
                  <a:pt x="9283638" y="299924"/>
                </a:lnTo>
                <a:lnTo>
                  <a:pt x="9371484" y="329634"/>
                </a:lnTo>
                <a:lnTo>
                  <a:pt x="9404829" y="339038"/>
                </a:lnTo>
                <a:lnTo>
                  <a:pt x="9427021" y="358784"/>
                </a:lnTo>
                <a:cubicBezTo>
                  <a:pt x="9500124" y="364086"/>
                  <a:pt x="9604652" y="390635"/>
                  <a:pt x="9670844" y="405128"/>
                </a:cubicBezTo>
                <a:cubicBezTo>
                  <a:pt x="9688531" y="417998"/>
                  <a:pt x="9762277" y="426463"/>
                  <a:pt x="9816083" y="416573"/>
                </a:cubicBezTo>
                <a:lnTo>
                  <a:pt x="9936741" y="437044"/>
                </a:lnTo>
                <a:cubicBezTo>
                  <a:pt x="9978091" y="447025"/>
                  <a:pt x="10008641" y="443705"/>
                  <a:pt x="10050093" y="443783"/>
                </a:cubicBezTo>
                <a:cubicBezTo>
                  <a:pt x="10074709" y="448779"/>
                  <a:pt x="10088915" y="449258"/>
                  <a:pt x="10130090" y="459520"/>
                </a:cubicBezTo>
                <a:cubicBezTo>
                  <a:pt x="10137791" y="458564"/>
                  <a:pt x="10165777" y="459877"/>
                  <a:pt x="10173456" y="457749"/>
                </a:cubicBezTo>
                <a:lnTo>
                  <a:pt x="10218232" y="459820"/>
                </a:lnTo>
                <a:lnTo>
                  <a:pt x="10354176" y="471377"/>
                </a:lnTo>
                <a:cubicBezTo>
                  <a:pt x="10367946" y="478917"/>
                  <a:pt x="10417270" y="488110"/>
                  <a:pt x="10430681" y="481226"/>
                </a:cubicBezTo>
                <a:cubicBezTo>
                  <a:pt x="10441804" y="481366"/>
                  <a:pt x="10469025" y="490181"/>
                  <a:pt x="10478169" y="481774"/>
                </a:cubicBezTo>
                <a:cubicBezTo>
                  <a:pt x="10503830" y="488972"/>
                  <a:pt x="10531359" y="489751"/>
                  <a:pt x="10540907" y="485607"/>
                </a:cubicBezTo>
                <a:cubicBezTo>
                  <a:pt x="10569054" y="475472"/>
                  <a:pt x="10590882" y="489185"/>
                  <a:pt x="10614941" y="487592"/>
                </a:cubicBezTo>
                <a:cubicBezTo>
                  <a:pt x="10654657" y="492458"/>
                  <a:pt x="10645652" y="516778"/>
                  <a:pt x="10674098" y="521656"/>
                </a:cubicBezTo>
                <a:cubicBezTo>
                  <a:pt x="10737163" y="537583"/>
                  <a:pt x="10829686" y="559302"/>
                  <a:pt x="10874834" y="574867"/>
                </a:cubicBezTo>
                <a:cubicBezTo>
                  <a:pt x="10919981" y="590432"/>
                  <a:pt x="10878682" y="577481"/>
                  <a:pt x="10944981" y="615042"/>
                </a:cubicBezTo>
                <a:cubicBezTo>
                  <a:pt x="10976235" y="616974"/>
                  <a:pt x="10982969" y="648568"/>
                  <a:pt x="11006376" y="645957"/>
                </a:cubicBezTo>
                <a:cubicBezTo>
                  <a:pt x="11005343" y="630631"/>
                  <a:pt x="11047577" y="676048"/>
                  <a:pt x="11076308" y="675698"/>
                </a:cubicBezTo>
                <a:cubicBezTo>
                  <a:pt x="11093142" y="677175"/>
                  <a:pt x="11131116" y="681348"/>
                  <a:pt x="11148789" y="685041"/>
                </a:cubicBezTo>
                <a:cubicBezTo>
                  <a:pt x="11177310" y="688243"/>
                  <a:pt x="11217768" y="714725"/>
                  <a:pt x="11249129" y="684218"/>
                </a:cubicBezTo>
                <a:cubicBezTo>
                  <a:pt x="11276269" y="697037"/>
                  <a:pt x="11257432" y="693670"/>
                  <a:pt x="11299915" y="692177"/>
                </a:cubicBezTo>
                <a:cubicBezTo>
                  <a:pt x="11314401" y="703224"/>
                  <a:pt x="11371412" y="714421"/>
                  <a:pt x="11386973" y="708209"/>
                </a:cubicBezTo>
                <a:cubicBezTo>
                  <a:pt x="11425657" y="716286"/>
                  <a:pt x="11454555" y="715485"/>
                  <a:pt x="11500105" y="735014"/>
                </a:cubicBezTo>
                <a:cubicBezTo>
                  <a:pt x="11545172" y="751781"/>
                  <a:pt x="11573053" y="787789"/>
                  <a:pt x="11621735" y="789584"/>
                </a:cubicBezTo>
                <a:lnTo>
                  <a:pt x="11691200" y="867902"/>
                </a:lnTo>
                <a:cubicBezTo>
                  <a:pt x="11734106" y="911360"/>
                  <a:pt x="11773008" y="895495"/>
                  <a:pt x="11819427" y="911634"/>
                </a:cubicBezTo>
                <a:lnTo>
                  <a:pt x="11969720" y="964737"/>
                </a:lnTo>
                <a:cubicBezTo>
                  <a:pt x="12009110" y="978008"/>
                  <a:pt x="12010206" y="989588"/>
                  <a:pt x="12055766" y="991268"/>
                </a:cubicBezTo>
                <a:cubicBezTo>
                  <a:pt x="12105723" y="1003445"/>
                  <a:pt x="12068493" y="1020292"/>
                  <a:pt x="12171539" y="995427"/>
                </a:cubicBezTo>
                <a:cubicBezTo>
                  <a:pt x="12174929" y="995822"/>
                  <a:pt x="12180763" y="996228"/>
                  <a:pt x="12187831" y="996580"/>
                </a:cubicBezTo>
                <a:lnTo>
                  <a:pt x="12192000" y="996726"/>
                </a:lnTo>
                <a:lnTo>
                  <a:pt x="12192000" y="4939827"/>
                </a:lnTo>
                <a:lnTo>
                  <a:pt x="0" y="4939827"/>
                </a:lnTo>
                <a:lnTo>
                  <a:pt x="0" y="512043"/>
                </a:lnTo>
                <a:lnTo>
                  <a:pt x="7381" y="512580"/>
                </a:lnTo>
                <a:cubicBezTo>
                  <a:pt x="39359" y="514524"/>
                  <a:pt x="72732" y="514144"/>
                  <a:pt x="100029" y="504758"/>
                </a:cubicBezTo>
                <a:cubicBezTo>
                  <a:pt x="115935" y="525779"/>
                  <a:pt x="143126" y="489229"/>
                  <a:pt x="155244" y="525130"/>
                </a:cubicBezTo>
                <a:cubicBezTo>
                  <a:pt x="173881" y="522487"/>
                  <a:pt x="242791" y="514086"/>
                  <a:pt x="254366" y="534449"/>
                </a:cubicBezTo>
                <a:cubicBezTo>
                  <a:pt x="303041" y="537382"/>
                  <a:pt x="380161" y="541650"/>
                  <a:pt x="447292" y="542725"/>
                </a:cubicBezTo>
                <a:cubicBezTo>
                  <a:pt x="530282" y="553078"/>
                  <a:pt x="572130" y="539673"/>
                  <a:pt x="628105" y="547853"/>
                </a:cubicBezTo>
                <a:cubicBezTo>
                  <a:pt x="661608" y="509671"/>
                  <a:pt x="746152" y="605137"/>
                  <a:pt x="783146" y="591799"/>
                </a:cubicBezTo>
                <a:cubicBezTo>
                  <a:pt x="862499" y="590113"/>
                  <a:pt x="949481" y="579142"/>
                  <a:pt x="1043676" y="591887"/>
                </a:cubicBezTo>
                <a:cubicBezTo>
                  <a:pt x="1120353" y="576991"/>
                  <a:pt x="1172004" y="553592"/>
                  <a:pt x="1281816" y="520946"/>
                </a:cubicBezTo>
                <a:cubicBezTo>
                  <a:pt x="1339915" y="511282"/>
                  <a:pt x="1459480" y="554579"/>
                  <a:pt x="1486347" y="487310"/>
                </a:cubicBezTo>
                <a:cubicBezTo>
                  <a:pt x="1507765" y="532008"/>
                  <a:pt x="1539168" y="465954"/>
                  <a:pt x="1568079" y="462531"/>
                </a:cubicBezTo>
                <a:cubicBezTo>
                  <a:pt x="1587821" y="491525"/>
                  <a:pt x="1601468" y="469316"/>
                  <a:pt x="1622516" y="466058"/>
                </a:cubicBezTo>
                <a:cubicBezTo>
                  <a:pt x="1630056" y="483510"/>
                  <a:pt x="1647504" y="484261"/>
                  <a:pt x="1655457" y="465359"/>
                </a:cubicBezTo>
                <a:cubicBezTo>
                  <a:pt x="1651800" y="419723"/>
                  <a:pt x="1709718" y="447719"/>
                  <a:pt x="1717454" y="417203"/>
                </a:cubicBezTo>
                <a:cubicBezTo>
                  <a:pt x="1753115" y="414011"/>
                  <a:pt x="1882851" y="412376"/>
                  <a:pt x="1913794" y="365255"/>
                </a:cubicBezTo>
                <a:cubicBezTo>
                  <a:pt x="2001060" y="361067"/>
                  <a:pt x="2099559" y="366414"/>
                  <a:pt x="2129762" y="367832"/>
                </a:cubicBezTo>
                <a:cubicBezTo>
                  <a:pt x="2215380" y="355065"/>
                  <a:pt x="2248807" y="343296"/>
                  <a:pt x="2376970" y="350129"/>
                </a:cubicBezTo>
                <a:cubicBezTo>
                  <a:pt x="2393251" y="360463"/>
                  <a:pt x="2473371" y="379419"/>
                  <a:pt x="2480155" y="359227"/>
                </a:cubicBezTo>
                <a:cubicBezTo>
                  <a:pt x="2520060" y="359505"/>
                  <a:pt x="2561270" y="311415"/>
                  <a:pt x="2586782" y="339352"/>
                </a:cubicBezTo>
                <a:cubicBezTo>
                  <a:pt x="2585230" y="294982"/>
                  <a:pt x="2653633" y="316689"/>
                  <a:pt x="2679617" y="305383"/>
                </a:cubicBezTo>
                <a:cubicBezTo>
                  <a:pt x="2721434" y="266011"/>
                  <a:pt x="2746765" y="276002"/>
                  <a:pt x="2788947" y="250375"/>
                </a:cubicBezTo>
                <a:cubicBezTo>
                  <a:pt x="2851672" y="235447"/>
                  <a:pt x="2913075" y="252766"/>
                  <a:pt x="2965530" y="245958"/>
                </a:cubicBezTo>
                <a:cubicBezTo>
                  <a:pt x="3001911" y="238336"/>
                  <a:pt x="3090203" y="217828"/>
                  <a:pt x="3103677" y="209527"/>
                </a:cubicBezTo>
                <a:lnTo>
                  <a:pt x="3126759" y="211226"/>
                </a:lnTo>
                <a:cubicBezTo>
                  <a:pt x="3136908" y="211889"/>
                  <a:pt x="3148903" y="212490"/>
                  <a:pt x="3164020" y="212779"/>
                </a:cubicBezTo>
                <a:cubicBezTo>
                  <a:pt x="3225474" y="210084"/>
                  <a:pt x="3231859" y="218227"/>
                  <a:pt x="3285019" y="220535"/>
                </a:cubicBezTo>
                <a:cubicBezTo>
                  <a:pt x="3318541" y="222809"/>
                  <a:pt x="3359787" y="223898"/>
                  <a:pt x="3365154" y="226416"/>
                </a:cubicBezTo>
                <a:lnTo>
                  <a:pt x="3367507" y="225416"/>
                </a:lnTo>
                <a:cubicBezTo>
                  <a:pt x="3377583" y="223667"/>
                  <a:pt x="3383502" y="224760"/>
                  <a:pt x="3387567" y="227103"/>
                </a:cubicBezTo>
                <a:lnTo>
                  <a:pt x="3498001" y="231941"/>
                </a:lnTo>
                <a:cubicBezTo>
                  <a:pt x="3513569" y="226158"/>
                  <a:pt x="3539132" y="232525"/>
                  <a:pt x="3561557" y="228095"/>
                </a:cubicBezTo>
                <a:cubicBezTo>
                  <a:pt x="3574944" y="230843"/>
                  <a:pt x="3597426" y="216287"/>
                  <a:pt x="3611920" y="218094"/>
                </a:cubicBezTo>
                <a:lnTo>
                  <a:pt x="3620528" y="218788"/>
                </a:lnTo>
                <a:lnTo>
                  <a:pt x="3620766" y="218511"/>
                </a:lnTo>
                <a:cubicBezTo>
                  <a:pt x="3622780" y="218042"/>
                  <a:pt x="3625663" y="218038"/>
                  <a:pt x="3629977" y="218664"/>
                </a:cubicBezTo>
                <a:lnTo>
                  <a:pt x="3636217" y="220048"/>
                </a:lnTo>
                <a:lnTo>
                  <a:pt x="3709484" y="186927"/>
                </a:lnTo>
                <a:cubicBezTo>
                  <a:pt x="3731015" y="183190"/>
                  <a:pt x="3745790" y="180810"/>
                  <a:pt x="3761342" y="177474"/>
                </a:cubicBezTo>
                <a:lnTo>
                  <a:pt x="3799748" y="167154"/>
                </a:lnTo>
                <a:lnTo>
                  <a:pt x="3922756" y="194044"/>
                </a:lnTo>
                <a:cubicBezTo>
                  <a:pt x="3960877" y="203465"/>
                  <a:pt x="3965250" y="215357"/>
                  <a:pt x="4028476" y="223679"/>
                </a:cubicBezTo>
                <a:cubicBezTo>
                  <a:pt x="4088751" y="228019"/>
                  <a:pt x="4139112" y="248870"/>
                  <a:pt x="4191582" y="238952"/>
                </a:cubicBezTo>
                <a:cubicBezTo>
                  <a:pt x="4210842" y="254091"/>
                  <a:pt x="4229809" y="260810"/>
                  <a:pt x="4251024" y="240874"/>
                </a:cubicBezTo>
                <a:cubicBezTo>
                  <a:pt x="4306627" y="250935"/>
                  <a:pt x="4317066" y="281625"/>
                  <a:pt x="4355275" y="260205"/>
                </a:cubicBezTo>
                <a:cubicBezTo>
                  <a:pt x="4390577" y="327090"/>
                  <a:pt x="4385658" y="272111"/>
                  <a:pt x="4423807" y="270366"/>
                </a:cubicBezTo>
                <a:cubicBezTo>
                  <a:pt x="4457666" y="271864"/>
                  <a:pt x="4523223" y="267475"/>
                  <a:pt x="4558432" y="269194"/>
                </a:cubicBezTo>
                <a:cubicBezTo>
                  <a:pt x="4594553" y="230955"/>
                  <a:pt x="4596517" y="287120"/>
                  <a:pt x="4635061" y="280682"/>
                </a:cubicBezTo>
                <a:cubicBezTo>
                  <a:pt x="4676560" y="281955"/>
                  <a:pt x="4741782" y="292968"/>
                  <a:pt x="4807427" y="276835"/>
                </a:cubicBezTo>
                <a:cubicBezTo>
                  <a:pt x="4876769" y="256626"/>
                  <a:pt x="4951997" y="249407"/>
                  <a:pt x="5028933" y="183887"/>
                </a:cubicBezTo>
                <a:cubicBezTo>
                  <a:pt x="5044713" y="164149"/>
                  <a:pt x="5073685" y="161161"/>
                  <a:pt x="5093642" y="177214"/>
                </a:cubicBezTo>
                <a:cubicBezTo>
                  <a:pt x="5097077" y="179978"/>
                  <a:pt x="5100108" y="183212"/>
                  <a:pt x="5102642" y="186816"/>
                </a:cubicBezTo>
                <a:cubicBezTo>
                  <a:pt x="5150234" y="139156"/>
                  <a:pt x="5169674" y="190314"/>
                  <a:pt x="5193590" y="156458"/>
                </a:cubicBezTo>
                <a:cubicBezTo>
                  <a:pt x="5257854" y="151722"/>
                  <a:pt x="5301917" y="175841"/>
                  <a:pt x="5323922" y="146332"/>
                </a:cubicBezTo>
                <a:cubicBezTo>
                  <a:pt x="5355266" y="153538"/>
                  <a:pt x="5392601" y="198271"/>
                  <a:pt x="5421860" y="167298"/>
                </a:cubicBezTo>
                <a:cubicBezTo>
                  <a:pt x="5420630" y="196364"/>
                  <a:pt x="5461576" y="151467"/>
                  <a:pt x="5476948" y="173249"/>
                </a:cubicBezTo>
                <a:cubicBezTo>
                  <a:pt x="5487334" y="191763"/>
                  <a:pt x="5502178" y="182456"/>
                  <a:pt x="5516842" y="184018"/>
                </a:cubicBezTo>
                <a:cubicBezTo>
                  <a:pt x="5533140" y="200158"/>
                  <a:pt x="5599828" y="189750"/>
                  <a:pt x="5619415" y="176781"/>
                </a:cubicBezTo>
                <a:cubicBezTo>
                  <a:pt x="5690073" y="168499"/>
                  <a:pt x="5748631" y="186964"/>
                  <a:pt x="5789867" y="150304"/>
                </a:cubicBezTo>
                <a:cubicBezTo>
                  <a:pt x="5802836" y="146282"/>
                  <a:pt x="5814753" y="145947"/>
                  <a:pt x="5825953" y="147907"/>
                </a:cubicBezTo>
                <a:lnTo>
                  <a:pt x="5856168" y="158719"/>
                </a:lnTo>
                <a:lnTo>
                  <a:pt x="5862476" y="172447"/>
                </a:lnTo>
                <a:lnTo>
                  <a:pt x="5882195" y="173195"/>
                </a:lnTo>
                <a:lnTo>
                  <a:pt x="5952585" y="161012"/>
                </a:lnTo>
                <a:cubicBezTo>
                  <a:pt x="5962273" y="166588"/>
                  <a:pt x="5992020" y="151579"/>
                  <a:pt x="6001964" y="154786"/>
                </a:cubicBezTo>
                <a:cubicBezTo>
                  <a:pt x="6061748" y="122178"/>
                  <a:pt x="6101539" y="131534"/>
                  <a:pt x="6184207" y="132658"/>
                </a:cubicBezTo>
                <a:cubicBezTo>
                  <a:pt x="6266582" y="127016"/>
                  <a:pt x="6286876" y="151859"/>
                  <a:pt x="6415830" y="136006"/>
                </a:cubicBezTo>
                <a:cubicBezTo>
                  <a:pt x="6563502" y="116945"/>
                  <a:pt x="6684679" y="79367"/>
                  <a:pt x="6756965" y="57636"/>
                </a:cubicBezTo>
                <a:cubicBezTo>
                  <a:pt x="6761544" y="48663"/>
                  <a:pt x="6812642" y="36519"/>
                  <a:pt x="6819400" y="30742"/>
                </a:cubicBezTo>
                <a:lnTo>
                  <a:pt x="6986370" y="12659"/>
                </a:lnTo>
                <a:lnTo>
                  <a:pt x="6989536" y="14528"/>
                </a:lnTo>
                <a:cubicBezTo>
                  <a:pt x="7002946" y="17364"/>
                  <a:pt x="7010700" y="14716"/>
                  <a:pt x="7015933" y="9653"/>
                </a:cubicBezTo>
                <a:lnTo>
                  <a:pt x="7020592" y="1651"/>
                </a:lnTo>
                <a:lnTo>
                  <a:pt x="7025905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26850A-C4C3-E92F-3278-B35A1916EE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84744" y="5198168"/>
            <a:ext cx="9859618" cy="642797"/>
          </a:xfrm>
        </p:spPr>
        <p:txBody>
          <a:bodyPr>
            <a:normAutofit/>
          </a:bodyPr>
          <a:lstStyle/>
          <a:p>
            <a:r>
              <a:rPr lang="en-AU" sz="3600"/>
              <a:t>BHP Mining Operations SQL Project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8C48E9-D0E8-E2F2-3716-7A8F33FEB7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98774" y="5928655"/>
            <a:ext cx="7831559" cy="410689"/>
          </a:xfrm>
        </p:spPr>
        <p:txBody>
          <a:bodyPr>
            <a:normAutofit/>
          </a:bodyPr>
          <a:lstStyle/>
          <a:p>
            <a:r>
              <a:rPr lang="en-AU" sz="1600"/>
              <a:t>Michael Le</a:t>
            </a: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3389D0BC-BA1D-4360-88F9-D9ECCBDAB5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17950" y="647758"/>
            <a:ext cx="8355105" cy="4392652"/>
          </a:xfrm>
          <a:custGeom>
            <a:avLst/>
            <a:gdLst>
              <a:gd name="connsiteX0" fmla="*/ 0 w 2400300"/>
              <a:gd name="connsiteY0" fmla="*/ 0 h 2400300"/>
              <a:gd name="connsiteX1" fmla="*/ 2400300 w 2400300"/>
              <a:gd name="connsiteY1" fmla="*/ 0 h 2400300"/>
              <a:gd name="connsiteX2" fmla="*/ 2400300 w 2400300"/>
              <a:gd name="connsiteY2" fmla="*/ 2400300 h 2400300"/>
              <a:gd name="connsiteX3" fmla="*/ 0 w 2400300"/>
              <a:gd name="connsiteY3" fmla="*/ 2400300 h 2400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00300" h="2400300">
                <a:moveTo>
                  <a:pt x="0" y="0"/>
                </a:moveTo>
                <a:lnTo>
                  <a:pt x="2400300" y="0"/>
                </a:lnTo>
                <a:lnTo>
                  <a:pt x="2400300" y="2400300"/>
                </a:lnTo>
                <a:lnTo>
                  <a:pt x="0" y="2400300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  <a:effectLst>
            <a:outerShdw blurRad="25400" dist="12700" dir="3000000" algn="tl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7E00824-7BF1-ACF6-4E0F-D4B96E36F9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849"/>
          <a:stretch>
            <a:fillRect/>
          </a:stretch>
        </p:blipFill>
        <p:spPr>
          <a:xfrm>
            <a:off x="2079812" y="805516"/>
            <a:ext cx="8032376" cy="4074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00159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514669D-085A-AB7E-B5DB-830DCC49BE27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63" r="11126" b="1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05C29A-82B2-9B1A-F7D1-AEAF37AD4A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AU" dirty="0"/>
              <a:t>Requirements 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9439C8BD-0DFC-D911-A0CA-17F68668F14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30785253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6046066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7347B8-9E8B-E455-F512-C3F1CE0A3C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AU" sz="4000">
                <a:solidFill>
                  <a:srgbClr val="FFFFFF"/>
                </a:solidFill>
              </a:rPr>
              <a:t>Content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4891A122-2476-992E-AC85-107F6641E4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4802" y="1582992"/>
            <a:ext cx="5361623" cy="5546047"/>
          </a:xfrm>
        </p:spPr>
        <p:txBody>
          <a:bodyPr anchor="ctr">
            <a:normAutofit fontScale="92500"/>
          </a:bodyPr>
          <a:lstStyle/>
          <a:p>
            <a:r>
              <a:rPr lang="en-AU" sz="1200" dirty="0"/>
              <a:t>Create Database </a:t>
            </a:r>
            <a:r>
              <a:rPr lang="en-AU" sz="1200"/>
              <a:t>for BHP </a:t>
            </a:r>
            <a:r>
              <a:rPr lang="en-AU" sz="1200" dirty="0"/>
              <a:t>Mining Operations</a:t>
            </a:r>
          </a:p>
          <a:p>
            <a:r>
              <a:rPr lang="en-AU" sz="1200" dirty="0"/>
              <a:t>DDL: Creating Tables for Mining Sites, Daily Production, Safety Incidents, Error Log</a:t>
            </a:r>
          </a:p>
          <a:p>
            <a:r>
              <a:rPr lang="en-AU" sz="1200" dirty="0"/>
              <a:t>DML: Insert Values into Mining Sites, Daily Production, Safety Incidents</a:t>
            </a:r>
          </a:p>
          <a:p>
            <a:r>
              <a:rPr lang="en-AU" sz="1200" dirty="0"/>
              <a:t>DQL: Validation Checks </a:t>
            </a:r>
          </a:p>
          <a:p>
            <a:r>
              <a:rPr lang="en-AU" sz="1200" dirty="0"/>
              <a:t>Stored Procedure/DQL: Create Procedure and Query for </a:t>
            </a:r>
            <a:r>
              <a:rPr lang="en-AU" sz="1200" dirty="0" err="1"/>
              <a:t>GetSiteProduction</a:t>
            </a:r>
            <a:endParaRPr lang="en-AU" sz="1200" dirty="0"/>
          </a:p>
          <a:p>
            <a:r>
              <a:rPr lang="en-AU" sz="1200" dirty="0"/>
              <a:t>Stored Procedure/DQL: Create Procedure and Query for </a:t>
            </a:r>
            <a:r>
              <a:rPr lang="en-AU" sz="1200" dirty="0" err="1"/>
              <a:t>GetProductionByDateRange</a:t>
            </a:r>
            <a:endParaRPr lang="en-AU" sz="1200" dirty="0"/>
          </a:p>
          <a:p>
            <a:r>
              <a:rPr lang="en-AU" sz="1200" dirty="0"/>
              <a:t>Stored Procedure/DQL: Create Procedure and Query for </a:t>
            </a:r>
            <a:r>
              <a:rPr lang="en-AU" sz="1200" dirty="0" err="1"/>
              <a:t>GetProductionFlexible</a:t>
            </a:r>
            <a:r>
              <a:rPr lang="en-AU" sz="1200" dirty="0"/>
              <a:t> </a:t>
            </a:r>
          </a:p>
          <a:p>
            <a:r>
              <a:rPr lang="en-AU" sz="1200" dirty="0"/>
              <a:t>Stored Procedure/DQL: Create Procedure and Query for </a:t>
            </a:r>
            <a:r>
              <a:rPr lang="en-AU" sz="1200" dirty="0" err="1"/>
              <a:t>GetSiteSummary</a:t>
            </a:r>
            <a:endParaRPr lang="en-AU" sz="1200" dirty="0"/>
          </a:p>
          <a:p>
            <a:r>
              <a:rPr lang="en-AU" sz="1200" dirty="0"/>
              <a:t>Stored Procedure/DQL: Create Procedure and Query for </a:t>
            </a:r>
            <a:r>
              <a:rPr lang="en-AU" sz="1200" dirty="0" err="1"/>
              <a:t>GetSafeProductionReport</a:t>
            </a:r>
            <a:endParaRPr lang="en-AU" sz="1200" dirty="0"/>
          </a:p>
          <a:p>
            <a:r>
              <a:rPr lang="en-AU" sz="1200" dirty="0"/>
              <a:t>Stored Procedure/DQL: Create Procedure and Query for </a:t>
            </a:r>
            <a:r>
              <a:rPr lang="en-AU" sz="1200" dirty="0" err="1"/>
              <a:t>DailyOperationsReport</a:t>
            </a:r>
            <a:endParaRPr lang="en-AU" sz="1200" dirty="0"/>
          </a:p>
          <a:p>
            <a:r>
              <a:rPr lang="en-AU" sz="1200" dirty="0"/>
              <a:t>Stored Function/DQL: Create Function and Query for </a:t>
            </a:r>
            <a:r>
              <a:rPr lang="en-AU" sz="1200" dirty="0" err="1"/>
              <a:t>dbo.CalculateEfficiency</a:t>
            </a:r>
            <a:endParaRPr lang="en-AU" sz="1200" dirty="0"/>
          </a:p>
          <a:p>
            <a:r>
              <a:rPr lang="en-AU" sz="1200" dirty="0"/>
              <a:t>Stored Function/DQL: Create Function and Query for </a:t>
            </a:r>
            <a:r>
              <a:rPr lang="en-AU" sz="1200" dirty="0" err="1"/>
              <a:t>dbo.GetHighDowntimeSites</a:t>
            </a:r>
            <a:endParaRPr lang="en-AU" sz="1200" dirty="0"/>
          </a:p>
          <a:p>
            <a:r>
              <a:rPr lang="en-AU" sz="1200" dirty="0"/>
              <a:t>Stored Procedure/DQL: Create Procedure and Query for </a:t>
            </a:r>
            <a:r>
              <a:rPr lang="en-AU" sz="1200" dirty="0" err="1"/>
              <a:t>GetIncidentsBySeverity</a:t>
            </a:r>
            <a:endParaRPr lang="en-AU" sz="1200" dirty="0"/>
          </a:p>
          <a:p>
            <a:r>
              <a:rPr lang="en-AU" sz="1200" dirty="0"/>
              <a:t>Stored Procedure/DQL: Create Procedure and Query for </a:t>
            </a:r>
            <a:r>
              <a:rPr lang="en-AU" sz="1200" dirty="0" err="1"/>
              <a:t>GetProductionSummary</a:t>
            </a:r>
            <a:endParaRPr lang="en-AU" sz="1200" dirty="0"/>
          </a:p>
          <a:p>
            <a:r>
              <a:rPr lang="en-AU" sz="1200" dirty="0"/>
              <a:t>Stored Function/DQL: Create Function and Query for </a:t>
            </a:r>
            <a:r>
              <a:rPr lang="en-AU" sz="1200" dirty="0" err="1"/>
              <a:t>dbo.CalculateOreToWasteRatio</a:t>
            </a:r>
            <a:endParaRPr lang="en-AU" sz="1200" dirty="0"/>
          </a:p>
          <a:p>
            <a:r>
              <a:rPr lang="en-AU" sz="1200" dirty="0"/>
              <a:t>Stored Function/DQL: Create Function and Query for </a:t>
            </a:r>
            <a:r>
              <a:rPr lang="en-AU" sz="1200" dirty="0" err="1"/>
              <a:t>dbo.GetTopPerformingSites</a:t>
            </a:r>
            <a:endParaRPr lang="en-AU" sz="1200" dirty="0"/>
          </a:p>
          <a:p>
            <a:r>
              <a:rPr lang="en-AU" sz="1200" dirty="0"/>
              <a:t>Stored Procedure/DQL: Create Procedure and Query for </a:t>
            </a:r>
            <a:r>
              <a:rPr lang="en-AU" sz="1200" dirty="0" err="1"/>
              <a:t>UpdateIncidentStatus</a:t>
            </a:r>
            <a:endParaRPr lang="en-AU" sz="1200" dirty="0"/>
          </a:p>
          <a:p>
            <a:endParaRPr lang="en-AU" sz="700" dirty="0"/>
          </a:p>
          <a:p>
            <a:endParaRPr lang="en-AU" sz="700" dirty="0"/>
          </a:p>
          <a:p>
            <a:endParaRPr lang="en-AU" sz="700" dirty="0"/>
          </a:p>
          <a:p>
            <a:endParaRPr lang="en-AU" sz="700" dirty="0"/>
          </a:p>
          <a:p>
            <a:endParaRPr lang="en-AU" sz="700" dirty="0"/>
          </a:p>
          <a:p>
            <a:endParaRPr lang="en-AU" sz="700" dirty="0"/>
          </a:p>
          <a:p>
            <a:endParaRPr lang="en-AU" sz="700" dirty="0"/>
          </a:p>
          <a:p>
            <a:endParaRPr lang="en-AU" sz="700" dirty="0"/>
          </a:p>
          <a:p>
            <a:endParaRPr lang="en-AU" sz="700" dirty="0"/>
          </a:p>
          <a:p>
            <a:endParaRPr lang="en-AU" sz="700" dirty="0"/>
          </a:p>
        </p:txBody>
      </p:sp>
      <p:pic>
        <p:nvPicPr>
          <p:cNvPr id="7" name="Graphic 6" descr="Mining Tools">
            <a:extLst>
              <a:ext uri="{FF2B5EF4-FFF2-40B4-BE49-F238E27FC236}">
                <a16:creationId xmlns:a16="http://schemas.microsoft.com/office/drawing/2014/main" id="{0138FF61-970B-1FA4-6257-58DFAC60D80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496425" y="2200275"/>
            <a:ext cx="2692526" cy="3046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70606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9ED408-0939-A106-BBC5-9E3EC8F191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AU">
                <a:solidFill>
                  <a:srgbClr val="FFFFFF"/>
                </a:solidFill>
              </a:rPr>
              <a:t>Create Database for BHD Mining Operations</a:t>
            </a:r>
            <a:br>
              <a:rPr lang="en-AU">
                <a:solidFill>
                  <a:srgbClr val="FFFFFF"/>
                </a:solidFill>
              </a:rPr>
            </a:br>
            <a:endParaRPr lang="en-AU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5AE763-F4BC-2428-3767-F998E11182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 lnSpcReduction="10000"/>
          </a:bodyPr>
          <a:lstStyle/>
          <a:p>
            <a:r>
              <a:rPr lang="en-US" sz="1300" dirty="0">
                <a:highlight>
                  <a:srgbClr val="FFFFFF"/>
                </a:highlight>
                <a:latin typeface="Cascadia Mono" panose="020B0609020000020004" pitchFamily="49" charset="0"/>
              </a:rPr>
              <a:t>-- Drop database if exists (fresh start)</a:t>
            </a:r>
          </a:p>
          <a:p>
            <a:r>
              <a:rPr lang="en-US" sz="1300" dirty="0">
                <a:highlight>
                  <a:srgbClr val="FFFFFF"/>
                </a:highlight>
                <a:latin typeface="Cascadia Mono" panose="020B0609020000020004" pitchFamily="49" charset="0"/>
              </a:rPr>
              <a:t>IF EXISTS (SELECT name FROM </a:t>
            </a:r>
            <a:r>
              <a:rPr lang="en-US" sz="13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sys.databases</a:t>
            </a:r>
            <a:r>
              <a:rPr lang="en-US" sz="1300" dirty="0">
                <a:highlight>
                  <a:srgbClr val="FFFFFF"/>
                </a:highlight>
                <a:latin typeface="Cascadia Mono" panose="020B0609020000020004" pitchFamily="49" charset="0"/>
              </a:rPr>
              <a:t> WHERE name = '</a:t>
            </a:r>
            <a:r>
              <a:rPr lang="en-US" sz="13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BHD_Mining_Operations</a:t>
            </a:r>
            <a:r>
              <a:rPr lang="en-US" sz="1300" dirty="0">
                <a:highlight>
                  <a:srgbClr val="FFFFFF"/>
                </a:highlight>
                <a:latin typeface="Cascadia Mono" panose="020B0609020000020004" pitchFamily="49" charset="0"/>
              </a:rPr>
              <a:t>')</a:t>
            </a:r>
          </a:p>
          <a:p>
            <a:r>
              <a:rPr lang="en-AU" sz="1300" dirty="0">
                <a:highlight>
                  <a:srgbClr val="FFFFFF"/>
                </a:highlight>
                <a:latin typeface="Cascadia Mono" panose="020B0609020000020004" pitchFamily="49" charset="0"/>
              </a:rPr>
              <a:t>BEGIN</a:t>
            </a:r>
          </a:p>
          <a:p>
            <a:r>
              <a:rPr lang="en-AU" sz="1300" dirty="0">
                <a:highlight>
                  <a:srgbClr val="FFFFFF"/>
                </a:highlight>
                <a:latin typeface="Cascadia Mono" panose="020B0609020000020004" pitchFamily="49" charset="0"/>
              </a:rPr>
              <a:t>    PRINT '⚠️  Dropping existing database...';</a:t>
            </a:r>
          </a:p>
          <a:p>
            <a:r>
              <a:rPr lang="en-US" sz="1300" dirty="0">
                <a:highlight>
                  <a:srgbClr val="FFFFFF"/>
                </a:highlight>
                <a:latin typeface="Cascadia Mono" panose="020B0609020000020004" pitchFamily="49" charset="0"/>
              </a:rPr>
              <a:t>    ALTER DATABASE </a:t>
            </a:r>
            <a:r>
              <a:rPr lang="en-US" sz="13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BHP_Mining_Operations</a:t>
            </a:r>
            <a:r>
              <a:rPr lang="en-US" sz="1300" dirty="0">
                <a:highlight>
                  <a:srgbClr val="FFFFFF"/>
                </a:highlight>
                <a:latin typeface="Cascadia Mono" panose="020B0609020000020004" pitchFamily="49" charset="0"/>
              </a:rPr>
              <a:t> SET SINGLE_USER WITH ROLLBACK IMMEDIATE;</a:t>
            </a:r>
          </a:p>
          <a:p>
            <a:r>
              <a:rPr lang="en-AU" sz="1300" dirty="0">
                <a:highlight>
                  <a:srgbClr val="FFFFFF"/>
                </a:highlight>
                <a:latin typeface="Cascadia Mono" panose="020B0609020000020004" pitchFamily="49" charset="0"/>
              </a:rPr>
              <a:t>    DROP DATABASE </a:t>
            </a:r>
            <a:r>
              <a:rPr lang="en-AU" sz="13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BHP_Mining_Operations</a:t>
            </a:r>
            <a:r>
              <a:rPr lang="en-AU" sz="1300" dirty="0"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AU" sz="1300" dirty="0">
                <a:highlight>
                  <a:srgbClr val="FFFFFF"/>
                </a:highlight>
                <a:latin typeface="Cascadia Mono" panose="020B0609020000020004" pitchFamily="49" charset="0"/>
              </a:rPr>
              <a:t>END</a:t>
            </a:r>
          </a:p>
          <a:p>
            <a:r>
              <a:rPr lang="en-AU" sz="1300" dirty="0">
                <a:highlight>
                  <a:srgbClr val="FFFFFF"/>
                </a:highlight>
                <a:latin typeface="Cascadia Mono" panose="020B0609020000020004" pitchFamily="49" charset="0"/>
              </a:rPr>
              <a:t>GO</a:t>
            </a:r>
          </a:p>
          <a:p>
            <a:endParaRPr lang="en-AU" sz="1300" dirty="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1300" dirty="0">
                <a:highlight>
                  <a:srgbClr val="FFFFFF"/>
                </a:highlight>
                <a:latin typeface="Cascadia Mono" panose="020B0609020000020004" pitchFamily="49" charset="0"/>
              </a:rPr>
              <a:t>CREATE DATABASE </a:t>
            </a:r>
            <a:r>
              <a:rPr lang="en-AU" sz="13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BHP_Mining_Operations</a:t>
            </a:r>
            <a:r>
              <a:rPr lang="en-AU" sz="1300" dirty="0"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AU" sz="1300" dirty="0">
                <a:highlight>
                  <a:srgbClr val="FFFFFF"/>
                </a:highlight>
                <a:latin typeface="Cascadia Mono" panose="020B0609020000020004" pitchFamily="49" charset="0"/>
              </a:rPr>
              <a:t>GO</a:t>
            </a:r>
          </a:p>
          <a:p>
            <a:endParaRPr lang="en-AU" sz="1300" dirty="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1300" dirty="0">
                <a:highlight>
                  <a:srgbClr val="FFFFFF"/>
                </a:highlight>
                <a:latin typeface="Cascadia Mono" panose="020B0609020000020004" pitchFamily="49" charset="0"/>
              </a:rPr>
              <a:t>USE </a:t>
            </a:r>
            <a:r>
              <a:rPr lang="en-AU" sz="13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BHP_Mining_Operations</a:t>
            </a:r>
            <a:r>
              <a:rPr lang="en-AU" sz="1300" dirty="0"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AU" sz="1300" dirty="0">
                <a:highlight>
                  <a:srgbClr val="FFFFFF"/>
                </a:highlight>
                <a:latin typeface="Cascadia Mono" panose="020B0609020000020004" pitchFamily="49" charset="0"/>
              </a:rPr>
              <a:t>GO</a:t>
            </a:r>
          </a:p>
          <a:p>
            <a:endParaRPr lang="en-AU" sz="1300" dirty="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300" dirty="0">
                <a:highlight>
                  <a:srgbClr val="FFFFFF"/>
                </a:highlight>
                <a:latin typeface="Cascadia Mono" panose="020B0609020000020004" pitchFamily="49" charset="0"/>
              </a:rPr>
              <a:t>PRINT '✅ Database Created: </a:t>
            </a:r>
            <a:r>
              <a:rPr lang="en-US" sz="13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BHP_Mining_Operations</a:t>
            </a:r>
            <a:r>
              <a:rPr lang="en-US" sz="1300" dirty="0">
                <a:highlight>
                  <a:srgbClr val="FFFFFF"/>
                </a:highlight>
                <a:latin typeface="Cascadia Mono" panose="020B0609020000020004" pitchFamily="49" charset="0"/>
              </a:rPr>
              <a:t>';</a:t>
            </a:r>
          </a:p>
          <a:p>
            <a:r>
              <a:rPr lang="en-AU" sz="1300" dirty="0">
                <a:highlight>
                  <a:srgbClr val="FFFFFF"/>
                </a:highlight>
                <a:latin typeface="Cascadia Mono" panose="020B0609020000020004" pitchFamily="49" charset="0"/>
              </a:rPr>
              <a:t>PRINT '';</a:t>
            </a:r>
          </a:p>
          <a:p>
            <a:r>
              <a:rPr lang="en-AU" sz="1300" dirty="0">
                <a:highlight>
                  <a:srgbClr val="FFFFFF"/>
                </a:highlight>
                <a:latin typeface="Cascadia Mono" panose="020B0609020000020004" pitchFamily="49" charset="0"/>
              </a:rPr>
              <a:t>GO</a:t>
            </a:r>
            <a:endParaRPr lang="en-AU" sz="1300" dirty="0"/>
          </a:p>
        </p:txBody>
      </p:sp>
    </p:spTree>
    <p:extLst>
      <p:ext uri="{BB962C8B-B14F-4D97-AF65-F5344CB8AC3E}">
        <p14:creationId xmlns:p14="http://schemas.microsoft.com/office/powerpoint/2010/main" val="14104408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89575E1-3389-451A-A5F7-27854C25C5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4293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3CCC5C-D88E-40FB-B30B-23DCDBD01D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"/>
            <a:ext cx="4167268" cy="685800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E8F989-2EDD-6C17-E2F8-5D63C9928A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591344"/>
            <a:ext cx="3200400" cy="5585619"/>
          </a:xfrm>
        </p:spPr>
        <p:txBody>
          <a:bodyPr>
            <a:normAutofit/>
          </a:bodyPr>
          <a:lstStyle/>
          <a:p>
            <a:r>
              <a:rPr lang="en-AU" sz="3700">
                <a:solidFill>
                  <a:srgbClr val="FFFFFF"/>
                </a:solidFill>
              </a:rPr>
              <a:t>DDL: Creating Tables for Mining Sites, Daily Production, Safety Incidents, Error Log Part 1</a:t>
            </a:r>
            <a:br>
              <a:rPr lang="en-AU" sz="3700">
                <a:solidFill>
                  <a:srgbClr val="FFFFFF"/>
                </a:solidFill>
              </a:rPr>
            </a:br>
            <a:endParaRPr lang="en-AU" sz="3700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69CE4-0E47-DB46-7642-369D6DB0CA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 fontScale="92500" lnSpcReduction="10000"/>
          </a:bodyPr>
          <a:lstStyle/>
          <a:p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-- Mining Sites Table</a:t>
            </a:r>
          </a:p>
          <a:p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CREATE TABLE </a:t>
            </a:r>
            <a:r>
              <a:rPr lang="en-AU" sz="700" err="1">
                <a:highlight>
                  <a:srgbClr val="FFFFFF"/>
                </a:highlight>
                <a:latin typeface="Cascadia Mono" panose="020B0609020000020004" pitchFamily="49" charset="0"/>
              </a:rPr>
              <a:t>mining_sites</a:t>
            </a:r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</a:p>
          <a:p>
            <a:r>
              <a:rPr lang="en-US" sz="70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700" err="1">
                <a:highlight>
                  <a:srgbClr val="FFFFFF"/>
                </a:highlight>
                <a:latin typeface="Cascadia Mono" panose="020B0609020000020004" pitchFamily="49" charset="0"/>
              </a:rPr>
              <a:t>site_id</a:t>
            </a:r>
            <a:r>
              <a:rPr lang="en-US" sz="700">
                <a:highlight>
                  <a:srgbClr val="FFFFFF"/>
                </a:highlight>
                <a:latin typeface="Cascadia Mono" panose="020B0609020000020004" pitchFamily="49" charset="0"/>
              </a:rPr>
              <a:t> INT PRIMARY KEY,</a:t>
            </a:r>
          </a:p>
          <a:p>
            <a:r>
              <a:rPr lang="en-US" sz="70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700" err="1">
                <a:highlight>
                  <a:srgbClr val="FFFFFF"/>
                </a:highlight>
                <a:latin typeface="Cascadia Mono" panose="020B0609020000020004" pitchFamily="49" charset="0"/>
              </a:rPr>
              <a:t>site_name</a:t>
            </a:r>
            <a:r>
              <a:rPr lang="en-US" sz="700">
                <a:highlight>
                  <a:srgbClr val="FFFFFF"/>
                </a:highlight>
                <a:latin typeface="Cascadia Mono" panose="020B0609020000020004" pitchFamily="49" charset="0"/>
              </a:rPr>
              <a:t> NVARCHAR(100) NOT NULL,</a:t>
            </a:r>
          </a:p>
          <a:p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700" err="1">
                <a:highlight>
                  <a:srgbClr val="FFFFFF"/>
                </a:highlight>
                <a:latin typeface="Cascadia Mono" panose="020B0609020000020004" pitchFamily="49" charset="0"/>
              </a:rPr>
              <a:t>site_location</a:t>
            </a:r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 NVARCHAR(100) NOT NULL,</a:t>
            </a:r>
          </a:p>
          <a:p>
            <a:r>
              <a:rPr lang="en-US" sz="700">
                <a:highlight>
                  <a:srgbClr val="FFFFFF"/>
                </a:highlight>
                <a:latin typeface="Cascadia Mono" panose="020B0609020000020004" pitchFamily="49" charset="0"/>
              </a:rPr>
              <a:t>    state NVARCHAR(10) NOT NULL,</a:t>
            </a:r>
          </a:p>
          <a:p>
            <a:r>
              <a:rPr lang="en-US" sz="700">
                <a:highlight>
                  <a:srgbClr val="FFFFFF"/>
                </a:highlight>
                <a:latin typeface="Cascadia Mono" panose="020B0609020000020004" pitchFamily="49" charset="0"/>
              </a:rPr>
              <a:t>    commodity NVARCHAR(100) NOT NULL,</a:t>
            </a:r>
          </a:p>
          <a:p>
            <a:r>
              <a:rPr lang="en-US" sz="700">
                <a:highlight>
                  <a:srgbClr val="FFFFFF"/>
                </a:highlight>
                <a:latin typeface="Cascadia Mono" panose="020B0609020000020004" pitchFamily="49" charset="0"/>
              </a:rPr>
              <a:t>    operational BIT DEFAULT 1, -- Added from playbook</a:t>
            </a:r>
          </a:p>
          <a:p>
            <a:r>
              <a:rPr lang="en-US" sz="70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700" err="1">
                <a:highlight>
                  <a:srgbClr val="FFFFFF"/>
                </a:highlight>
                <a:latin typeface="Cascadia Mono" panose="020B0609020000020004" pitchFamily="49" charset="0"/>
              </a:rPr>
              <a:t>capacity_tonnes_per_day</a:t>
            </a:r>
            <a:r>
              <a:rPr lang="en-US" sz="700">
                <a:highlight>
                  <a:srgbClr val="FFFFFF"/>
                </a:highlight>
                <a:latin typeface="Cascadia Mono" panose="020B0609020000020004" pitchFamily="49" charset="0"/>
              </a:rPr>
              <a:t> DECIMAL(12,2) NULL -- Added for context</a:t>
            </a:r>
          </a:p>
          <a:p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endParaRPr lang="en-AU" sz="70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-- Daily Production Table</a:t>
            </a:r>
          </a:p>
          <a:p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CREATE TABLE </a:t>
            </a:r>
            <a:r>
              <a:rPr lang="en-AU" sz="700" err="1">
                <a:highlight>
                  <a:srgbClr val="FFFFFF"/>
                </a:highlight>
                <a:latin typeface="Cascadia Mono" panose="020B0609020000020004" pitchFamily="49" charset="0"/>
              </a:rPr>
              <a:t>daily_production</a:t>
            </a:r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</a:p>
          <a:p>
            <a:r>
              <a:rPr lang="en-US" sz="70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700" err="1">
                <a:highlight>
                  <a:srgbClr val="FFFFFF"/>
                </a:highlight>
                <a:latin typeface="Cascadia Mono" panose="020B0609020000020004" pitchFamily="49" charset="0"/>
              </a:rPr>
              <a:t>production_id</a:t>
            </a:r>
            <a:r>
              <a:rPr lang="en-US" sz="700">
                <a:highlight>
                  <a:srgbClr val="FFFFFF"/>
                </a:highlight>
                <a:latin typeface="Cascadia Mono" panose="020B0609020000020004" pitchFamily="49" charset="0"/>
              </a:rPr>
              <a:t> INT PRIMARY KEY IDENTITY(1,1),</a:t>
            </a:r>
          </a:p>
          <a:p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700" err="1">
                <a:highlight>
                  <a:srgbClr val="FFFFFF"/>
                </a:highlight>
                <a:latin typeface="Cascadia Mono" panose="020B0609020000020004" pitchFamily="49" charset="0"/>
              </a:rPr>
              <a:t>production_date</a:t>
            </a:r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 DATE NOT NULL,</a:t>
            </a:r>
          </a:p>
          <a:p>
            <a:r>
              <a:rPr lang="en-US" sz="70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700" err="1">
                <a:highlight>
                  <a:srgbClr val="FFFFFF"/>
                </a:highlight>
                <a:latin typeface="Cascadia Mono" panose="020B0609020000020004" pitchFamily="49" charset="0"/>
              </a:rPr>
              <a:t>site_id</a:t>
            </a:r>
            <a:r>
              <a:rPr lang="en-US" sz="700">
                <a:highlight>
                  <a:srgbClr val="FFFFFF"/>
                </a:highlight>
                <a:latin typeface="Cascadia Mono" panose="020B0609020000020004" pitchFamily="49" charset="0"/>
              </a:rPr>
              <a:t> INT NOT NULL,</a:t>
            </a:r>
          </a:p>
          <a:p>
            <a:r>
              <a:rPr lang="en-US" sz="700">
                <a:highlight>
                  <a:srgbClr val="FFFFFF"/>
                </a:highlight>
                <a:latin typeface="Cascadia Mono" panose="020B0609020000020004" pitchFamily="49" charset="0"/>
              </a:rPr>
              <a:t>    shift NVARCHAR(20) NOT NULL CHECK (shift IN ('Day', 'Night')),</a:t>
            </a:r>
          </a:p>
          <a:p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700" err="1">
                <a:highlight>
                  <a:srgbClr val="FFFFFF"/>
                </a:highlight>
                <a:latin typeface="Cascadia Mono" panose="020B0609020000020004" pitchFamily="49" charset="0"/>
              </a:rPr>
              <a:t>ore_tonnes</a:t>
            </a:r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 DECIMAL(12,2) NOT NULL CHECK (</a:t>
            </a:r>
            <a:r>
              <a:rPr lang="en-AU" sz="700" err="1">
                <a:highlight>
                  <a:srgbClr val="FFFFFF"/>
                </a:highlight>
                <a:latin typeface="Cascadia Mono" panose="020B0609020000020004" pitchFamily="49" charset="0"/>
              </a:rPr>
              <a:t>ore_tonnes</a:t>
            </a:r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 &gt;= 0),</a:t>
            </a:r>
          </a:p>
          <a:p>
            <a:r>
              <a:rPr lang="en-US" sz="70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700" err="1">
                <a:highlight>
                  <a:srgbClr val="FFFFFF"/>
                </a:highlight>
                <a:latin typeface="Cascadia Mono" panose="020B0609020000020004" pitchFamily="49" charset="0"/>
              </a:rPr>
              <a:t>waste_tonnes</a:t>
            </a:r>
            <a:r>
              <a:rPr lang="en-US" sz="700">
                <a:highlight>
                  <a:srgbClr val="FFFFFF"/>
                </a:highlight>
                <a:latin typeface="Cascadia Mono" panose="020B0609020000020004" pitchFamily="49" charset="0"/>
              </a:rPr>
              <a:t> DECIMAL(12,2) NOT NULL CHECK (</a:t>
            </a:r>
            <a:r>
              <a:rPr lang="en-US" sz="700" err="1">
                <a:highlight>
                  <a:srgbClr val="FFFFFF"/>
                </a:highlight>
                <a:latin typeface="Cascadia Mono" panose="020B0609020000020004" pitchFamily="49" charset="0"/>
              </a:rPr>
              <a:t>waste_tonnes</a:t>
            </a:r>
            <a:r>
              <a:rPr lang="en-US" sz="700">
                <a:highlight>
                  <a:srgbClr val="FFFFFF"/>
                </a:highlight>
                <a:latin typeface="Cascadia Mono" panose="020B0609020000020004" pitchFamily="49" charset="0"/>
              </a:rPr>
              <a:t> &gt;= 0),</a:t>
            </a:r>
          </a:p>
          <a:p>
            <a:r>
              <a:rPr lang="en-US" sz="70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700" err="1">
                <a:highlight>
                  <a:srgbClr val="FFFFFF"/>
                </a:highlight>
                <a:latin typeface="Cascadia Mono" panose="020B0609020000020004" pitchFamily="49" charset="0"/>
              </a:rPr>
              <a:t>equipment_hours</a:t>
            </a:r>
            <a:r>
              <a:rPr lang="en-US" sz="700">
                <a:highlight>
                  <a:srgbClr val="FFFFFF"/>
                </a:highlight>
                <a:latin typeface="Cascadia Mono" panose="020B0609020000020004" pitchFamily="49" charset="0"/>
              </a:rPr>
              <a:t> DECIMAL(8,2) NOT NULL CHECK (</a:t>
            </a:r>
            <a:r>
              <a:rPr lang="en-US" sz="700" err="1">
                <a:highlight>
                  <a:srgbClr val="FFFFFF"/>
                </a:highlight>
                <a:latin typeface="Cascadia Mono" panose="020B0609020000020004" pitchFamily="49" charset="0"/>
              </a:rPr>
              <a:t>equipment_hours</a:t>
            </a:r>
            <a:r>
              <a:rPr lang="en-US" sz="700">
                <a:highlight>
                  <a:srgbClr val="FFFFFF"/>
                </a:highlight>
                <a:latin typeface="Cascadia Mono" panose="020B0609020000020004" pitchFamily="49" charset="0"/>
              </a:rPr>
              <a:t> &gt;= 0),</a:t>
            </a:r>
          </a:p>
          <a:p>
            <a:r>
              <a:rPr lang="en-US" sz="70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700" err="1">
                <a:highlight>
                  <a:srgbClr val="FFFFFF"/>
                </a:highlight>
                <a:latin typeface="Cascadia Mono" panose="020B0609020000020004" pitchFamily="49" charset="0"/>
              </a:rPr>
              <a:t>downtime_hours</a:t>
            </a:r>
            <a:r>
              <a:rPr lang="en-US" sz="700">
                <a:highlight>
                  <a:srgbClr val="FFFFFF"/>
                </a:highlight>
                <a:latin typeface="Cascadia Mono" panose="020B0609020000020004" pitchFamily="49" charset="0"/>
              </a:rPr>
              <a:t> DECIMAL(6,2) NOT NULL CHECK (</a:t>
            </a:r>
            <a:r>
              <a:rPr lang="en-US" sz="700" err="1">
                <a:highlight>
                  <a:srgbClr val="FFFFFF"/>
                </a:highlight>
                <a:latin typeface="Cascadia Mono" panose="020B0609020000020004" pitchFamily="49" charset="0"/>
              </a:rPr>
              <a:t>downtime_hours</a:t>
            </a:r>
            <a:r>
              <a:rPr lang="en-US" sz="700">
                <a:highlight>
                  <a:srgbClr val="FFFFFF"/>
                </a:highlight>
                <a:latin typeface="Cascadia Mono" panose="020B0609020000020004" pitchFamily="49" charset="0"/>
              </a:rPr>
              <a:t> &gt;= 0),</a:t>
            </a:r>
          </a:p>
          <a:p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700" err="1">
                <a:highlight>
                  <a:srgbClr val="FFFFFF"/>
                </a:highlight>
                <a:latin typeface="Cascadia Mono" panose="020B0609020000020004" pitchFamily="49" charset="0"/>
              </a:rPr>
              <a:t>efficiency_percent</a:t>
            </a:r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 AS (CASE </a:t>
            </a:r>
          </a:p>
          <a:p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        WHEN </a:t>
            </a:r>
            <a:r>
              <a:rPr lang="en-AU" sz="700" err="1">
                <a:highlight>
                  <a:srgbClr val="FFFFFF"/>
                </a:highlight>
                <a:latin typeface="Cascadia Mono" panose="020B0609020000020004" pitchFamily="49" charset="0"/>
              </a:rPr>
              <a:t>equipment_hours</a:t>
            </a:r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 &gt; 0 </a:t>
            </a:r>
          </a:p>
          <a:p>
            <a:r>
              <a:rPr lang="en-US" sz="700">
                <a:highlight>
                  <a:srgbClr val="FFFFFF"/>
                </a:highlight>
                <a:latin typeface="Cascadia Mono" panose="020B0609020000020004" pitchFamily="49" charset="0"/>
              </a:rPr>
              <a:t>        THEN ROUND(((</a:t>
            </a:r>
            <a:r>
              <a:rPr lang="en-US" sz="700" err="1">
                <a:highlight>
                  <a:srgbClr val="FFFFFF"/>
                </a:highlight>
                <a:latin typeface="Cascadia Mono" panose="020B0609020000020004" pitchFamily="49" charset="0"/>
              </a:rPr>
              <a:t>equipment_hours</a:t>
            </a:r>
            <a:r>
              <a:rPr lang="en-US" sz="700">
                <a:highlight>
                  <a:srgbClr val="FFFFFF"/>
                </a:highlight>
                <a:latin typeface="Cascadia Mono" panose="020B0609020000020004" pitchFamily="49" charset="0"/>
              </a:rPr>
              <a:t> - </a:t>
            </a:r>
            <a:r>
              <a:rPr lang="en-US" sz="700" err="1">
                <a:highlight>
                  <a:srgbClr val="FFFFFF"/>
                </a:highlight>
                <a:latin typeface="Cascadia Mono" panose="020B0609020000020004" pitchFamily="49" charset="0"/>
              </a:rPr>
              <a:t>downtime_hours</a:t>
            </a:r>
            <a:r>
              <a:rPr lang="en-US" sz="700">
                <a:highlight>
                  <a:srgbClr val="FFFFFF"/>
                </a:highlight>
                <a:latin typeface="Cascadia Mono" panose="020B0609020000020004" pitchFamily="49" charset="0"/>
              </a:rPr>
              <a:t>) / </a:t>
            </a:r>
            <a:r>
              <a:rPr lang="en-US" sz="700" err="1">
                <a:highlight>
                  <a:srgbClr val="FFFFFF"/>
                </a:highlight>
                <a:latin typeface="Cascadia Mono" panose="020B0609020000020004" pitchFamily="49" charset="0"/>
              </a:rPr>
              <a:t>equipment_hours</a:t>
            </a:r>
            <a:r>
              <a:rPr lang="en-US" sz="700">
                <a:highlight>
                  <a:srgbClr val="FFFFFF"/>
                </a:highlight>
                <a:latin typeface="Cascadia Mono" panose="020B0609020000020004" pitchFamily="49" charset="0"/>
              </a:rPr>
              <a:t>) * 100, 2)</a:t>
            </a:r>
          </a:p>
          <a:p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        ELSE 0 </a:t>
            </a:r>
          </a:p>
          <a:p>
            <a:r>
              <a:rPr lang="en-US" sz="700">
                <a:highlight>
                  <a:srgbClr val="FFFFFF"/>
                </a:highlight>
                <a:latin typeface="Cascadia Mono" panose="020B0609020000020004" pitchFamily="49" charset="0"/>
              </a:rPr>
              <a:t>    END) PERSISTED, -- Calculated column from playbook</a:t>
            </a:r>
          </a:p>
          <a:p>
            <a:r>
              <a:rPr lang="en-US" sz="700">
                <a:highlight>
                  <a:srgbClr val="FFFFFF"/>
                </a:highlight>
                <a:latin typeface="Cascadia Mono" panose="020B0609020000020004" pitchFamily="49" charset="0"/>
              </a:rPr>
              <a:t>    CONSTRAINT </a:t>
            </a:r>
            <a:r>
              <a:rPr lang="en-US" sz="700" err="1">
                <a:highlight>
                  <a:srgbClr val="FFFFFF"/>
                </a:highlight>
                <a:latin typeface="Cascadia Mono" panose="020B0609020000020004" pitchFamily="49" charset="0"/>
              </a:rPr>
              <a:t>FK_Production_Site</a:t>
            </a:r>
            <a:r>
              <a:rPr lang="en-US" sz="700">
                <a:highlight>
                  <a:srgbClr val="FFFFFF"/>
                </a:highlight>
                <a:latin typeface="Cascadia Mono" panose="020B0609020000020004" pitchFamily="49" charset="0"/>
              </a:rPr>
              <a:t> FOREIGN KEY (</a:t>
            </a:r>
            <a:r>
              <a:rPr lang="en-US" sz="700" err="1">
                <a:highlight>
                  <a:srgbClr val="FFFFFF"/>
                </a:highlight>
                <a:latin typeface="Cascadia Mono" panose="020B0609020000020004" pitchFamily="49" charset="0"/>
              </a:rPr>
              <a:t>site_id</a:t>
            </a:r>
            <a:r>
              <a:rPr lang="en-US" sz="700">
                <a:highlight>
                  <a:srgbClr val="FFFFFF"/>
                </a:highlight>
                <a:latin typeface="Cascadia Mono" panose="020B0609020000020004" pitchFamily="49" charset="0"/>
              </a:rPr>
              <a:t>) REFERENCES </a:t>
            </a:r>
            <a:r>
              <a:rPr lang="en-US" sz="700" err="1">
                <a:highlight>
                  <a:srgbClr val="FFFFFF"/>
                </a:highlight>
                <a:latin typeface="Cascadia Mono" panose="020B0609020000020004" pitchFamily="49" charset="0"/>
              </a:rPr>
              <a:t>mining_sites</a:t>
            </a:r>
            <a:r>
              <a:rPr lang="en-US" sz="700"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700" err="1">
                <a:highlight>
                  <a:srgbClr val="FFFFFF"/>
                </a:highlight>
                <a:latin typeface="Cascadia Mono" panose="020B0609020000020004" pitchFamily="49" charset="0"/>
              </a:rPr>
              <a:t>site_id</a:t>
            </a:r>
            <a:r>
              <a:rPr lang="en-US" sz="700"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</a:p>
          <a:p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  <a:endParaRPr lang="en-AU" sz="700"/>
          </a:p>
        </p:txBody>
      </p:sp>
    </p:spTree>
    <p:extLst>
      <p:ext uri="{BB962C8B-B14F-4D97-AF65-F5344CB8AC3E}">
        <p14:creationId xmlns:p14="http://schemas.microsoft.com/office/powerpoint/2010/main" val="32467609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89575E1-3389-451A-A5F7-27854C25C5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4293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3CCC5C-D88E-40FB-B30B-23DCDBD01D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"/>
            <a:ext cx="4167268" cy="685800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DD6C51-968E-8CF1-90CC-6179A8C803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591344"/>
            <a:ext cx="3200400" cy="5585619"/>
          </a:xfrm>
        </p:spPr>
        <p:txBody>
          <a:bodyPr>
            <a:normAutofit/>
          </a:bodyPr>
          <a:lstStyle/>
          <a:p>
            <a:r>
              <a:rPr lang="en-AU" sz="4100">
                <a:solidFill>
                  <a:srgbClr val="FFFFFF"/>
                </a:solidFill>
              </a:rPr>
              <a:t>DDL: Creating Tables for Mining Sites, Daily Production, Safety Incidents, Error Log Part 2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29090E-0493-C23F-BC6F-845CDE0B0D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-- Safety Incidents Table</a:t>
            </a:r>
          </a:p>
          <a:p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CREATE TABLE </a:t>
            </a:r>
            <a:r>
              <a:rPr lang="en-AU" sz="700" err="1">
                <a:highlight>
                  <a:srgbClr val="FFFFFF"/>
                </a:highlight>
                <a:latin typeface="Cascadia Mono" panose="020B0609020000020004" pitchFamily="49" charset="0"/>
              </a:rPr>
              <a:t>safety_incidents</a:t>
            </a:r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</a:p>
          <a:p>
            <a:r>
              <a:rPr lang="en-US" sz="70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700" err="1">
                <a:highlight>
                  <a:srgbClr val="FFFFFF"/>
                </a:highlight>
                <a:latin typeface="Cascadia Mono" panose="020B0609020000020004" pitchFamily="49" charset="0"/>
              </a:rPr>
              <a:t>incident_id</a:t>
            </a:r>
            <a:r>
              <a:rPr lang="en-US" sz="700">
                <a:highlight>
                  <a:srgbClr val="FFFFFF"/>
                </a:highlight>
                <a:latin typeface="Cascadia Mono" panose="020B0609020000020004" pitchFamily="49" charset="0"/>
              </a:rPr>
              <a:t> INT PRIMARY KEY IDENTITY(1,1),</a:t>
            </a:r>
          </a:p>
          <a:p>
            <a:r>
              <a:rPr lang="en-US" sz="70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700" err="1">
                <a:highlight>
                  <a:srgbClr val="FFFFFF"/>
                </a:highlight>
                <a:latin typeface="Cascadia Mono" panose="020B0609020000020004" pitchFamily="49" charset="0"/>
              </a:rPr>
              <a:t>incident_date</a:t>
            </a:r>
            <a:r>
              <a:rPr lang="en-US" sz="700">
                <a:highlight>
                  <a:srgbClr val="FFFFFF"/>
                </a:highlight>
                <a:latin typeface="Cascadia Mono" panose="020B0609020000020004" pitchFamily="49" charset="0"/>
              </a:rPr>
              <a:t> DATE NOT NULL,</a:t>
            </a:r>
          </a:p>
          <a:p>
            <a:r>
              <a:rPr lang="en-US" sz="70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700" err="1">
                <a:highlight>
                  <a:srgbClr val="FFFFFF"/>
                </a:highlight>
                <a:latin typeface="Cascadia Mono" panose="020B0609020000020004" pitchFamily="49" charset="0"/>
              </a:rPr>
              <a:t>site_id</a:t>
            </a:r>
            <a:r>
              <a:rPr lang="en-US" sz="700">
                <a:highlight>
                  <a:srgbClr val="FFFFFF"/>
                </a:highlight>
                <a:latin typeface="Cascadia Mono" panose="020B0609020000020004" pitchFamily="49" charset="0"/>
              </a:rPr>
              <a:t> INT NOT NULL,</a:t>
            </a:r>
          </a:p>
          <a:p>
            <a:r>
              <a:rPr lang="en-US" sz="700">
                <a:highlight>
                  <a:srgbClr val="FFFFFF"/>
                </a:highlight>
                <a:latin typeface="Cascadia Mono" panose="020B0609020000020004" pitchFamily="49" charset="0"/>
              </a:rPr>
              <a:t>    severity NVARCHAR(20) NOT NULL CHECK (severity IN ('Minor', 'Moderate', 'Severe')),</a:t>
            </a:r>
          </a:p>
          <a:p>
            <a:r>
              <a:rPr lang="en-US" sz="70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700" err="1">
                <a:highlight>
                  <a:srgbClr val="FFFFFF"/>
                </a:highlight>
                <a:latin typeface="Cascadia Mono" panose="020B0609020000020004" pitchFamily="49" charset="0"/>
              </a:rPr>
              <a:t>incident_type</a:t>
            </a:r>
            <a:r>
              <a:rPr lang="en-US" sz="700">
                <a:highlight>
                  <a:srgbClr val="FFFFFF"/>
                </a:highlight>
                <a:latin typeface="Cascadia Mono" panose="020B0609020000020004" pitchFamily="49" charset="0"/>
              </a:rPr>
              <a:t> NVARCHAR(100) NOT NULL,</a:t>
            </a:r>
          </a:p>
          <a:p>
            <a:r>
              <a:rPr lang="en-US" sz="700">
                <a:highlight>
                  <a:srgbClr val="FFFFFF"/>
                </a:highlight>
                <a:latin typeface="Cascadia Mono" panose="020B0609020000020004" pitchFamily="49" charset="0"/>
              </a:rPr>
              <a:t>    description NVARCHAR(500) NULL, -- Added for detail</a:t>
            </a:r>
          </a:p>
          <a:p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    resolved BIT DEFAULT 0,</a:t>
            </a:r>
          </a:p>
          <a:p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700" err="1">
                <a:highlight>
                  <a:srgbClr val="FFFFFF"/>
                </a:highlight>
                <a:latin typeface="Cascadia Mono" panose="020B0609020000020004" pitchFamily="49" charset="0"/>
              </a:rPr>
              <a:t>resolved_date</a:t>
            </a:r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 DATE NULL,</a:t>
            </a:r>
          </a:p>
          <a:p>
            <a:r>
              <a:rPr lang="en-US" sz="700">
                <a:highlight>
                  <a:srgbClr val="FFFFFF"/>
                </a:highlight>
                <a:latin typeface="Cascadia Mono" panose="020B0609020000020004" pitchFamily="49" charset="0"/>
              </a:rPr>
              <a:t>    CONSTRAINT </a:t>
            </a:r>
            <a:r>
              <a:rPr lang="en-US" sz="700" err="1">
                <a:highlight>
                  <a:srgbClr val="FFFFFF"/>
                </a:highlight>
                <a:latin typeface="Cascadia Mono" panose="020B0609020000020004" pitchFamily="49" charset="0"/>
              </a:rPr>
              <a:t>FK_Incidents_Site</a:t>
            </a:r>
            <a:r>
              <a:rPr lang="en-US" sz="700">
                <a:highlight>
                  <a:srgbClr val="FFFFFF"/>
                </a:highlight>
                <a:latin typeface="Cascadia Mono" panose="020B0609020000020004" pitchFamily="49" charset="0"/>
              </a:rPr>
              <a:t> FOREIGN KEY (</a:t>
            </a:r>
            <a:r>
              <a:rPr lang="en-US" sz="700" err="1">
                <a:highlight>
                  <a:srgbClr val="FFFFFF"/>
                </a:highlight>
                <a:latin typeface="Cascadia Mono" panose="020B0609020000020004" pitchFamily="49" charset="0"/>
              </a:rPr>
              <a:t>site_id</a:t>
            </a:r>
            <a:r>
              <a:rPr lang="en-US" sz="700">
                <a:highlight>
                  <a:srgbClr val="FFFFFF"/>
                </a:highlight>
                <a:latin typeface="Cascadia Mono" panose="020B0609020000020004" pitchFamily="49" charset="0"/>
              </a:rPr>
              <a:t>) REFERENCES </a:t>
            </a:r>
            <a:r>
              <a:rPr lang="en-US" sz="700" err="1">
                <a:highlight>
                  <a:srgbClr val="FFFFFF"/>
                </a:highlight>
                <a:latin typeface="Cascadia Mono" panose="020B0609020000020004" pitchFamily="49" charset="0"/>
              </a:rPr>
              <a:t>mining_sites</a:t>
            </a:r>
            <a:r>
              <a:rPr lang="en-US" sz="700"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700" err="1">
                <a:highlight>
                  <a:srgbClr val="FFFFFF"/>
                </a:highlight>
                <a:latin typeface="Cascadia Mono" panose="020B0609020000020004" pitchFamily="49" charset="0"/>
              </a:rPr>
              <a:t>site_id</a:t>
            </a:r>
            <a:r>
              <a:rPr lang="en-US" sz="700"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</a:p>
          <a:p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endParaRPr lang="en-AU" sz="70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700">
                <a:highlight>
                  <a:srgbClr val="FFFFFF"/>
                </a:highlight>
                <a:latin typeface="Cascadia Mono" panose="020B0609020000020004" pitchFamily="49" charset="0"/>
              </a:rPr>
              <a:t>-- Error Log Table (Production Best Practice from playbook)</a:t>
            </a:r>
          </a:p>
          <a:p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CREATE TABLE </a:t>
            </a:r>
            <a:r>
              <a:rPr lang="en-AU" sz="700" err="1">
                <a:highlight>
                  <a:srgbClr val="FFFFFF"/>
                </a:highlight>
                <a:latin typeface="Cascadia Mono" panose="020B0609020000020004" pitchFamily="49" charset="0"/>
              </a:rPr>
              <a:t>error_log</a:t>
            </a:r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</a:p>
          <a:p>
            <a:r>
              <a:rPr lang="en-US" sz="70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700" err="1">
                <a:highlight>
                  <a:srgbClr val="FFFFFF"/>
                </a:highlight>
                <a:latin typeface="Cascadia Mono" panose="020B0609020000020004" pitchFamily="49" charset="0"/>
              </a:rPr>
              <a:t>error_id</a:t>
            </a:r>
            <a:r>
              <a:rPr lang="en-US" sz="700">
                <a:highlight>
                  <a:srgbClr val="FFFFFF"/>
                </a:highlight>
                <a:latin typeface="Cascadia Mono" panose="020B0609020000020004" pitchFamily="49" charset="0"/>
              </a:rPr>
              <a:t> INT PRIMARY KEY IDENTITY(1,1),</a:t>
            </a:r>
          </a:p>
          <a:p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700" err="1">
                <a:highlight>
                  <a:srgbClr val="FFFFFF"/>
                </a:highlight>
                <a:latin typeface="Cascadia Mono" panose="020B0609020000020004" pitchFamily="49" charset="0"/>
              </a:rPr>
              <a:t>error_message</a:t>
            </a:r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 NVARCHAR(4000),</a:t>
            </a:r>
          </a:p>
          <a:p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700" err="1">
                <a:highlight>
                  <a:srgbClr val="FFFFFF"/>
                </a:highlight>
                <a:latin typeface="Cascadia Mono" panose="020B0609020000020004" pitchFamily="49" charset="0"/>
              </a:rPr>
              <a:t>error_procedure</a:t>
            </a:r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 NVARCHAR(128),</a:t>
            </a:r>
          </a:p>
          <a:p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700" err="1">
                <a:highlight>
                  <a:srgbClr val="FFFFFF"/>
                </a:highlight>
                <a:latin typeface="Cascadia Mono" panose="020B0609020000020004" pitchFamily="49" charset="0"/>
              </a:rPr>
              <a:t>error_line</a:t>
            </a:r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 INT,</a:t>
            </a:r>
          </a:p>
          <a:p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700" err="1">
                <a:highlight>
                  <a:srgbClr val="FFFFFF"/>
                </a:highlight>
                <a:latin typeface="Cascadia Mono" panose="020B0609020000020004" pitchFamily="49" charset="0"/>
              </a:rPr>
              <a:t>error_severity</a:t>
            </a:r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 INT,</a:t>
            </a:r>
          </a:p>
          <a:p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700" err="1">
                <a:highlight>
                  <a:srgbClr val="FFFFFF"/>
                </a:highlight>
                <a:latin typeface="Cascadia Mono" panose="020B0609020000020004" pitchFamily="49" charset="0"/>
              </a:rPr>
              <a:t>error_state</a:t>
            </a:r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 INT,</a:t>
            </a:r>
          </a:p>
          <a:p>
            <a:r>
              <a:rPr lang="en-US" sz="70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700" err="1">
                <a:highlight>
                  <a:srgbClr val="FFFFFF"/>
                </a:highlight>
                <a:latin typeface="Cascadia Mono" panose="020B0609020000020004" pitchFamily="49" charset="0"/>
              </a:rPr>
              <a:t>logged_date</a:t>
            </a:r>
            <a:r>
              <a:rPr lang="en-US" sz="700">
                <a:highlight>
                  <a:srgbClr val="FFFFFF"/>
                </a:highlight>
                <a:latin typeface="Cascadia Mono" panose="020B0609020000020004" pitchFamily="49" charset="0"/>
              </a:rPr>
              <a:t> DATETIME DEFAULT GETDATE(),</a:t>
            </a:r>
          </a:p>
          <a:p>
            <a:r>
              <a:rPr lang="en-US" sz="70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700" err="1">
                <a:highlight>
                  <a:srgbClr val="FFFFFF"/>
                </a:highlight>
                <a:latin typeface="Cascadia Mono" panose="020B0609020000020004" pitchFamily="49" charset="0"/>
              </a:rPr>
              <a:t>logged_by</a:t>
            </a:r>
            <a:r>
              <a:rPr lang="en-US" sz="700">
                <a:highlight>
                  <a:srgbClr val="FFFFFF"/>
                </a:highlight>
                <a:latin typeface="Cascadia Mono" panose="020B0609020000020004" pitchFamily="49" charset="0"/>
              </a:rPr>
              <a:t> NVARCHAR(128) DEFAULT SYSTEM_USER</a:t>
            </a:r>
          </a:p>
          <a:p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  <a:endParaRPr lang="en-AU" sz="700"/>
          </a:p>
        </p:txBody>
      </p:sp>
    </p:spTree>
    <p:extLst>
      <p:ext uri="{BB962C8B-B14F-4D97-AF65-F5344CB8AC3E}">
        <p14:creationId xmlns:p14="http://schemas.microsoft.com/office/powerpoint/2010/main" val="11509393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89575E1-3389-451A-A5F7-27854C25C5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4293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3CCC5C-D88E-40FB-B30B-23DCDBD01D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"/>
            <a:ext cx="4167268" cy="685800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0B1609-D690-506C-7FA3-E2A5BC7F78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591344"/>
            <a:ext cx="3200400" cy="5585619"/>
          </a:xfrm>
        </p:spPr>
        <p:txBody>
          <a:bodyPr>
            <a:normAutofit/>
          </a:bodyPr>
          <a:lstStyle/>
          <a:p>
            <a:r>
              <a:rPr lang="en-AU">
                <a:solidFill>
                  <a:srgbClr val="FFFFFF"/>
                </a:solidFill>
              </a:rPr>
              <a:t>DML: Insert Values into Mining Sites, Daily Production Part 1</a:t>
            </a:r>
            <a:br>
              <a:rPr lang="en-AU">
                <a:solidFill>
                  <a:srgbClr val="FFFFFF"/>
                </a:solidFill>
              </a:rPr>
            </a:br>
            <a:endParaRPr lang="en-AU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B47526-092F-CED3-3D0F-572C3B7B26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 fontScale="92500" lnSpcReduction="20000"/>
          </a:bodyPr>
          <a:lstStyle/>
          <a:p>
            <a:r>
              <a:rPr lang="en-US" sz="1500">
                <a:highlight>
                  <a:srgbClr val="FFFFFF"/>
                </a:highlight>
                <a:latin typeface="Cascadia Mono" panose="020B0609020000020004" pitchFamily="49" charset="0"/>
              </a:rPr>
              <a:t>-- BHD's fictitious Australian mining sites (inspired by real locations)</a:t>
            </a:r>
          </a:p>
          <a:p>
            <a:r>
              <a:rPr lang="en-US" sz="1500">
                <a:highlight>
                  <a:srgbClr val="FFFFFF"/>
                </a:highlight>
                <a:latin typeface="Cascadia Mono" panose="020B0609020000020004" pitchFamily="49" charset="0"/>
              </a:rPr>
              <a:t>INSERT INTO </a:t>
            </a:r>
            <a:r>
              <a:rPr lang="en-US" sz="1500" err="1">
                <a:highlight>
                  <a:srgbClr val="FFFFFF"/>
                </a:highlight>
                <a:latin typeface="Cascadia Mono" panose="020B0609020000020004" pitchFamily="49" charset="0"/>
              </a:rPr>
              <a:t>mining_sites</a:t>
            </a:r>
            <a:r>
              <a:rPr lang="en-US" sz="1500"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  <a:r>
              <a:rPr lang="en-US" sz="1500" err="1">
                <a:highlight>
                  <a:srgbClr val="FFFFFF"/>
                </a:highlight>
                <a:latin typeface="Cascadia Mono" panose="020B0609020000020004" pitchFamily="49" charset="0"/>
              </a:rPr>
              <a:t>site_id</a:t>
            </a:r>
            <a:r>
              <a:rPr lang="en-US" sz="1500"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sz="1500" err="1">
                <a:highlight>
                  <a:srgbClr val="FFFFFF"/>
                </a:highlight>
                <a:latin typeface="Cascadia Mono" panose="020B0609020000020004" pitchFamily="49" charset="0"/>
              </a:rPr>
              <a:t>site_name</a:t>
            </a:r>
            <a:r>
              <a:rPr lang="en-US" sz="1500"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sz="1500" err="1">
                <a:highlight>
                  <a:srgbClr val="FFFFFF"/>
                </a:highlight>
                <a:latin typeface="Cascadia Mono" panose="020B0609020000020004" pitchFamily="49" charset="0"/>
              </a:rPr>
              <a:t>site_location</a:t>
            </a:r>
            <a:r>
              <a:rPr lang="en-US" sz="1500">
                <a:highlight>
                  <a:srgbClr val="FFFFFF"/>
                </a:highlight>
                <a:latin typeface="Cascadia Mono" panose="020B0609020000020004" pitchFamily="49" charset="0"/>
              </a:rPr>
              <a:t>, state, commodity, operational, </a:t>
            </a:r>
            <a:r>
              <a:rPr lang="en-US" sz="1500" err="1">
                <a:highlight>
                  <a:srgbClr val="FFFFFF"/>
                </a:highlight>
                <a:latin typeface="Cascadia Mono" panose="020B0609020000020004" pitchFamily="49" charset="0"/>
              </a:rPr>
              <a:t>capacity_tonnes_per_day</a:t>
            </a:r>
            <a:r>
              <a:rPr lang="en-US" sz="1500">
                <a:highlight>
                  <a:srgbClr val="FFFFFF"/>
                </a:highlight>
                <a:latin typeface="Cascadia Mono" panose="020B0609020000020004" pitchFamily="49" charset="0"/>
              </a:rPr>
              <a:t>) VALUES</a:t>
            </a:r>
          </a:p>
          <a:p>
            <a:r>
              <a:rPr lang="en-AU" sz="1500">
                <a:highlight>
                  <a:srgbClr val="FFFFFF"/>
                </a:highlight>
                <a:latin typeface="Cascadia Mono" panose="020B0609020000020004" pitchFamily="49" charset="0"/>
              </a:rPr>
              <a:t>(1, 'Red Rock Mine', 'Roxby Downs, SA', 'SA', 'Copper, Uranium, Gold, Silver', 1, 250000),</a:t>
            </a:r>
          </a:p>
          <a:p>
            <a:r>
              <a:rPr lang="en-AU" sz="1500">
                <a:highlight>
                  <a:srgbClr val="FFFFFF"/>
                </a:highlight>
                <a:latin typeface="Cascadia Mono" panose="020B0609020000020004" pitchFamily="49" charset="0"/>
              </a:rPr>
              <a:t>(2, 'Mt Pioneer Coal', 'Muswellbrook, NSW', 'NSW', 'Thermal Coal', 1, 180000),</a:t>
            </a:r>
          </a:p>
          <a:p>
            <a:r>
              <a:rPr lang="en-AU" sz="1500">
                <a:highlight>
                  <a:srgbClr val="FFFFFF"/>
                </a:highlight>
                <a:latin typeface="Cascadia Mono" panose="020B0609020000020004" pitchFamily="49" charset="0"/>
              </a:rPr>
              <a:t>(3, 'Goldfields Operations', 'Kalgoorlie, WA', 'WA', 'Nickel', 1, 150000),</a:t>
            </a:r>
          </a:p>
          <a:p>
            <a:r>
              <a:rPr lang="en-US" sz="1500">
                <a:highlight>
                  <a:srgbClr val="FFFFFF"/>
                </a:highlight>
                <a:latin typeface="Cascadia Mono" panose="020B0609020000020004" pitchFamily="49" charset="0"/>
              </a:rPr>
              <a:t>(4, 'Northern Iron', 'Pilbara, WA', 'WA', 'Iron Ore', 1, 300000),</a:t>
            </a:r>
          </a:p>
          <a:p>
            <a:r>
              <a:rPr lang="en-AU" sz="1500">
                <a:highlight>
                  <a:srgbClr val="FFFFFF"/>
                </a:highlight>
                <a:latin typeface="Cascadia Mono" panose="020B0609020000020004" pitchFamily="49" charset="0"/>
              </a:rPr>
              <a:t>(5, 'Western Ridge', 'Pilbara, WA', 'WA', 'Iron Ore', 1, 280000);</a:t>
            </a:r>
          </a:p>
          <a:p>
            <a:endParaRPr lang="en-AU" sz="150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500">
                <a:highlight>
                  <a:srgbClr val="FFFFFF"/>
                </a:highlight>
                <a:latin typeface="Cascadia Mono" panose="020B0609020000020004" pitchFamily="49" charset="0"/>
              </a:rPr>
              <a:t>PRINT '✅ 5 BHD fictitious mining sites inserted';</a:t>
            </a:r>
          </a:p>
          <a:p>
            <a:endParaRPr lang="en-AU" sz="150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500">
                <a:highlight>
                  <a:srgbClr val="FFFFFF"/>
                </a:highlight>
                <a:latin typeface="Cascadia Mono" panose="020B0609020000020004" pitchFamily="49" charset="0"/>
              </a:rPr>
              <a:t>-- Daily production (last 14 days for each site × 2 shifts)</a:t>
            </a:r>
          </a:p>
          <a:p>
            <a:r>
              <a:rPr lang="en-US" sz="1500">
                <a:highlight>
                  <a:srgbClr val="FFFFFF"/>
                </a:highlight>
                <a:latin typeface="Cascadia Mono" panose="020B0609020000020004" pitchFamily="49" charset="0"/>
              </a:rPr>
              <a:t>DECLARE @StartDate DATE = DATEADD(DAY, -14, CAST(GETDATE() AS DATE));</a:t>
            </a:r>
          </a:p>
          <a:p>
            <a:r>
              <a:rPr lang="en-AU" sz="1500">
                <a:highlight>
                  <a:srgbClr val="FFFFFF"/>
                </a:highlight>
                <a:latin typeface="Cascadia Mono" panose="020B0609020000020004" pitchFamily="49" charset="0"/>
              </a:rPr>
              <a:t>DECLARE @CurrentDate DATE = @StartDate;</a:t>
            </a:r>
          </a:p>
          <a:p>
            <a:r>
              <a:rPr lang="en-AU" sz="1500">
                <a:highlight>
                  <a:srgbClr val="FFFFFF"/>
                </a:highlight>
                <a:latin typeface="Cascadia Mono" panose="020B0609020000020004" pitchFamily="49" charset="0"/>
              </a:rPr>
              <a:t>DECLARE @SiteID INT;</a:t>
            </a:r>
          </a:p>
          <a:p>
            <a:r>
              <a:rPr lang="en-AU" sz="1500">
                <a:highlight>
                  <a:srgbClr val="FFFFFF"/>
                </a:highlight>
                <a:latin typeface="Cascadia Mono" panose="020B0609020000020004" pitchFamily="49" charset="0"/>
              </a:rPr>
              <a:t>DECLARE @ProductionCount INT = 0;</a:t>
            </a:r>
          </a:p>
          <a:p>
            <a:endParaRPr lang="en-AU" sz="150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AU" sz="1500"/>
          </a:p>
        </p:txBody>
      </p:sp>
    </p:spTree>
    <p:extLst>
      <p:ext uri="{BB962C8B-B14F-4D97-AF65-F5344CB8AC3E}">
        <p14:creationId xmlns:p14="http://schemas.microsoft.com/office/powerpoint/2010/main" val="33313123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89575E1-3389-451A-A5F7-27854C25C5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4293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3CCC5C-D88E-40FB-B30B-23DCDBD01D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"/>
            <a:ext cx="4167268" cy="685800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D93B68-C73B-8055-E645-87BC0A7C8B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591344"/>
            <a:ext cx="3200400" cy="5585619"/>
          </a:xfrm>
        </p:spPr>
        <p:txBody>
          <a:bodyPr>
            <a:normAutofit/>
          </a:bodyPr>
          <a:lstStyle/>
          <a:p>
            <a:r>
              <a:rPr lang="en-AU">
                <a:solidFill>
                  <a:srgbClr val="FFFFFF"/>
                </a:solidFill>
              </a:rPr>
              <a:t>DML: Insert Values into Mining Sites, Daily Production Part 2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4DECB5-015E-00F0-5EC0-63BF153B74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en-US" sz="1300">
                <a:highlight>
                  <a:srgbClr val="FFFFFF"/>
                </a:highlight>
                <a:latin typeface="Cascadia Mono" panose="020B0609020000020004" pitchFamily="49" charset="0"/>
              </a:rPr>
              <a:t>WHILE @CurrentDate &lt;= CAST(GETDATE() AS DATE)</a:t>
            </a:r>
          </a:p>
          <a:p>
            <a:r>
              <a:rPr lang="en-AU" sz="1300">
                <a:highlight>
                  <a:srgbClr val="FFFFFF"/>
                </a:highlight>
                <a:latin typeface="Cascadia Mono" panose="020B0609020000020004" pitchFamily="49" charset="0"/>
              </a:rPr>
              <a:t>BEGIN</a:t>
            </a:r>
          </a:p>
          <a:p>
            <a:r>
              <a:rPr lang="en-AU" sz="1300">
                <a:highlight>
                  <a:srgbClr val="FFFFFF"/>
                </a:highlight>
                <a:latin typeface="Cascadia Mono" panose="020B0609020000020004" pitchFamily="49" charset="0"/>
              </a:rPr>
              <a:t>    SET @SiteID = 1;</a:t>
            </a:r>
          </a:p>
          <a:p>
            <a:r>
              <a:rPr lang="en-AU" sz="1300">
                <a:highlight>
                  <a:srgbClr val="FFFFFF"/>
                </a:highlight>
                <a:latin typeface="Cascadia Mono" panose="020B0609020000020004" pitchFamily="49" charset="0"/>
              </a:rPr>
              <a:t>    WHILE @SiteID &lt;= 5</a:t>
            </a:r>
          </a:p>
          <a:p>
            <a:r>
              <a:rPr lang="en-AU" sz="1300">
                <a:highlight>
                  <a:srgbClr val="FFFFFF"/>
                </a:highlight>
                <a:latin typeface="Cascadia Mono" panose="020B0609020000020004" pitchFamily="49" charset="0"/>
              </a:rPr>
              <a:t>    BEGIN</a:t>
            </a:r>
          </a:p>
          <a:p>
            <a:r>
              <a:rPr lang="en-AU" sz="1300">
                <a:highlight>
                  <a:srgbClr val="FFFFFF"/>
                </a:highlight>
                <a:latin typeface="Cascadia Mono" panose="020B0609020000020004" pitchFamily="49" charset="0"/>
              </a:rPr>
              <a:t>        -- Day shift (higher production)</a:t>
            </a:r>
          </a:p>
          <a:p>
            <a:r>
              <a:rPr lang="en-US" sz="1300">
                <a:highlight>
                  <a:srgbClr val="FFFFFF"/>
                </a:highlight>
                <a:latin typeface="Cascadia Mono" panose="020B0609020000020004" pitchFamily="49" charset="0"/>
              </a:rPr>
              <a:t>        INSERT INTO </a:t>
            </a:r>
            <a:r>
              <a:rPr lang="en-US" sz="1300" err="1">
                <a:highlight>
                  <a:srgbClr val="FFFFFF"/>
                </a:highlight>
                <a:latin typeface="Cascadia Mono" panose="020B0609020000020004" pitchFamily="49" charset="0"/>
              </a:rPr>
              <a:t>daily_production</a:t>
            </a:r>
            <a:r>
              <a:rPr lang="en-US" sz="1300"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  <a:r>
              <a:rPr lang="en-US" sz="1300" err="1">
                <a:highlight>
                  <a:srgbClr val="FFFFFF"/>
                </a:highlight>
                <a:latin typeface="Cascadia Mono" panose="020B0609020000020004" pitchFamily="49" charset="0"/>
              </a:rPr>
              <a:t>production_date</a:t>
            </a:r>
            <a:r>
              <a:rPr lang="en-US" sz="1300"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sz="1300" err="1">
                <a:highlight>
                  <a:srgbClr val="FFFFFF"/>
                </a:highlight>
                <a:latin typeface="Cascadia Mono" panose="020B0609020000020004" pitchFamily="49" charset="0"/>
              </a:rPr>
              <a:t>site_id</a:t>
            </a:r>
            <a:r>
              <a:rPr lang="en-US" sz="1300">
                <a:highlight>
                  <a:srgbClr val="FFFFFF"/>
                </a:highlight>
                <a:latin typeface="Cascadia Mono" panose="020B0609020000020004" pitchFamily="49" charset="0"/>
              </a:rPr>
              <a:t>, shift, </a:t>
            </a:r>
            <a:r>
              <a:rPr lang="en-US" sz="1300" err="1">
                <a:highlight>
                  <a:srgbClr val="FFFFFF"/>
                </a:highlight>
                <a:latin typeface="Cascadia Mono" panose="020B0609020000020004" pitchFamily="49" charset="0"/>
              </a:rPr>
              <a:t>ore_tonnes</a:t>
            </a:r>
            <a:r>
              <a:rPr lang="en-US" sz="1300"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sz="1300" err="1">
                <a:highlight>
                  <a:srgbClr val="FFFFFF"/>
                </a:highlight>
                <a:latin typeface="Cascadia Mono" panose="020B0609020000020004" pitchFamily="49" charset="0"/>
              </a:rPr>
              <a:t>waste_tonnes</a:t>
            </a:r>
            <a:r>
              <a:rPr lang="en-US" sz="1300"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sz="1300" err="1">
                <a:highlight>
                  <a:srgbClr val="FFFFFF"/>
                </a:highlight>
                <a:latin typeface="Cascadia Mono" panose="020B0609020000020004" pitchFamily="49" charset="0"/>
              </a:rPr>
              <a:t>equipment_hours</a:t>
            </a:r>
            <a:r>
              <a:rPr lang="en-US" sz="1300"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sz="1300" err="1">
                <a:highlight>
                  <a:srgbClr val="FFFFFF"/>
                </a:highlight>
                <a:latin typeface="Cascadia Mono" panose="020B0609020000020004" pitchFamily="49" charset="0"/>
              </a:rPr>
              <a:t>downtime_hours</a:t>
            </a:r>
            <a:r>
              <a:rPr lang="en-US" sz="1300"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</a:p>
          <a:p>
            <a:r>
              <a:rPr lang="en-AU" sz="1300">
                <a:highlight>
                  <a:srgbClr val="FFFFFF"/>
                </a:highlight>
                <a:latin typeface="Cascadia Mono" panose="020B0609020000020004" pitchFamily="49" charset="0"/>
              </a:rPr>
              <a:t>        VALUES (</a:t>
            </a:r>
          </a:p>
          <a:p>
            <a:r>
              <a:rPr lang="en-AU" sz="1300">
                <a:highlight>
                  <a:srgbClr val="FFFFFF"/>
                </a:highlight>
                <a:latin typeface="Cascadia Mono" panose="020B0609020000020004" pitchFamily="49" charset="0"/>
              </a:rPr>
              <a:t>            @CurrentDate,</a:t>
            </a:r>
          </a:p>
          <a:p>
            <a:r>
              <a:rPr lang="en-AU" sz="1300">
                <a:highlight>
                  <a:srgbClr val="FFFFFF"/>
                </a:highlight>
                <a:latin typeface="Cascadia Mono" panose="020B0609020000020004" pitchFamily="49" charset="0"/>
              </a:rPr>
              <a:t>            @SiteID,</a:t>
            </a:r>
          </a:p>
          <a:p>
            <a:r>
              <a:rPr lang="en-AU" sz="1300">
                <a:highlight>
                  <a:srgbClr val="FFFFFF"/>
                </a:highlight>
                <a:latin typeface="Cascadia Mono" panose="020B0609020000020004" pitchFamily="49" charset="0"/>
              </a:rPr>
              <a:t>            'Day',</a:t>
            </a:r>
          </a:p>
          <a:p>
            <a:r>
              <a:rPr lang="en-US" sz="1300">
                <a:highlight>
                  <a:srgbClr val="FFFFFF"/>
                </a:highlight>
                <a:latin typeface="Cascadia Mono" panose="020B0609020000020004" pitchFamily="49" charset="0"/>
              </a:rPr>
              <a:t>            ROUND(8000 + (RAND() * 2000), 2),</a:t>
            </a:r>
          </a:p>
          <a:p>
            <a:r>
              <a:rPr lang="en-US" sz="1300">
                <a:highlight>
                  <a:srgbClr val="FFFFFF"/>
                </a:highlight>
                <a:latin typeface="Cascadia Mono" panose="020B0609020000020004" pitchFamily="49" charset="0"/>
              </a:rPr>
              <a:t>            ROUND(12000 + (RAND() * 3000), 2),</a:t>
            </a:r>
          </a:p>
          <a:p>
            <a:r>
              <a:rPr lang="en-US" sz="1300">
                <a:highlight>
                  <a:srgbClr val="FFFFFF"/>
                </a:highlight>
                <a:latin typeface="Cascadia Mono" panose="020B0609020000020004" pitchFamily="49" charset="0"/>
              </a:rPr>
              <a:t>            ROUND(20 + (RAND() * 4), 2),</a:t>
            </a:r>
          </a:p>
          <a:p>
            <a:r>
              <a:rPr lang="en-AU" sz="1300">
                <a:highlight>
                  <a:srgbClr val="FFFFFF"/>
                </a:highlight>
                <a:latin typeface="Cascadia Mono" panose="020B0609020000020004" pitchFamily="49" charset="0"/>
              </a:rPr>
              <a:t>            ROUND(RAND() * 2, 2)</a:t>
            </a:r>
          </a:p>
          <a:p>
            <a:r>
              <a:rPr lang="en-AU" sz="1300">
                <a:highlight>
                  <a:srgbClr val="FFFFFF"/>
                </a:highlight>
                <a:latin typeface="Cascadia Mono" panose="020B0609020000020004" pitchFamily="49" charset="0"/>
              </a:rPr>
              <a:t>        );</a:t>
            </a:r>
          </a:p>
          <a:p>
            <a:r>
              <a:rPr lang="en-AU" sz="1300"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</a:p>
        </p:txBody>
      </p:sp>
    </p:spTree>
    <p:extLst>
      <p:ext uri="{BB962C8B-B14F-4D97-AF65-F5344CB8AC3E}">
        <p14:creationId xmlns:p14="http://schemas.microsoft.com/office/powerpoint/2010/main" val="30006301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89575E1-3389-451A-A5F7-27854C25C5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4293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3CCC5C-D88E-40FB-B30B-23DCDBD01D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"/>
            <a:ext cx="4167268" cy="685800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3D86E0-3DF3-875B-B138-545B073AD4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591344"/>
            <a:ext cx="3200400" cy="5585619"/>
          </a:xfrm>
        </p:spPr>
        <p:txBody>
          <a:bodyPr>
            <a:normAutofit/>
          </a:bodyPr>
          <a:lstStyle/>
          <a:p>
            <a:r>
              <a:rPr lang="en-AU">
                <a:solidFill>
                  <a:srgbClr val="FFFFFF"/>
                </a:solidFill>
              </a:rPr>
              <a:t>DML: Insert Values into Mining Sites, Daily Production Part 3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5D8DF2-4B04-E793-5983-267C5E6BBF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en-AU" sz="900"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900">
                <a:highlight>
                  <a:srgbClr val="FFFFFF"/>
                </a:highlight>
                <a:latin typeface="Cascadia Mono" panose="020B0609020000020004" pitchFamily="49" charset="0"/>
              </a:rPr>
              <a:t>        -- Night shift (slightly lower production)</a:t>
            </a:r>
          </a:p>
          <a:p>
            <a:r>
              <a:rPr lang="en-US" sz="900">
                <a:highlight>
                  <a:srgbClr val="FFFFFF"/>
                </a:highlight>
                <a:latin typeface="Cascadia Mono" panose="020B0609020000020004" pitchFamily="49" charset="0"/>
              </a:rPr>
              <a:t>        INSERT INTO </a:t>
            </a:r>
            <a:r>
              <a:rPr lang="en-US" sz="900" err="1">
                <a:highlight>
                  <a:srgbClr val="FFFFFF"/>
                </a:highlight>
                <a:latin typeface="Cascadia Mono" panose="020B0609020000020004" pitchFamily="49" charset="0"/>
              </a:rPr>
              <a:t>daily_production</a:t>
            </a:r>
            <a:r>
              <a:rPr lang="en-US" sz="900"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  <a:r>
              <a:rPr lang="en-US" sz="900" err="1">
                <a:highlight>
                  <a:srgbClr val="FFFFFF"/>
                </a:highlight>
                <a:latin typeface="Cascadia Mono" panose="020B0609020000020004" pitchFamily="49" charset="0"/>
              </a:rPr>
              <a:t>production_date</a:t>
            </a:r>
            <a:r>
              <a:rPr lang="en-US" sz="900"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sz="900" err="1">
                <a:highlight>
                  <a:srgbClr val="FFFFFF"/>
                </a:highlight>
                <a:latin typeface="Cascadia Mono" panose="020B0609020000020004" pitchFamily="49" charset="0"/>
              </a:rPr>
              <a:t>site_id</a:t>
            </a:r>
            <a:r>
              <a:rPr lang="en-US" sz="900">
                <a:highlight>
                  <a:srgbClr val="FFFFFF"/>
                </a:highlight>
                <a:latin typeface="Cascadia Mono" panose="020B0609020000020004" pitchFamily="49" charset="0"/>
              </a:rPr>
              <a:t>, shift, </a:t>
            </a:r>
            <a:r>
              <a:rPr lang="en-US" sz="900" err="1">
                <a:highlight>
                  <a:srgbClr val="FFFFFF"/>
                </a:highlight>
                <a:latin typeface="Cascadia Mono" panose="020B0609020000020004" pitchFamily="49" charset="0"/>
              </a:rPr>
              <a:t>ore_tonnes</a:t>
            </a:r>
            <a:r>
              <a:rPr lang="en-US" sz="900"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sz="900" err="1">
                <a:highlight>
                  <a:srgbClr val="FFFFFF"/>
                </a:highlight>
                <a:latin typeface="Cascadia Mono" panose="020B0609020000020004" pitchFamily="49" charset="0"/>
              </a:rPr>
              <a:t>waste_tonnes</a:t>
            </a:r>
            <a:r>
              <a:rPr lang="en-US" sz="900"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sz="900" err="1">
                <a:highlight>
                  <a:srgbClr val="FFFFFF"/>
                </a:highlight>
                <a:latin typeface="Cascadia Mono" panose="020B0609020000020004" pitchFamily="49" charset="0"/>
              </a:rPr>
              <a:t>equipment_hours</a:t>
            </a:r>
            <a:r>
              <a:rPr lang="en-US" sz="900"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sz="900" err="1">
                <a:highlight>
                  <a:srgbClr val="FFFFFF"/>
                </a:highlight>
                <a:latin typeface="Cascadia Mono" panose="020B0609020000020004" pitchFamily="49" charset="0"/>
              </a:rPr>
              <a:t>downtime_hours</a:t>
            </a:r>
            <a:r>
              <a:rPr lang="en-US" sz="900"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</a:p>
          <a:p>
            <a:r>
              <a:rPr lang="en-AU" sz="900">
                <a:highlight>
                  <a:srgbClr val="FFFFFF"/>
                </a:highlight>
                <a:latin typeface="Cascadia Mono" panose="020B0609020000020004" pitchFamily="49" charset="0"/>
              </a:rPr>
              <a:t>        VALUES (</a:t>
            </a:r>
          </a:p>
          <a:p>
            <a:r>
              <a:rPr lang="en-AU" sz="900">
                <a:highlight>
                  <a:srgbClr val="FFFFFF"/>
                </a:highlight>
                <a:latin typeface="Cascadia Mono" panose="020B0609020000020004" pitchFamily="49" charset="0"/>
              </a:rPr>
              <a:t>            @CurrentDate,</a:t>
            </a:r>
          </a:p>
          <a:p>
            <a:r>
              <a:rPr lang="en-AU" sz="900">
                <a:highlight>
                  <a:srgbClr val="FFFFFF"/>
                </a:highlight>
                <a:latin typeface="Cascadia Mono" panose="020B0609020000020004" pitchFamily="49" charset="0"/>
              </a:rPr>
              <a:t>            @SiteID,</a:t>
            </a:r>
          </a:p>
          <a:p>
            <a:r>
              <a:rPr lang="en-AU" sz="900">
                <a:highlight>
                  <a:srgbClr val="FFFFFF"/>
                </a:highlight>
                <a:latin typeface="Cascadia Mono" panose="020B0609020000020004" pitchFamily="49" charset="0"/>
              </a:rPr>
              <a:t>            'Night',</a:t>
            </a:r>
          </a:p>
          <a:p>
            <a:r>
              <a:rPr lang="en-US" sz="900">
                <a:highlight>
                  <a:srgbClr val="FFFFFF"/>
                </a:highlight>
                <a:latin typeface="Cascadia Mono" panose="020B0609020000020004" pitchFamily="49" charset="0"/>
              </a:rPr>
              <a:t>            ROUND(7500 + (RAND() * 2000), 2),</a:t>
            </a:r>
          </a:p>
          <a:p>
            <a:r>
              <a:rPr lang="en-US" sz="900">
                <a:highlight>
                  <a:srgbClr val="FFFFFF"/>
                </a:highlight>
                <a:latin typeface="Cascadia Mono" panose="020B0609020000020004" pitchFamily="49" charset="0"/>
              </a:rPr>
              <a:t>            ROUND(11000 + (RAND() * 3000), 2),</a:t>
            </a:r>
          </a:p>
          <a:p>
            <a:r>
              <a:rPr lang="en-US" sz="900">
                <a:highlight>
                  <a:srgbClr val="FFFFFF"/>
                </a:highlight>
                <a:latin typeface="Cascadia Mono" panose="020B0609020000020004" pitchFamily="49" charset="0"/>
              </a:rPr>
              <a:t>            ROUND(20 + (RAND() * 4), 2),</a:t>
            </a:r>
          </a:p>
          <a:p>
            <a:r>
              <a:rPr lang="en-AU" sz="900">
                <a:highlight>
                  <a:srgbClr val="FFFFFF"/>
                </a:highlight>
                <a:latin typeface="Cascadia Mono" panose="020B0609020000020004" pitchFamily="49" charset="0"/>
              </a:rPr>
              <a:t>            ROUND(RAND() * 2, 2)</a:t>
            </a:r>
          </a:p>
          <a:p>
            <a:r>
              <a:rPr lang="en-AU" sz="900">
                <a:highlight>
                  <a:srgbClr val="FFFFFF"/>
                </a:highlight>
                <a:latin typeface="Cascadia Mono" panose="020B0609020000020004" pitchFamily="49" charset="0"/>
              </a:rPr>
              <a:t>        );</a:t>
            </a:r>
          </a:p>
          <a:p>
            <a:r>
              <a:rPr lang="en-AU" sz="900"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</a:p>
          <a:p>
            <a:r>
              <a:rPr lang="en-AU" sz="900">
                <a:highlight>
                  <a:srgbClr val="FFFFFF"/>
                </a:highlight>
                <a:latin typeface="Cascadia Mono" panose="020B0609020000020004" pitchFamily="49" charset="0"/>
              </a:rPr>
              <a:t>        SET @SiteID = @SiteID + 1;</a:t>
            </a:r>
          </a:p>
          <a:p>
            <a:r>
              <a:rPr lang="en-AU" sz="900">
                <a:highlight>
                  <a:srgbClr val="FFFFFF"/>
                </a:highlight>
                <a:latin typeface="Cascadia Mono" panose="020B0609020000020004" pitchFamily="49" charset="0"/>
              </a:rPr>
              <a:t>        SET @ProductionCount = @ProductionCount + 2;</a:t>
            </a:r>
          </a:p>
          <a:p>
            <a:r>
              <a:rPr lang="en-AU" sz="900">
                <a:highlight>
                  <a:srgbClr val="FFFFFF"/>
                </a:highlight>
                <a:latin typeface="Cascadia Mono" panose="020B0609020000020004" pitchFamily="49" charset="0"/>
              </a:rPr>
              <a:t>    END</a:t>
            </a:r>
          </a:p>
          <a:p>
            <a:r>
              <a:rPr lang="en-AU" sz="90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</a:p>
          <a:p>
            <a:r>
              <a:rPr lang="en-US" sz="900">
                <a:highlight>
                  <a:srgbClr val="FFFFFF"/>
                </a:highlight>
                <a:latin typeface="Cascadia Mono" panose="020B0609020000020004" pitchFamily="49" charset="0"/>
              </a:rPr>
              <a:t>    SET @CurrentDate = DATEADD(DAY, 1, @CurrentDate);</a:t>
            </a:r>
          </a:p>
          <a:p>
            <a:r>
              <a:rPr lang="en-AU" sz="900">
                <a:highlight>
                  <a:srgbClr val="FFFFFF"/>
                </a:highlight>
                <a:latin typeface="Cascadia Mono" panose="020B0609020000020004" pitchFamily="49" charset="0"/>
              </a:rPr>
              <a:t>END</a:t>
            </a:r>
          </a:p>
          <a:p>
            <a:endParaRPr lang="en-AU" sz="90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900">
                <a:highlight>
                  <a:srgbClr val="FFFFFF"/>
                </a:highlight>
                <a:latin typeface="Cascadia Mono" panose="020B0609020000020004" pitchFamily="49" charset="0"/>
              </a:rPr>
              <a:t>PRINT '✅ ' + CAST(@ProductionCount AS NVARCHAR(10)) + ' production records inserted (15 days × 5 sites × 2 shifts)';</a:t>
            </a:r>
            <a:endParaRPr lang="en-AU" sz="900"/>
          </a:p>
        </p:txBody>
      </p:sp>
    </p:spTree>
    <p:extLst>
      <p:ext uri="{BB962C8B-B14F-4D97-AF65-F5344CB8AC3E}">
        <p14:creationId xmlns:p14="http://schemas.microsoft.com/office/powerpoint/2010/main" val="12243645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89575E1-3389-451A-A5F7-27854C25C5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4293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3CCC5C-D88E-40FB-B30B-23DCDBD01D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"/>
            <a:ext cx="4167268" cy="685800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4D89D56-6084-15CA-AFA9-4DDF6B2CFB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591344"/>
            <a:ext cx="3200400" cy="5585619"/>
          </a:xfrm>
        </p:spPr>
        <p:txBody>
          <a:bodyPr>
            <a:normAutofit/>
          </a:bodyPr>
          <a:lstStyle/>
          <a:p>
            <a:r>
              <a:rPr lang="en-AU">
                <a:solidFill>
                  <a:srgbClr val="FFFFFF"/>
                </a:solidFill>
              </a:rPr>
              <a:t>DML: Insert Values into Safety Incidents 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1EA00F-D2B6-D5EE-E870-9380F1B768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en-US" sz="900">
                <a:highlight>
                  <a:srgbClr val="FFFFFF"/>
                </a:highlight>
                <a:latin typeface="Cascadia Mono" panose="020B0609020000020004" pitchFamily="49" charset="0"/>
              </a:rPr>
              <a:t>-- Safety incidents (realistic incidents over last 14 days)</a:t>
            </a:r>
          </a:p>
          <a:p>
            <a:r>
              <a:rPr lang="en-US" sz="900">
                <a:highlight>
                  <a:srgbClr val="FFFFFF"/>
                </a:highlight>
                <a:latin typeface="Cascadia Mono" panose="020B0609020000020004" pitchFamily="49" charset="0"/>
              </a:rPr>
              <a:t>INSERT INTO </a:t>
            </a:r>
            <a:r>
              <a:rPr lang="en-US" sz="900" err="1">
                <a:highlight>
                  <a:srgbClr val="FFFFFF"/>
                </a:highlight>
                <a:latin typeface="Cascadia Mono" panose="020B0609020000020004" pitchFamily="49" charset="0"/>
              </a:rPr>
              <a:t>safety_incidents</a:t>
            </a:r>
            <a:r>
              <a:rPr lang="en-US" sz="900"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  <a:r>
              <a:rPr lang="en-US" sz="900" err="1">
                <a:highlight>
                  <a:srgbClr val="FFFFFF"/>
                </a:highlight>
                <a:latin typeface="Cascadia Mono" panose="020B0609020000020004" pitchFamily="49" charset="0"/>
              </a:rPr>
              <a:t>incident_date</a:t>
            </a:r>
            <a:r>
              <a:rPr lang="en-US" sz="900"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sz="900" err="1">
                <a:highlight>
                  <a:srgbClr val="FFFFFF"/>
                </a:highlight>
                <a:latin typeface="Cascadia Mono" panose="020B0609020000020004" pitchFamily="49" charset="0"/>
              </a:rPr>
              <a:t>site_id</a:t>
            </a:r>
            <a:r>
              <a:rPr lang="en-US" sz="900">
                <a:highlight>
                  <a:srgbClr val="FFFFFF"/>
                </a:highlight>
                <a:latin typeface="Cascadia Mono" panose="020B0609020000020004" pitchFamily="49" charset="0"/>
              </a:rPr>
              <a:t>, severity, </a:t>
            </a:r>
            <a:r>
              <a:rPr lang="en-US" sz="900" err="1">
                <a:highlight>
                  <a:srgbClr val="FFFFFF"/>
                </a:highlight>
                <a:latin typeface="Cascadia Mono" panose="020B0609020000020004" pitchFamily="49" charset="0"/>
              </a:rPr>
              <a:t>incident_type</a:t>
            </a:r>
            <a:r>
              <a:rPr lang="en-US" sz="900">
                <a:highlight>
                  <a:srgbClr val="FFFFFF"/>
                </a:highlight>
                <a:latin typeface="Cascadia Mono" panose="020B0609020000020004" pitchFamily="49" charset="0"/>
              </a:rPr>
              <a:t>, description, resolved, </a:t>
            </a:r>
            <a:r>
              <a:rPr lang="en-US" sz="900" err="1">
                <a:highlight>
                  <a:srgbClr val="FFFFFF"/>
                </a:highlight>
                <a:latin typeface="Cascadia Mono" panose="020B0609020000020004" pitchFamily="49" charset="0"/>
              </a:rPr>
              <a:t>resolved_date</a:t>
            </a:r>
            <a:r>
              <a:rPr lang="en-US" sz="900">
                <a:highlight>
                  <a:srgbClr val="FFFFFF"/>
                </a:highlight>
                <a:latin typeface="Cascadia Mono" panose="020B0609020000020004" pitchFamily="49" charset="0"/>
              </a:rPr>
              <a:t>) VALUES</a:t>
            </a:r>
          </a:p>
          <a:p>
            <a:r>
              <a:rPr lang="en-US" sz="900">
                <a:highlight>
                  <a:srgbClr val="FFFFFF"/>
                </a:highlight>
                <a:latin typeface="Cascadia Mono" panose="020B0609020000020004" pitchFamily="49" charset="0"/>
              </a:rPr>
              <a:t>(DATEADD(DAY, -13, GETDATE()), 1, 'Minor', 'Slip and fall', 'Employee slipped on wet floor near processing area', 1, DATEADD(DAY, -12, GETDATE())),</a:t>
            </a:r>
          </a:p>
          <a:p>
            <a:r>
              <a:rPr lang="en-US" sz="900">
                <a:highlight>
                  <a:srgbClr val="FFFFFF"/>
                </a:highlight>
                <a:latin typeface="Cascadia Mono" panose="020B0609020000020004" pitchFamily="49" charset="0"/>
              </a:rPr>
              <a:t>(DATEADD(DAY, -12, GETDATE()), 2, 'Minor', 'Equipment malfunction', 'Conveyor belt stopped unexpectedly', 1, DATEADD(DAY, -11, GETDATE())),</a:t>
            </a:r>
          </a:p>
          <a:p>
            <a:r>
              <a:rPr lang="en-US" sz="900">
                <a:highlight>
                  <a:srgbClr val="FFFFFF"/>
                </a:highlight>
                <a:latin typeface="Cascadia Mono" panose="020B0609020000020004" pitchFamily="49" charset="0"/>
              </a:rPr>
              <a:t>(DATEADD(DAY, -10, GETDATE()), 3, 'Moderate', 'Near miss - vehicle collision', 'Haul truck nearly collided with light vehicle', 1, DATEADD(DAY, -8, GETDATE())),</a:t>
            </a:r>
          </a:p>
          <a:p>
            <a:r>
              <a:rPr lang="en-US" sz="900">
                <a:highlight>
                  <a:srgbClr val="FFFFFF"/>
                </a:highlight>
                <a:latin typeface="Cascadia Mono" panose="020B0609020000020004" pitchFamily="49" charset="0"/>
              </a:rPr>
              <a:t>(DATEADD(DAY, -9, GETDATE()), 4, 'Minor', 'First aid required', 'Minor cut requiring first aid', 1, DATEADD(DAY, -9, GETDATE())),</a:t>
            </a:r>
          </a:p>
          <a:p>
            <a:r>
              <a:rPr lang="en-AU" sz="900">
                <a:highlight>
                  <a:srgbClr val="FFFFFF"/>
                </a:highlight>
                <a:latin typeface="Cascadia Mono" panose="020B0609020000020004" pitchFamily="49" charset="0"/>
              </a:rPr>
              <a:t>(DATEADD(DAY, -7, GETDATE()), 2, 'Moderate', 'Equipment damage', 'Excavator hydraulic line rupture', 0, NULL),</a:t>
            </a:r>
          </a:p>
          <a:p>
            <a:r>
              <a:rPr lang="en-US" sz="900">
                <a:highlight>
                  <a:srgbClr val="FFFFFF"/>
                </a:highlight>
                <a:latin typeface="Cascadia Mono" panose="020B0609020000020004" pitchFamily="49" charset="0"/>
              </a:rPr>
              <a:t>(DATEADD(DAY, -5, GETDATE()), 5, 'Minor', 'PPE violation', 'Worker not wearing hard hat in designated area', 1, DATEADD(DAY, -4, GETDATE())),</a:t>
            </a:r>
          </a:p>
          <a:p>
            <a:r>
              <a:rPr lang="en-US" sz="900">
                <a:highlight>
                  <a:srgbClr val="FFFFFF"/>
                </a:highlight>
                <a:latin typeface="Cascadia Mono" panose="020B0609020000020004" pitchFamily="49" charset="0"/>
              </a:rPr>
              <a:t>(DATEADD(DAY, -3, GETDATE()), 1, 'Severe', 'Medical treatment injury', 'Operator injured, medical treatment required', 0, NULL),</a:t>
            </a:r>
          </a:p>
          <a:p>
            <a:r>
              <a:rPr lang="en-US" sz="900">
                <a:highlight>
                  <a:srgbClr val="FFFFFF"/>
                </a:highlight>
                <a:latin typeface="Cascadia Mono" panose="020B0609020000020004" pitchFamily="49" charset="0"/>
              </a:rPr>
              <a:t>(DATEADD(DAY, -2, GETDATE()), 3, 'Minor', 'Spill incident', 'Small hydraulic oil spill, contained immediately', 1, DATEADD(DAY, -1, GETDATE())),</a:t>
            </a:r>
          </a:p>
          <a:p>
            <a:r>
              <a:rPr lang="en-AU" sz="900">
                <a:highlight>
                  <a:srgbClr val="FFFFFF"/>
                </a:highlight>
                <a:latin typeface="Cascadia Mono" panose="020B0609020000020004" pitchFamily="49" charset="0"/>
              </a:rPr>
              <a:t>(DATEADD(DAY, -1, GETDATE()), 4, 'Moderate', 'Fire alarm activation', 'False alarm from dust accumulation', 1, DATEADD(DAY, -1, GETDATE())),</a:t>
            </a:r>
          </a:p>
          <a:p>
            <a:r>
              <a:rPr lang="en-US" sz="900">
                <a:highlight>
                  <a:srgbClr val="FFFFFF"/>
                </a:highlight>
                <a:latin typeface="Cascadia Mono" panose="020B0609020000020004" pitchFamily="49" charset="0"/>
              </a:rPr>
              <a:t>(GETDATE(), 2, 'Severe', 'Equipment rollover', 'Light vehicle rollover, driver injured', 0, NULL);</a:t>
            </a:r>
          </a:p>
          <a:p>
            <a:endParaRPr lang="en-AU" sz="90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900">
                <a:highlight>
                  <a:srgbClr val="FFFFFF"/>
                </a:highlight>
                <a:latin typeface="Cascadia Mono" panose="020B0609020000020004" pitchFamily="49" charset="0"/>
              </a:rPr>
              <a:t>PRINT '✅ 10 safety incidents inserted (with realistic details)';</a:t>
            </a:r>
          </a:p>
          <a:p>
            <a:r>
              <a:rPr lang="en-AU" sz="900">
                <a:highlight>
                  <a:srgbClr val="FFFFFF"/>
                </a:highlight>
                <a:latin typeface="Cascadia Mono" panose="020B0609020000020004" pitchFamily="49" charset="0"/>
              </a:rPr>
              <a:t>PRINT '';</a:t>
            </a:r>
          </a:p>
          <a:p>
            <a:r>
              <a:rPr lang="en-AU" sz="900">
                <a:highlight>
                  <a:srgbClr val="FFFFFF"/>
                </a:highlight>
                <a:latin typeface="Cascadia Mono" panose="020B0609020000020004" pitchFamily="49" charset="0"/>
              </a:rPr>
              <a:t>GO</a:t>
            </a:r>
            <a:endParaRPr lang="en-AU" sz="900"/>
          </a:p>
        </p:txBody>
      </p:sp>
    </p:spTree>
    <p:extLst>
      <p:ext uri="{BB962C8B-B14F-4D97-AF65-F5344CB8AC3E}">
        <p14:creationId xmlns:p14="http://schemas.microsoft.com/office/powerpoint/2010/main" val="5686285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BB7169B8-2507-43F4-A148-FA791CD9C6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6978E0-9BE4-36A9-5C25-2A4A925BEB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622" y="516815"/>
            <a:ext cx="5257801" cy="2413971"/>
          </a:xfrm>
        </p:spPr>
        <p:txBody>
          <a:bodyPr anchor="b">
            <a:normAutofit/>
          </a:bodyPr>
          <a:lstStyle/>
          <a:p>
            <a:r>
              <a:rPr lang="en-AU" sz="5600" dirty="0"/>
              <a:t>DQL: Validation Checks </a:t>
            </a:r>
            <a:br>
              <a:rPr lang="en-AU" sz="5600" dirty="0"/>
            </a:br>
            <a:endParaRPr lang="en-AU" sz="5600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23622" y="906628"/>
            <a:ext cx="0" cy="5942494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0DAED782-364B-F2B0-54AC-BDEC1FE268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777" y="4766269"/>
            <a:ext cx="4691846" cy="1233841"/>
          </a:xfrm>
          <a:prstGeom prst="rect">
            <a:avLst/>
          </a:pr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15575A9B-DBF3-42FB-B0CA-CF2CC74D45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661620" y="635895"/>
            <a:ext cx="492251" cy="851541"/>
            <a:chOff x="5661620" y="635895"/>
            <a:chExt cx="492251" cy="851541"/>
          </a:xfrm>
        </p:grpSpPr>
        <p:sp>
          <p:nvSpPr>
            <p:cNvPr id="20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661620" y="635895"/>
              <a:ext cx="139039" cy="139039"/>
            </a:xfrm>
            <a:custGeom>
              <a:avLst/>
              <a:gdLst>
                <a:gd name="connsiteX0" fmla="*/ 129602 w 139039"/>
                <a:gd name="connsiteY0" fmla="*/ 60082 h 139039"/>
                <a:gd name="connsiteX1" fmla="*/ 78957 w 139039"/>
                <a:gd name="connsiteY1" fmla="*/ 60082 h 139039"/>
                <a:gd name="connsiteX2" fmla="*/ 78957 w 139039"/>
                <a:gd name="connsiteY2" fmla="*/ 9437 h 139039"/>
                <a:gd name="connsiteX3" fmla="*/ 69520 w 139039"/>
                <a:gd name="connsiteY3" fmla="*/ 0 h 139039"/>
                <a:gd name="connsiteX4" fmla="*/ 60082 w 139039"/>
                <a:gd name="connsiteY4" fmla="*/ 9437 h 139039"/>
                <a:gd name="connsiteX5" fmla="*/ 60082 w 139039"/>
                <a:gd name="connsiteY5" fmla="*/ 60082 h 139039"/>
                <a:gd name="connsiteX6" fmla="*/ 9437 w 139039"/>
                <a:gd name="connsiteY6" fmla="*/ 60082 h 139039"/>
                <a:gd name="connsiteX7" fmla="*/ 0 w 139039"/>
                <a:gd name="connsiteY7" fmla="*/ 69520 h 139039"/>
                <a:gd name="connsiteX8" fmla="*/ 9437 w 139039"/>
                <a:gd name="connsiteY8" fmla="*/ 78957 h 139039"/>
                <a:gd name="connsiteX9" fmla="*/ 60082 w 139039"/>
                <a:gd name="connsiteY9" fmla="*/ 78957 h 139039"/>
                <a:gd name="connsiteX10" fmla="*/ 60082 w 139039"/>
                <a:gd name="connsiteY10" fmla="*/ 129602 h 139039"/>
                <a:gd name="connsiteX11" fmla="*/ 69520 w 139039"/>
                <a:gd name="connsiteY11" fmla="*/ 139039 h 139039"/>
                <a:gd name="connsiteX12" fmla="*/ 78957 w 139039"/>
                <a:gd name="connsiteY12" fmla="*/ 129602 h 139039"/>
                <a:gd name="connsiteX13" fmla="*/ 78957 w 139039"/>
                <a:gd name="connsiteY13" fmla="*/ 78957 h 139039"/>
                <a:gd name="connsiteX14" fmla="*/ 129602 w 139039"/>
                <a:gd name="connsiteY14" fmla="*/ 78957 h 139039"/>
                <a:gd name="connsiteX15" fmla="*/ 139039 w 139039"/>
                <a:gd name="connsiteY15" fmla="*/ 69520 h 139039"/>
                <a:gd name="connsiteX16" fmla="*/ 129602 w 139039"/>
                <a:gd name="connsiteY16" fmla="*/ 60082 h 13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9" h="139039">
                  <a:moveTo>
                    <a:pt x="129602" y="60082"/>
                  </a:moveTo>
                  <a:lnTo>
                    <a:pt x="78957" y="60082"/>
                  </a:lnTo>
                  <a:lnTo>
                    <a:pt x="78957" y="9437"/>
                  </a:lnTo>
                  <a:cubicBezTo>
                    <a:pt x="78957" y="4225"/>
                    <a:pt x="74731" y="0"/>
                    <a:pt x="69520" y="0"/>
                  </a:cubicBezTo>
                  <a:cubicBezTo>
                    <a:pt x="64308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8"/>
                    <a:pt x="0" y="69520"/>
                  </a:cubicBezTo>
                  <a:cubicBezTo>
                    <a:pt x="0" y="74731"/>
                    <a:pt x="4225" y="78957"/>
                    <a:pt x="9437" y="78957"/>
                  </a:cubicBezTo>
                  <a:lnTo>
                    <a:pt x="60082" y="78957"/>
                  </a:lnTo>
                  <a:lnTo>
                    <a:pt x="60082" y="129602"/>
                  </a:lnTo>
                  <a:cubicBezTo>
                    <a:pt x="60082" y="134814"/>
                    <a:pt x="64308" y="139039"/>
                    <a:pt x="69520" y="139039"/>
                  </a:cubicBezTo>
                  <a:cubicBezTo>
                    <a:pt x="74731" y="139039"/>
                    <a:pt x="78957" y="134814"/>
                    <a:pt x="78957" y="129602"/>
                  </a:cubicBezTo>
                  <a:lnTo>
                    <a:pt x="78957" y="78957"/>
                  </a:lnTo>
                  <a:lnTo>
                    <a:pt x="129602" y="78957"/>
                  </a:lnTo>
                  <a:cubicBezTo>
                    <a:pt x="134814" y="78957"/>
                    <a:pt x="139039" y="74731"/>
                    <a:pt x="139039" y="69520"/>
                  </a:cubicBezTo>
                  <a:cubicBezTo>
                    <a:pt x="139039" y="64308"/>
                    <a:pt x="134814" y="60082"/>
                    <a:pt x="129602" y="60082"/>
                  </a:cubicBezTo>
                  <a:close/>
                </a:path>
              </a:pathLst>
            </a:custGeom>
            <a:solidFill>
              <a:schemeClr val="accent2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2733" y="76951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2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41870" y="1359722"/>
              <a:ext cx="127714" cy="127714"/>
            </a:xfrm>
            <a:custGeom>
              <a:avLst/>
              <a:gdLst>
                <a:gd name="connsiteX0" fmla="*/ 63857 w 127714"/>
                <a:gd name="connsiteY0" fmla="*/ 18874 h 127714"/>
                <a:gd name="connsiteX1" fmla="*/ 108840 w 127714"/>
                <a:gd name="connsiteY1" fmla="*/ 63857 h 127714"/>
                <a:gd name="connsiteX2" fmla="*/ 63857 w 127714"/>
                <a:gd name="connsiteY2" fmla="*/ 108840 h 127714"/>
                <a:gd name="connsiteX3" fmla="*/ 18874 w 127714"/>
                <a:gd name="connsiteY3" fmla="*/ 63857 h 127714"/>
                <a:gd name="connsiteX4" fmla="*/ 63857 w 127714"/>
                <a:gd name="connsiteY4" fmla="*/ 18874 h 127714"/>
                <a:gd name="connsiteX5" fmla="*/ 63857 w 127714"/>
                <a:gd name="connsiteY5" fmla="*/ 0 h 127714"/>
                <a:gd name="connsiteX6" fmla="*/ 0 w 127714"/>
                <a:gd name="connsiteY6" fmla="*/ 63857 h 127714"/>
                <a:gd name="connsiteX7" fmla="*/ 63857 w 127714"/>
                <a:gd name="connsiteY7" fmla="*/ 127714 h 127714"/>
                <a:gd name="connsiteX8" fmla="*/ 127714 w 127714"/>
                <a:gd name="connsiteY8" fmla="*/ 63857 h 127714"/>
                <a:gd name="connsiteX9" fmla="*/ 63857 w 127714"/>
                <a:gd name="connsiteY9" fmla="*/ 0 h 12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4" h="127714">
                  <a:moveTo>
                    <a:pt x="63857" y="18874"/>
                  </a:moveTo>
                  <a:cubicBezTo>
                    <a:pt x="88700" y="18874"/>
                    <a:pt x="108840" y="39014"/>
                    <a:pt x="108840" y="63857"/>
                  </a:cubicBezTo>
                  <a:cubicBezTo>
                    <a:pt x="108840" y="88700"/>
                    <a:pt x="88700" y="108840"/>
                    <a:pt x="63857" y="108840"/>
                  </a:cubicBezTo>
                  <a:cubicBezTo>
                    <a:pt x="39014" y="108840"/>
                    <a:pt x="18874" y="88700"/>
                    <a:pt x="18874" y="63857"/>
                  </a:cubicBezTo>
                  <a:cubicBezTo>
                    <a:pt x="18898" y="39024"/>
                    <a:pt x="39024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4"/>
                    <a:pt x="63857" y="127714"/>
                  </a:cubicBezTo>
                  <a:cubicBezTo>
                    <a:pt x="99124" y="127714"/>
                    <a:pt x="127714" y="99124"/>
                    <a:pt x="127714" y="63857"/>
                  </a:cubicBezTo>
                  <a:cubicBezTo>
                    <a:pt x="127714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accent2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BA11C9-3670-869F-7D65-EF118563ED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22418" y="698643"/>
            <a:ext cx="5131382" cy="5301467"/>
          </a:xfrm>
        </p:spPr>
        <p:txBody>
          <a:bodyPr anchor="b">
            <a:normAutofit/>
          </a:bodyPr>
          <a:lstStyle/>
          <a:p>
            <a:r>
              <a:rPr lang="en-AU" sz="700" dirty="0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 '=== Data Validation ===';</a:t>
            </a:r>
          </a:p>
          <a:p>
            <a:r>
              <a:rPr lang="en-AU" sz="700" dirty="0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 '';</a:t>
            </a:r>
          </a:p>
          <a:p>
            <a:endParaRPr lang="en-AU" sz="700" dirty="0">
              <a:solidFill>
                <a:schemeClr val="tx1">
                  <a:alpha val="80000"/>
                </a:schemeClr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700" dirty="0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 </a:t>
            </a:r>
          </a:p>
          <a:p>
            <a:r>
              <a:rPr lang="en-AU" sz="700" dirty="0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'</a:t>
            </a:r>
            <a:r>
              <a:rPr lang="en-AU" sz="700" dirty="0" err="1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mining_sites</a:t>
            </a:r>
            <a:r>
              <a:rPr lang="en-AU" sz="700" dirty="0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 AS </a:t>
            </a:r>
            <a:r>
              <a:rPr lang="en-AU" sz="700" dirty="0" err="1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TableName</a:t>
            </a:r>
            <a:r>
              <a:rPr lang="en-AU" sz="700" dirty="0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</a:p>
          <a:p>
            <a:r>
              <a:rPr lang="en-US" sz="700" dirty="0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COUNT(*) AS </a:t>
            </a:r>
            <a:r>
              <a:rPr lang="en-US" sz="700" dirty="0" err="1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Row_Count</a:t>
            </a:r>
            <a:r>
              <a:rPr lang="en-US" sz="700" dirty="0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--</a:t>
            </a:r>
            <a:r>
              <a:rPr lang="en-US" sz="700" dirty="0" err="1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RowCount</a:t>
            </a:r>
            <a:r>
              <a:rPr lang="en-US" sz="700" dirty="0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is a keyword, use </a:t>
            </a:r>
            <a:r>
              <a:rPr lang="en-US" sz="700" dirty="0" err="1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Row_Count</a:t>
            </a:r>
            <a:endParaRPr lang="en-US" sz="700" dirty="0">
              <a:solidFill>
                <a:schemeClr val="tx1">
                  <a:alpha val="80000"/>
                </a:schemeClr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700" dirty="0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'Operational sites' AS Description</a:t>
            </a:r>
          </a:p>
          <a:p>
            <a:r>
              <a:rPr lang="en-AU" sz="700" dirty="0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 </a:t>
            </a:r>
            <a:r>
              <a:rPr lang="en-AU" sz="700" dirty="0" err="1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mining_sites</a:t>
            </a:r>
            <a:endParaRPr lang="en-AU" sz="700" dirty="0">
              <a:solidFill>
                <a:schemeClr val="tx1">
                  <a:alpha val="80000"/>
                </a:schemeClr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700" dirty="0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UNION ALL</a:t>
            </a:r>
          </a:p>
          <a:p>
            <a:r>
              <a:rPr lang="en-AU" sz="700" dirty="0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 </a:t>
            </a:r>
          </a:p>
          <a:p>
            <a:r>
              <a:rPr lang="en-AU" sz="700" dirty="0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'</a:t>
            </a:r>
            <a:r>
              <a:rPr lang="en-AU" sz="700" dirty="0" err="1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daily_production</a:t>
            </a:r>
            <a:r>
              <a:rPr lang="en-AU" sz="700" dirty="0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', </a:t>
            </a:r>
          </a:p>
          <a:p>
            <a:r>
              <a:rPr lang="en-AU" sz="700" dirty="0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COUNT(*),</a:t>
            </a:r>
          </a:p>
          <a:p>
            <a:r>
              <a:rPr lang="en-US" sz="700" dirty="0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CAST(COUNT(DISTINCT </a:t>
            </a:r>
            <a:r>
              <a:rPr lang="en-US" sz="700" dirty="0" err="1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production_date</a:t>
            </a:r>
            <a:r>
              <a:rPr lang="en-US" sz="700" dirty="0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 AS NVARCHAR(10)) + ' days of data'</a:t>
            </a:r>
          </a:p>
          <a:p>
            <a:r>
              <a:rPr lang="en-AU" sz="700" dirty="0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 </a:t>
            </a:r>
            <a:r>
              <a:rPr lang="en-AU" sz="700" dirty="0" err="1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daily_production</a:t>
            </a:r>
            <a:endParaRPr lang="en-AU" sz="700" dirty="0">
              <a:solidFill>
                <a:schemeClr val="tx1">
                  <a:alpha val="80000"/>
                </a:schemeClr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700" dirty="0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UNION ALL</a:t>
            </a:r>
          </a:p>
          <a:p>
            <a:r>
              <a:rPr lang="en-AU" sz="700" dirty="0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 </a:t>
            </a:r>
          </a:p>
          <a:p>
            <a:r>
              <a:rPr lang="en-AU" sz="700" dirty="0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'</a:t>
            </a:r>
            <a:r>
              <a:rPr lang="en-AU" sz="700" dirty="0" err="1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safety_incidents</a:t>
            </a:r>
            <a:r>
              <a:rPr lang="en-AU" sz="700" dirty="0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', </a:t>
            </a:r>
          </a:p>
          <a:p>
            <a:r>
              <a:rPr lang="en-AU" sz="700" dirty="0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COUNT(*),</a:t>
            </a:r>
          </a:p>
          <a:p>
            <a:r>
              <a:rPr lang="en-US" sz="700" dirty="0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CAST(SUM(CASE WHEN resolved = 0 THEN 1 ELSE 0 END) AS NVARCHAR(10)) + ' unresolved'</a:t>
            </a:r>
          </a:p>
          <a:p>
            <a:r>
              <a:rPr lang="en-AU" sz="700" dirty="0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 </a:t>
            </a:r>
            <a:r>
              <a:rPr lang="en-AU" sz="700" dirty="0" err="1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safety_incidents</a:t>
            </a:r>
            <a:r>
              <a:rPr lang="en-AU" sz="700" dirty="0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endParaRPr lang="en-AU" sz="700" dirty="0">
              <a:solidFill>
                <a:schemeClr val="tx1">
                  <a:alpha val="80000"/>
                </a:schemeClr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700" dirty="0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 '';</a:t>
            </a:r>
          </a:p>
          <a:p>
            <a:r>
              <a:rPr lang="en-AU" sz="700" dirty="0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GO</a:t>
            </a:r>
            <a:endParaRPr lang="en-AU" sz="700" dirty="0">
              <a:solidFill>
                <a:schemeClr val="tx1">
                  <a:alpha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55634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94265AC-E658-4063-7D60-409683BA64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AU" sz="3100">
                <a:solidFill>
                  <a:srgbClr val="FFFFFF"/>
                </a:solidFill>
              </a:rPr>
              <a:t>Stored Procedure/DQL: Create Procedure and Query for GetSiteProduction Part 1</a:t>
            </a:r>
            <a:br>
              <a:rPr lang="en-AU" sz="3100">
                <a:solidFill>
                  <a:srgbClr val="FFFFFF"/>
                </a:solidFill>
              </a:rPr>
            </a:br>
            <a:endParaRPr lang="en-AU" sz="3100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EEF8E9-40ED-E917-B6B7-422090D013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 fontScale="92500" lnSpcReduction="10000"/>
          </a:bodyPr>
          <a:lstStyle/>
          <a:p>
            <a:r>
              <a:rPr lang="en-AU" sz="2400">
                <a:highlight>
                  <a:srgbClr val="FFFFFF"/>
                </a:highlight>
                <a:latin typeface="Cascadia Mono" panose="020B0609020000020004" pitchFamily="49" charset="0"/>
              </a:rPr>
              <a:t>-- Drop if exists</a:t>
            </a:r>
          </a:p>
          <a:p>
            <a:r>
              <a:rPr lang="en-US" sz="2400">
                <a:highlight>
                  <a:srgbClr val="FFFFFF"/>
                </a:highlight>
                <a:latin typeface="Cascadia Mono" panose="020B0609020000020004" pitchFamily="49" charset="0"/>
              </a:rPr>
              <a:t>IF OBJECT_ID('</a:t>
            </a:r>
            <a:r>
              <a:rPr lang="en-US" sz="2400" err="1">
                <a:highlight>
                  <a:srgbClr val="FFFFFF"/>
                </a:highlight>
                <a:latin typeface="Cascadia Mono" panose="020B0609020000020004" pitchFamily="49" charset="0"/>
              </a:rPr>
              <a:t>GetSiteProduction</a:t>
            </a:r>
            <a:r>
              <a:rPr lang="en-US" sz="2400">
                <a:highlight>
                  <a:srgbClr val="FFFFFF"/>
                </a:highlight>
                <a:latin typeface="Cascadia Mono" panose="020B0609020000020004" pitchFamily="49" charset="0"/>
              </a:rPr>
              <a:t>', 'P') IS NOT NULL</a:t>
            </a:r>
          </a:p>
          <a:p>
            <a:r>
              <a:rPr lang="en-AU" sz="2400">
                <a:highlight>
                  <a:srgbClr val="FFFFFF"/>
                </a:highlight>
                <a:latin typeface="Cascadia Mono" panose="020B0609020000020004" pitchFamily="49" charset="0"/>
              </a:rPr>
              <a:t>    DROP PROCEDURE </a:t>
            </a:r>
            <a:r>
              <a:rPr lang="en-AU" sz="2400" err="1">
                <a:highlight>
                  <a:srgbClr val="FFFFFF"/>
                </a:highlight>
                <a:latin typeface="Cascadia Mono" panose="020B0609020000020004" pitchFamily="49" charset="0"/>
              </a:rPr>
              <a:t>GetSiteProduction</a:t>
            </a:r>
            <a:r>
              <a:rPr lang="en-AU" sz="2400"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AU" sz="2400">
                <a:highlight>
                  <a:srgbClr val="FFFFFF"/>
                </a:highlight>
                <a:latin typeface="Cascadia Mono" panose="020B0609020000020004" pitchFamily="49" charset="0"/>
              </a:rPr>
              <a:t>GO</a:t>
            </a:r>
          </a:p>
          <a:p>
            <a:endParaRPr lang="en-AU" sz="240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400">
                <a:highlight>
                  <a:srgbClr val="FFFFFF"/>
                </a:highlight>
                <a:latin typeface="Cascadia Mono" panose="020B0609020000020004" pitchFamily="49" charset="0"/>
              </a:rPr>
              <a:t>PRINT 'Creating Procedure: </a:t>
            </a:r>
            <a:r>
              <a:rPr lang="en-AU" sz="2400" err="1">
                <a:highlight>
                  <a:srgbClr val="FFFFFF"/>
                </a:highlight>
                <a:latin typeface="Cascadia Mono" panose="020B0609020000020004" pitchFamily="49" charset="0"/>
              </a:rPr>
              <a:t>GetSiteProduction</a:t>
            </a:r>
            <a:r>
              <a:rPr lang="en-AU" sz="2400">
                <a:highlight>
                  <a:srgbClr val="FFFFFF"/>
                </a:highlight>
                <a:latin typeface="Cascadia Mono" panose="020B0609020000020004" pitchFamily="49" charset="0"/>
              </a:rPr>
              <a:t>';</a:t>
            </a:r>
          </a:p>
          <a:p>
            <a:r>
              <a:rPr lang="en-AU" sz="2400">
                <a:highlight>
                  <a:srgbClr val="FFFFFF"/>
                </a:highlight>
                <a:latin typeface="Cascadia Mono" panose="020B0609020000020004" pitchFamily="49" charset="0"/>
              </a:rPr>
              <a:t>PRINT '';</a:t>
            </a:r>
          </a:p>
          <a:p>
            <a:r>
              <a:rPr lang="en-AU" sz="2400">
                <a:highlight>
                  <a:srgbClr val="FFFFFF"/>
                </a:highlight>
                <a:latin typeface="Cascadia Mono" panose="020B0609020000020004" pitchFamily="49" charset="0"/>
              </a:rPr>
              <a:t>GO</a:t>
            </a:r>
          </a:p>
          <a:p>
            <a:endParaRPr lang="en-AU" sz="240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400">
                <a:highlight>
                  <a:srgbClr val="FFFFFF"/>
                </a:highlight>
                <a:latin typeface="Cascadia Mono" panose="020B0609020000020004" pitchFamily="49" charset="0"/>
              </a:rPr>
              <a:t>CREATE PROCEDURE </a:t>
            </a:r>
            <a:r>
              <a:rPr lang="en-AU" sz="2400" err="1">
                <a:highlight>
                  <a:srgbClr val="FFFFFF"/>
                </a:highlight>
                <a:latin typeface="Cascadia Mono" panose="020B0609020000020004" pitchFamily="49" charset="0"/>
              </a:rPr>
              <a:t>GetSiteProduction</a:t>
            </a:r>
            <a:endParaRPr lang="en-AU" sz="240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400">
                <a:highlight>
                  <a:srgbClr val="FFFFFF"/>
                </a:highlight>
                <a:latin typeface="Cascadia Mono" panose="020B0609020000020004" pitchFamily="49" charset="0"/>
              </a:rPr>
              <a:t>    @SiteID INT</a:t>
            </a:r>
          </a:p>
          <a:p>
            <a:r>
              <a:rPr lang="en-AU" sz="2400"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</a:p>
          <a:p>
            <a:endParaRPr lang="en-AU" sz="2400"/>
          </a:p>
        </p:txBody>
      </p:sp>
    </p:spTree>
    <p:extLst>
      <p:ext uri="{BB962C8B-B14F-4D97-AF65-F5344CB8AC3E}">
        <p14:creationId xmlns:p14="http://schemas.microsoft.com/office/powerpoint/2010/main" val="42122325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35861B-C4B9-49A7-CE6C-77D91FB25F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AU" sz="3100">
                <a:solidFill>
                  <a:srgbClr val="FFFFFF"/>
                </a:solidFill>
              </a:rPr>
              <a:t>Stored Procedure/DQL: Create Procedure and Query for GetSiteProduction Part 2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7E7DDC-A7AF-325A-940E-BC60D46E59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BEGIN</a:t>
            </a:r>
          </a:p>
          <a:p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    /*</a:t>
            </a:r>
          </a:p>
          <a:p>
            <a:r>
              <a:rPr lang="en-US" sz="700">
                <a:highlight>
                  <a:srgbClr val="FFFFFF"/>
                </a:highlight>
                <a:latin typeface="Cascadia Mono" panose="020B0609020000020004" pitchFamily="49" charset="0"/>
              </a:rPr>
              <a:t>    Purpose: Get all production data for a specific mining site</a:t>
            </a:r>
          </a:p>
          <a:p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    Parameters: @SiteID (1=Red Rock Mine, 2=Mt Pioneer, etc.)</a:t>
            </a:r>
          </a:p>
          <a:p>
            <a:r>
              <a:rPr lang="en-US" sz="700">
                <a:highlight>
                  <a:srgbClr val="FFFFFF"/>
                </a:highlight>
                <a:latin typeface="Cascadia Mono" panose="020B0609020000020004" pitchFamily="49" charset="0"/>
              </a:rPr>
              <a:t>    Returns: Production records with site details</a:t>
            </a:r>
          </a:p>
          <a:p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    Example: EXEC </a:t>
            </a:r>
            <a:r>
              <a:rPr lang="en-AU" sz="700" err="1">
                <a:highlight>
                  <a:srgbClr val="FFFFFF"/>
                </a:highlight>
                <a:latin typeface="Cascadia Mono" panose="020B0609020000020004" pitchFamily="49" charset="0"/>
              </a:rPr>
              <a:t>GetSiteProduction</a:t>
            </a:r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 @SiteID = 1;</a:t>
            </a:r>
          </a:p>
          <a:p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    */</a:t>
            </a:r>
          </a:p>
          <a:p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    SELECT </a:t>
            </a:r>
          </a:p>
          <a:p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AU" sz="700" err="1">
                <a:highlight>
                  <a:srgbClr val="FFFFFF"/>
                </a:highlight>
                <a:latin typeface="Cascadia Mono" panose="020B0609020000020004" pitchFamily="49" charset="0"/>
              </a:rPr>
              <a:t>ms.site_name</a:t>
            </a:r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AU" sz="700" err="1">
                <a:highlight>
                  <a:srgbClr val="FFFFFF"/>
                </a:highlight>
                <a:latin typeface="Cascadia Mono" panose="020B0609020000020004" pitchFamily="49" charset="0"/>
              </a:rPr>
              <a:t>ms.site_location</a:t>
            </a:r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AU" sz="700" err="1">
                <a:highlight>
                  <a:srgbClr val="FFFFFF"/>
                </a:highlight>
                <a:latin typeface="Cascadia Mono" panose="020B0609020000020004" pitchFamily="49" charset="0"/>
              </a:rPr>
              <a:t>ms.state</a:t>
            </a:r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AU" sz="700" err="1">
                <a:highlight>
                  <a:srgbClr val="FFFFFF"/>
                </a:highlight>
                <a:latin typeface="Cascadia Mono" panose="020B0609020000020004" pitchFamily="49" charset="0"/>
              </a:rPr>
              <a:t>dp.production_date</a:t>
            </a:r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AU" sz="700" err="1">
                <a:highlight>
                  <a:srgbClr val="FFFFFF"/>
                </a:highlight>
                <a:latin typeface="Cascadia Mono" panose="020B0609020000020004" pitchFamily="49" charset="0"/>
              </a:rPr>
              <a:t>dp.shift</a:t>
            </a:r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AU" sz="700" err="1">
                <a:highlight>
                  <a:srgbClr val="FFFFFF"/>
                </a:highlight>
                <a:latin typeface="Cascadia Mono" panose="020B0609020000020004" pitchFamily="49" charset="0"/>
              </a:rPr>
              <a:t>dp.ore_tonnes</a:t>
            </a:r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AU" sz="700" err="1">
                <a:highlight>
                  <a:srgbClr val="FFFFFF"/>
                </a:highlight>
                <a:latin typeface="Cascadia Mono" panose="020B0609020000020004" pitchFamily="49" charset="0"/>
              </a:rPr>
              <a:t>dp.waste_tonnes</a:t>
            </a:r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AU" sz="700" err="1">
                <a:highlight>
                  <a:srgbClr val="FFFFFF"/>
                </a:highlight>
                <a:latin typeface="Cascadia Mono" panose="020B0609020000020004" pitchFamily="49" charset="0"/>
              </a:rPr>
              <a:t>dp.equipment_hours</a:t>
            </a:r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AU" sz="700" err="1">
                <a:highlight>
                  <a:srgbClr val="FFFFFF"/>
                </a:highlight>
                <a:latin typeface="Cascadia Mono" panose="020B0609020000020004" pitchFamily="49" charset="0"/>
              </a:rPr>
              <a:t>dp.downtime_hours</a:t>
            </a:r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AU" sz="700" err="1">
                <a:highlight>
                  <a:srgbClr val="FFFFFF"/>
                </a:highlight>
                <a:latin typeface="Cascadia Mono" panose="020B0609020000020004" pitchFamily="49" charset="0"/>
              </a:rPr>
              <a:t>dp.efficiency_percent</a:t>
            </a:r>
            <a:endParaRPr lang="en-AU" sz="70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    FROM </a:t>
            </a:r>
            <a:r>
              <a:rPr lang="en-AU" sz="700" err="1">
                <a:highlight>
                  <a:srgbClr val="FFFFFF"/>
                </a:highlight>
                <a:latin typeface="Cascadia Mono" panose="020B0609020000020004" pitchFamily="49" charset="0"/>
              </a:rPr>
              <a:t>daily_production</a:t>
            </a:r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700" err="1">
                <a:highlight>
                  <a:srgbClr val="FFFFFF"/>
                </a:highlight>
                <a:latin typeface="Cascadia Mono" panose="020B0609020000020004" pitchFamily="49" charset="0"/>
              </a:rPr>
              <a:t>dp</a:t>
            </a:r>
            <a:endParaRPr lang="en-AU" sz="70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    JOIN </a:t>
            </a:r>
            <a:r>
              <a:rPr lang="en-AU" sz="700" err="1">
                <a:highlight>
                  <a:srgbClr val="FFFFFF"/>
                </a:highlight>
                <a:latin typeface="Cascadia Mono" panose="020B0609020000020004" pitchFamily="49" charset="0"/>
              </a:rPr>
              <a:t>mining_sites</a:t>
            </a:r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700" err="1">
                <a:highlight>
                  <a:srgbClr val="FFFFFF"/>
                </a:highlight>
                <a:latin typeface="Cascadia Mono" panose="020B0609020000020004" pitchFamily="49" charset="0"/>
              </a:rPr>
              <a:t>ms</a:t>
            </a:r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 ON </a:t>
            </a:r>
            <a:r>
              <a:rPr lang="en-AU" sz="700" err="1">
                <a:highlight>
                  <a:srgbClr val="FFFFFF"/>
                </a:highlight>
                <a:latin typeface="Cascadia Mono" panose="020B0609020000020004" pitchFamily="49" charset="0"/>
              </a:rPr>
              <a:t>dp.site_id</a:t>
            </a:r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en-AU" sz="700" err="1">
                <a:highlight>
                  <a:srgbClr val="FFFFFF"/>
                </a:highlight>
                <a:latin typeface="Cascadia Mono" panose="020B0609020000020004" pitchFamily="49" charset="0"/>
              </a:rPr>
              <a:t>ms.site_id</a:t>
            </a:r>
            <a:endParaRPr lang="en-AU" sz="70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700">
                <a:highlight>
                  <a:srgbClr val="FFFFFF"/>
                </a:highlight>
                <a:latin typeface="Cascadia Mono" panose="020B0609020000020004" pitchFamily="49" charset="0"/>
              </a:rPr>
              <a:t>    WHERE </a:t>
            </a:r>
            <a:r>
              <a:rPr lang="en-US" sz="700" err="1">
                <a:highlight>
                  <a:srgbClr val="FFFFFF"/>
                </a:highlight>
                <a:latin typeface="Cascadia Mono" panose="020B0609020000020004" pitchFamily="49" charset="0"/>
              </a:rPr>
              <a:t>dp.site_id</a:t>
            </a:r>
            <a:r>
              <a:rPr lang="en-US" sz="700">
                <a:highlight>
                  <a:srgbClr val="FFFFFF"/>
                </a:highlight>
                <a:latin typeface="Cascadia Mono" panose="020B0609020000020004" pitchFamily="49" charset="0"/>
              </a:rPr>
              <a:t> = @SiteID</a:t>
            </a:r>
          </a:p>
          <a:p>
            <a:r>
              <a:rPr lang="en-US" sz="700">
                <a:highlight>
                  <a:srgbClr val="FFFFFF"/>
                </a:highlight>
                <a:latin typeface="Cascadia Mono" panose="020B0609020000020004" pitchFamily="49" charset="0"/>
              </a:rPr>
              <a:t>    ORDER BY </a:t>
            </a:r>
            <a:r>
              <a:rPr lang="en-US" sz="700" err="1">
                <a:highlight>
                  <a:srgbClr val="FFFFFF"/>
                </a:highlight>
                <a:latin typeface="Cascadia Mono" panose="020B0609020000020004" pitchFamily="49" charset="0"/>
              </a:rPr>
              <a:t>dp.production_date</a:t>
            </a:r>
            <a:r>
              <a:rPr lang="en-US" sz="700">
                <a:highlight>
                  <a:srgbClr val="FFFFFF"/>
                </a:highlight>
                <a:latin typeface="Cascadia Mono" panose="020B0609020000020004" pitchFamily="49" charset="0"/>
              </a:rPr>
              <a:t> DESC, </a:t>
            </a:r>
            <a:r>
              <a:rPr lang="en-US" sz="700" err="1">
                <a:highlight>
                  <a:srgbClr val="FFFFFF"/>
                </a:highlight>
                <a:latin typeface="Cascadia Mono" panose="020B0609020000020004" pitchFamily="49" charset="0"/>
              </a:rPr>
              <a:t>dp.shift</a:t>
            </a:r>
            <a:r>
              <a:rPr lang="en-US" sz="700"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END</a:t>
            </a:r>
          </a:p>
          <a:p>
            <a:endParaRPr lang="en-AU" sz="700"/>
          </a:p>
        </p:txBody>
      </p:sp>
    </p:spTree>
    <p:extLst>
      <p:ext uri="{BB962C8B-B14F-4D97-AF65-F5344CB8AC3E}">
        <p14:creationId xmlns:p14="http://schemas.microsoft.com/office/powerpoint/2010/main" val="30818048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47F42C-F562-ECC9-E601-05483206F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5297" y="647700"/>
            <a:ext cx="3259479" cy="5557838"/>
          </a:xfrm>
        </p:spPr>
        <p:txBody>
          <a:bodyPr anchor="ctr">
            <a:normAutofit/>
          </a:bodyPr>
          <a:lstStyle/>
          <a:p>
            <a:r>
              <a:rPr lang="en-AU" sz="3100"/>
              <a:t>Stored Procedure/DQL: Create Procedure and Query for GetSiteProduction Part 3</a:t>
            </a:r>
          </a:p>
        </p:txBody>
      </p:sp>
      <p:pic>
        <p:nvPicPr>
          <p:cNvPr id="5" name="Picture 4" descr="Close-up of a multi colored wall">
            <a:extLst>
              <a:ext uri="{FF2B5EF4-FFF2-40B4-BE49-F238E27FC236}">
                <a16:creationId xmlns:a16="http://schemas.microsoft.com/office/drawing/2014/main" id="{634C9949-929B-2C17-EA59-C49A38212EB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971" r="21704" b="1"/>
          <a:stretch>
            <a:fillRect/>
          </a:stretch>
        </p:blipFill>
        <p:spPr>
          <a:xfrm>
            <a:off x="20" y="-1"/>
            <a:ext cx="4143544" cy="6856413"/>
          </a:xfrm>
          <a:custGeom>
            <a:avLst/>
            <a:gdLst/>
            <a:ahLst/>
            <a:cxnLst/>
            <a:rect l="l" t="t" r="r" b="b"/>
            <a:pathLst>
              <a:path w="4143564" h="6856413">
                <a:moveTo>
                  <a:pt x="0" y="0"/>
                </a:moveTo>
                <a:lnTo>
                  <a:pt x="4141667" y="0"/>
                </a:lnTo>
                <a:lnTo>
                  <a:pt x="4141086" y="145208"/>
                </a:lnTo>
                <a:cubicBezTo>
                  <a:pt x="4109790" y="1611281"/>
                  <a:pt x="3796834" y="3077353"/>
                  <a:pt x="4047199" y="4543426"/>
                </a:cubicBezTo>
                <a:cubicBezTo>
                  <a:pt x="4172382" y="5276463"/>
                  <a:pt x="4156734" y="6009499"/>
                  <a:pt x="4105878" y="6742536"/>
                </a:cubicBezTo>
                <a:lnTo>
                  <a:pt x="4096763" y="6856413"/>
                </a:lnTo>
                <a:lnTo>
                  <a:pt x="0" y="6856413"/>
                </a:ln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34F6A0-762A-C393-EC0E-957F0B5F47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6509" y="647700"/>
            <a:ext cx="3662891" cy="5557838"/>
          </a:xfrm>
        </p:spPr>
        <p:txBody>
          <a:bodyPr anchor="ctr">
            <a:normAutofit lnSpcReduction="10000"/>
          </a:bodyPr>
          <a:lstStyle/>
          <a:p>
            <a:pPr marL="228600" marR="0" lvl="0" indent="-228600" defTabSz="914400" rtl="0" eaLnBrk="1" fontAlgn="auto" latinLnBrk="0" hangingPunct="1"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1800" b="0" i="0" u="none" strike="noStrike" kern="1200" cap="none" spc="0" normalizeH="0" baseline="0" noProof="0">
                <a:ln>
                  <a:noFill/>
                </a:ln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PRINT '✅ Procedure created: GetSiteProduction';</a:t>
            </a:r>
          </a:p>
          <a:p>
            <a:pPr marL="228600" marR="0" lvl="0" indent="-228600" defTabSz="914400" rtl="0" eaLnBrk="1" fontAlgn="auto" latinLnBrk="0" hangingPunct="1"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1800" b="0" i="0" u="none" strike="noStrike" kern="1200" cap="none" spc="0" normalizeH="0" baseline="0" noProof="0">
                <a:ln>
                  <a:noFill/>
                </a:ln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PRINT '';</a:t>
            </a:r>
          </a:p>
          <a:p>
            <a:pPr marL="228600" marR="0" lvl="0" indent="-228600" defTabSz="914400" rtl="0" eaLnBrk="1" fontAlgn="auto" latinLnBrk="0" hangingPunct="1"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1800" b="0" i="0" u="none" strike="noStrike" kern="1200" cap="none" spc="0" normalizeH="0" baseline="0" noProof="0">
                <a:ln>
                  <a:noFill/>
                </a:ln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PRINT 'Testing the procedure...';</a:t>
            </a:r>
          </a:p>
          <a:p>
            <a:pPr marL="228600" marR="0" lvl="0" indent="-228600" defTabSz="914400" rtl="0" eaLnBrk="1" fontAlgn="auto" latinLnBrk="0" hangingPunct="1"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1800" b="0" i="0" u="none" strike="noStrike" kern="1200" cap="none" spc="0" normalizeH="0" baseline="0" noProof="0">
                <a:ln>
                  <a:noFill/>
                </a:ln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PRINT '';</a:t>
            </a:r>
          </a:p>
          <a:p>
            <a:pPr marL="228600" marR="0" lvl="0" indent="-228600" defTabSz="914400" rtl="0" eaLnBrk="1" fontAlgn="auto" latinLnBrk="0" hangingPunct="1"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PRINT '--- Test 1: Red Rock Mine (Site 1) ---';</a:t>
            </a:r>
          </a:p>
          <a:p>
            <a:pPr marL="228600" marR="0" lvl="0" indent="-228600" defTabSz="914400" rtl="0" eaLnBrk="1" fontAlgn="auto" latinLnBrk="0" hangingPunct="1"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1800" b="0" i="0" u="none" strike="noStrike" kern="1200" cap="none" spc="0" normalizeH="0" baseline="0" noProof="0">
                <a:ln>
                  <a:noFill/>
                </a:ln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EXEC GetSiteProduction @SiteID = 1;</a:t>
            </a:r>
          </a:p>
          <a:p>
            <a:pPr marL="228600" marR="0" lvl="0" indent="-228600" defTabSz="914400" rtl="0" eaLnBrk="1" fontAlgn="auto" latinLnBrk="0" hangingPunct="1"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effectLst/>
              <a:highlight>
                <a:srgbClr val="FFFFFF"/>
              </a:highlight>
              <a:uLnTx/>
              <a:uFillTx/>
              <a:latin typeface="Cascadia Mono" panose="020B0609020000020004" pitchFamily="49" charset="0"/>
              <a:ea typeface="+mn-ea"/>
              <a:cs typeface="+mn-cs"/>
            </a:endParaRPr>
          </a:p>
          <a:p>
            <a:pPr marL="228600" marR="0" lvl="0" indent="-228600" defTabSz="914400" rtl="0" eaLnBrk="1" fontAlgn="auto" latinLnBrk="0" hangingPunct="1"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1800" b="0" i="0" u="none" strike="noStrike" kern="1200" cap="none" spc="0" normalizeH="0" baseline="0" noProof="0">
                <a:ln>
                  <a:noFill/>
                </a:ln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PRINT '';</a:t>
            </a:r>
          </a:p>
          <a:p>
            <a:pPr marL="228600" marR="0" lvl="0" indent="-228600" defTabSz="914400" rtl="0" eaLnBrk="1" fontAlgn="auto" latinLnBrk="0" hangingPunct="1"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PRINT '--- Test 2: Northern Iron (Site 4) ---';</a:t>
            </a:r>
          </a:p>
          <a:p>
            <a:pPr marL="228600" marR="0" lvl="0" indent="-228600" defTabSz="914400" rtl="0" eaLnBrk="1" fontAlgn="auto" latinLnBrk="0" hangingPunct="1"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1800" b="0" i="0" u="none" strike="noStrike" kern="1200" cap="none" spc="0" normalizeH="0" baseline="0" noProof="0">
                <a:ln>
                  <a:noFill/>
                </a:ln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EXEC GetSiteProduction @SiteID = 4;</a:t>
            </a:r>
            <a:endParaRPr kumimoji="0" lang="en-AU" sz="18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endParaRPr lang="en-AU" sz="1800"/>
          </a:p>
        </p:txBody>
      </p:sp>
    </p:spTree>
    <p:extLst>
      <p:ext uri="{BB962C8B-B14F-4D97-AF65-F5344CB8AC3E}">
        <p14:creationId xmlns:p14="http://schemas.microsoft.com/office/powerpoint/2010/main" val="37391420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0ED39-FC11-784E-15B4-1878EA31D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Stored Procedure/DQL: Create Procedure and Query for </a:t>
            </a:r>
            <a:r>
              <a:rPr lang="en-AU" dirty="0" err="1"/>
              <a:t>GetSiteProduction</a:t>
            </a:r>
            <a:r>
              <a:rPr lang="en-AU" dirty="0"/>
              <a:t> Results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A7C9340-E6BB-4FCA-98C0-900B639370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858" y="1921069"/>
            <a:ext cx="5877142" cy="43181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00AD994-5D4F-9936-1B15-1C4C948797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1303" y="1921069"/>
            <a:ext cx="5601838" cy="4318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84491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2554CA6-288E-4202-BC52-2E5A8F0C0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DCA532-EF1F-7E94-4F3E-EF128315B4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1074" y="1396686"/>
            <a:ext cx="3240506" cy="4064628"/>
          </a:xfrm>
        </p:spPr>
        <p:txBody>
          <a:bodyPr>
            <a:normAutofit/>
          </a:bodyPr>
          <a:lstStyle/>
          <a:p>
            <a:r>
              <a:rPr lang="en-AU" sz="2100">
                <a:solidFill>
                  <a:srgbClr val="FFFFFF"/>
                </a:solidFill>
              </a:rPr>
              <a:t>Stored Procedure/DQL: Create Procedure and Query for GetProductionByDateRange Part 1</a:t>
            </a:r>
            <a:br>
              <a:rPr lang="en-AU" sz="2100">
                <a:solidFill>
                  <a:srgbClr val="FFFFFF"/>
                </a:solidFill>
              </a:rPr>
            </a:br>
            <a:endParaRPr lang="en-AU" sz="2100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8683720" y="941148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B191A5-4280-7549-4C57-934753E26C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0153" y="1526033"/>
            <a:ext cx="5536397" cy="3935281"/>
          </a:xfrm>
        </p:spPr>
        <p:txBody>
          <a:bodyPr>
            <a:normAutofit fontScale="92500"/>
          </a:bodyPr>
          <a:lstStyle/>
          <a:p>
            <a:r>
              <a:rPr lang="en-US" sz="1800">
                <a:highlight>
                  <a:srgbClr val="FFFFFF"/>
                </a:highlight>
                <a:latin typeface="Cascadia Mono" panose="020B0609020000020004" pitchFamily="49" charset="0"/>
              </a:rPr>
              <a:t>IF OBJECT_ID('</a:t>
            </a:r>
            <a:r>
              <a:rPr lang="en-US" sz="1800" err="1">
                <a:highlight>
                  <a:srgbClr val="FFFFFF"/>
                </a:highlight>
                <a:latin typeface="Cascadia Mono" panose="020B0609020000020004" pitchFamily="49" charset="0"/>
              </a:rPr>
              <a:t>GetProductionByDateRange</a:t>
            </a:r>
            <a:r>
              <a:rPr lang="en-US" sz="1800">
                <a:highlight>
                  <a:srgbClr val="FFFFFF"/>
                </a:highlight>
                <a:latin typeface="Cascadia Mono" panose="020B0609020000020004" pitchFamily="49" charset="0"/>
              </a:rPr>
              <a:t>', 'P') IS NOT NULL</a:t>
            </a:r>
          </a:p>
          <a:p>
            <a:r>
              <a:rPr lang="en-AU" sz="1800">
                <a:highlight>
                  <a:srgbClr val="FFFFFF"/>
                </a:highlight>
                <a:latin typeface="Cascadia Mono" panose="020B0609020000020004" pitchFamily="49" charset="0"/>
              </a:rPr>
              <a:t>    DROP PROCEDURE </a:t>
            </a:r>
            <a:r>
              <a:rPr lang="en-AU" sz="1800" err="1">
                <a:highlight>
                  <a:srgbClr val="FFFFFF"/>
                </a:highlight>
                <a:latin typeface="Cascadia Mono" panose="020B0609020000020004" pitchFamily="49" charset="0"/>
              </a:rPr>
              <a:t>GetProductionByDateRange</a:t>
            </a:r>
            <a:r>
              <a:rPr lang="en-AU" sz="1800"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AU" sz="1800">
                <a:highlight>
                  <a:srgbClr val="FFFFFF"/>
                </a:highlight>
                <a:latin typeface="Cascadia Mono" panose="020B0609020000020004" pitchFamily="49" charset="0"/>
              </a:rPr>
              <a:t>GO</a:t>
            </a:r>
          </a:p>
          <a:p>
            <a:endParaRPr lang="en-AU" sz="180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1800">
                <a:highlight>
                  <a:srgbClr val="FFFFFF"/>
                </a:highlight>
                <a:latin typeface="Cascadia Mono" panose="020B0609020000020004" pitchFamily="49" charset="0"/>
              </a:rPr>
              <a:t>CREATE PROCEDURE </a:t>
            </a:r>
            <a:r>
              <a:rPr lang="en-AU" sz="1800" err="1">
                <a:highlight>
                  <a:srgbClr val="FFFFFF"/>
                </a:highlight>
                <a:latin typeface="Cascadia Mono" panose="020B0609020000020004" pitchFamily="49" charset="0"/>
              </a:rPr>
              <a:t>GetProductionByDateRange</a:t>
            </a:r>
            <a:endParaRPr lang="en-AU" sz="180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1800">
                <a:highlight>
                  <a:srgbClr val="FFFFFF"/>
                </a:highlight>
                <a:latin typeface="Cascadia Mono" panose="020B0609020000020004" pitchFamily="49" charset="0"/>
              </a:rPr>
              <a:t>    @StartDate DATE,</a:t>
            </a:r>
          </a:p>
          <a:p>
            <a:r>
              <a:rPr lang="en-AU" sz="1800">
                <a:highlight>
                  <a:srgbClr val="FFFFFF"/>
                </a:highlight>
                <a:latin typeface="Cascadia Mono" panose="020B0609020000020004" pitchFamily="49" charset="0"/>
              </a:rPr>
              <a:t>    @EndDate DATE,</a:t>
            </a:r>
          </a:p>
          <a:p>
            <a:r>
              <a:rPr lang="en-AU" sz="1800">
                <a:highlight>
                  <a:srgbClr val="FFFFFF"/>
                </a:highlight>
                <a:latin typeface="Cascadia Mono" panose="020B0609020000020004" pitchFamily="49" charset="0"/>
              </a:rPr>
              <a:t>    @SiteID INT</a:t>
            </a:r>
          </a:p>
          <a:p>
            <a:r>
              <a:rPr lang="en-AU" sz="1800"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</a:p>
          <a:p>
            <a:endParaRPr lang="en-AU" sz="1800"/>
          </a:p>
        </p:txBody>
      </p:sp>
    </p:spTree>
    <p:extLst>
      <p:ext uri="{BB962C8B-B14F-4D97-AF65-F5344CB8AC3E}">
        <p14:creationId xmlns:p14="http://schemas.microsoft.com/office/powerpoint/2010/main" val="39624282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67CD4A-8225-1DC5-FC71-BD9DAF5952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AU" sz="1800">
                <a:solidFill>
                  <a:srgbClr val="FFFFFF"/>
                </a:solidFill>
              </a:rPr>
              <a:t>Stored Procedure/DQL: Create Procedure and Query for GetProductionByDateRange Part 2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ED26D2-04B7-3DB5-FD52-22247F2469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26786" y="319088"/>
            <a:ext cx="7505700" cy="6467475"/>
          </a:xfrm>
        </p:spPr>
        <p:txBody>
          <a:bodyPr anchor="ctr">
            <a:normAutofit/>
          </a:bodyPr>
          <a:lstStyle/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BEGIN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/*</a:t>
            </a:r>
          </a:p>
          <a:p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Purpose: Get production data for a date range and specific site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Parameters: </a:t>
            </a:r>
          </a:p>
          <a:p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@StartDate - Beginning of date range</a:t>
            </a:r>
          </a:p>
          <a:p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@EndDate - End of date range  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@SiteID - Which mining site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Returns: Filtered production records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Example: EXEC </a:t>
            </a:r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GetProductionByDateRange</a:t>
            </a:r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       @StartDate = '2024-12-01', 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       @EndDate = '2024-12-07', 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       @SiteID = 1;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*/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SELECT 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ms.site_name</a:t>
            </a:r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dp.production_date</a:t>
            </a:r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dp.shift</a:t>
            </a:r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dp.ore_tonnes</a:t>
            </a:r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dp.waste_tonnes</a:t>
            </a:r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dp.downtime_hours</a:t>
            </a:r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dp.efficiency_percent</a:t>
            </a:r>
            <a:endParaRPr lang="en-AU" sz="700" dirty="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FROM </a:t>
            </a:r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daily_production</a:t>
            </a:r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dp</a:t>
            </a:r>
            <a:endParaRPr lang="en-AU" sz="700" dirty="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JOIN </a:t>
            </a:r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mining_sites</a:t>
            </a:r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ms</a:t>
            </a:r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ON </a:t>
            </a:r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dp.site_id</a:t>
            </a:r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en-AU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ms.site_id</a:t>
            </a:r>
            <a:endParaRPr lang="en-AU" sz="700" dirty="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WHERE 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dp.production_date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BETWEEN @StartDate AND @EndDate</a:t>
            </a:r>
          </a:p>
          <a:p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  AND 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dp.site_id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= @SiteID</a:t>
            </a:r>
          </a:p>
          <a:p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    ORDER BY 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dp.production_date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sz="7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dp.shift</a:t>
            </a:r>
            <a:r>
              <a:rPr lang="en-US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END</a:t>
            </a:r>
          </a:p>
          <a:p>
            <a:r>
              <a:rPr lang="en-AU" sz="700" dirty="0">
                <a:highlight>
                  <a:srgbClr val="FFFFFF"/>
                </a:highlight>
                <a:latin typeface="Cascadia Mono" panose="020B0609020000020004" pitchFamily="49" charset="0"/>
              </a:rPr>
              <a:t>GO</a:t>
            </a:r>
            <a:endParaRPr lang="en-AU" sz="700" dirty="0"/>
          </a:p>
        </p:txBody>
      </p:sp>
    </p:spTree>
    <p:extLst>
      <p:ext uri="{BB962C8B-B14F-4D97-AF65-F5344CB8AC3E}">
        <p14:creationId xmlns:p14="http://schemas.microsoft.com/office/powerpoint/2010/main" val="19956148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D83B3-447A-2435-63FF-03B995523E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Stored Procedure/DQL: Create Procedure and Query for </a:t>
            </a:r>
            <a:r>
              <a:rPr lang="en-AU" dirty="0" err="1"/>
              <a:t>GetProductionByDateRange</a:t>
            </a:r>
            <a:r>
              <a:rPr lang="en-AU" dirty="0"/>
              <a:t> Part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73C99D-62F3-3C26-87D5-3483392D3B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524297" cy="4351338"/>
          </a:xfrm>
        </p:spPr>
        <p:txBody>
          <a:bodyPr>
            <a:normAutofit fontScale="55000" lnSpcReduction="20000"/>
          </a:bodyPr>
          <a:lstStyle/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'✅ Procedure created: </a:t>
            </a:r>
            <a:r>
              <a:rPr lang="en-AU" sz="28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GetProductionByDateRange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'Testing with 3 parameters...'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DECLARE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@TestStart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DATE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DATEADD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DAY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7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GETDATE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());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DECLARE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@TestEnd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DATE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GETDATE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'--- Last 7 days for Red Rock Mine ---'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EXEC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GetProductionByDateRange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@StartDate 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@TestStart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@EndDate 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@TestEnd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@SiteID 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''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GO</a:t>
            </a:r>
            <a:endParaRPr lang="en-A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1F26C20-E16E-1E36-4730-9AA4257E48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0129" y="3364876"/>
            <a:ext cx="5419300" cy="2947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50932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1FE951-8568-759B-62A0-1463CCCA63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AU" sz="2400">
                <a:solidFill>
                  <a:srgbClr val="FFFFFF"/>
                </a:solidFill>
              </a:rPr>
              <a:t>Stored Procedure/DQL: Create Procedure and Query for GetProductionFlexible Part 1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F6713B-452C-5F63-019C-D0C5F1B706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 lnSpcReduction="10000"/>
          </a:bodyPr>
          <a:lstStyle/>
          <a:p>
            <a:r>
              <a:rPr lang="en-US" sz="1100">
                <a:highlight>
                  <a:srgbClr val="FFFFFF"/>
                </a:highlight>
                <a:latin typeface="Cascadia Mono" panose="020B0609020000020004" pitchFamily="49" charset="0"/>
              </a:rPr>
              <a:t>IF OBJECT_ID('</a:t>
            </a:r>
            <a:r>
              <a:rPr lang="en-US" sz="1100" err="1">
                <a:highlight>
                  <a:srgbClr val="FFFFFF"/>
                </a:highlight>
                <a:latin typeface="Cascadia Mono" panose="020B0609020000020004" pitchFamily="49" charset="0"/>
              </a:rPr>
              <a:t>GetProductionFlexible</a:t>
            </a:r>
            <a:r>
              <a:rPr lang="en-US" sz="1100">
                <a:highlight>
                  <a:srgbClr val="FFFFFF"/>
                </a:highlight>
                <a:latin typeface="Cascadia Mono" panose="020B0609020000020004" pitchFamily="49" charset="0"/>
              </a:rPr>
              <a:t>', 'P') IS NOT NULL</a:t>
            </a:r>
          </a:p>
          <a:p>
            <a:r>
              <a:rPr lang="en-AU" sz="1100">
                <a:highlight>
                  <a:srgbClr val="FFFFFF"/>
                </a:highlight>
                <a:latin typeface="Cascadia Mono" panose="020B0609020000020004" pitchFamily="49" charset="0"/>
              </a:rPr>
              <a:t>    DROP PROCEDURE </a:t>
            </a:r>
            <a:r>
              <a:rPr lang="en-AU" sz="1100" err="1">
                <a:highlight>
                  <a:srgbClr val="FFFFFF"/>
                </a:highlight>
                <a:latin typeface="Cascadia Mono" panose="020B0609020000020004" pitchFamily="49" charset="0"/>
              </a:rPr>
              <a:t>GetProductionFlexible</a:t>
            </a:r>
            <a:r>
              <a:rPr lang="en-AU" sz="1100"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AU" sz="1100">
                <a:highlight>
                  <a:srgbClr val="FFFFFF"/>
                </a:highlight>
                <a:latin typeface="Cascadia Mono" panose="020B0609020000020004" pitchFamily="49" charset="0"/>
              </a:rPr>
              <a:t>GO</a:t>
            </a:r>
          </a:p>
          <a:p>
            <a:endParaRPr lang="en-AU" sz="110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1100">
                <a:highlight>
                  <a:srgbClr val="FFFFFF"/>
                </a:highlight>
                <a:latin typeface="Cascadia Mono" panose="020B0609020000020004" pitchFamily="49" charset="0"/>
              </a:rPr>
              <a:t>CREATE PROCEDURE </a:t>
            </a:r>
            <a:r>
              <a:rPr lang="en-AU" sz="1100" err="1">
                <a:highlight>
                  <a:srgbClr val="FFFFFF"/>
                </a:highlight>
                <a:latin typeface="Cascadia Mono" panose="020B0609020000020004" pitchFamily="49" charset="0"/>
              </a:rPr>
              <a:t>GetProductionFlexible</a:t>
            </a:r>
            <a:endParaRPr lang="en-AU" sz="110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100">
                <a:highlight>
                  <a:srgbClr val="FFFFFF"/>
                </a:highlight>
                <a:latin typeface="Cascadia Mono" panose="020B0609020000020004" pitchFamily="49" charset="0"/>
              </a:rPr>
              <a:t>    @StartDate DATE = NULL,          -- Default to NULL</a:t>
            </a:r>
          </a:p>
          <a:p>
            <a:r>
              <a:rPr lang="en-AU" sz="1100">
                <a:highlight>
                  <a:srgbClr val="FFFFFF"/>
                </a:highlight>
                <a:latin typeface="Cascadia Mono" panose="020B0609020000020004" pitchFamily="49" charset="0"/>
              </a:rPr>
              <a:t>    @EndDate DATE = NULL,            -- Optional</a:t>
            </a:r>
          </a:p>
          <a:p>
            <a:r>
              <a:rPr lang="en-AU" sz="1100">
                <a:highlight>
                  <a:srgbClr val="FFFFFF"/>
                </a:highlight>
                <a:latin typeface="Cascadia Mono" panose="020B0609020000020004" pitchFamily="49" charset="0"/>
              </a:rPr>
              <a:t>    @SiteID INT = NULL               -- Optional</a:t>
            </a:r>
          </a:p>
          <a:p>
            <a:r>
              <a:rPr lang="en-AU" sz="1100"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</a:p>
          <a:p>
            <a:r>
              <a:rPr lang="en-AU" sz="1100">
                <a:highlight>
                  <a:srgbClr val="FFFFFF"/>
                </a:highlight>
                <a:latin typeface="Cascadia Mono" panose="020B0609020000020004" pitchFamily="49" charset="0"/>
              </a:rPr>
              <a:t>BEGIN</a:t>
            </a:r>
          </a:p>
          <a:p>
            <a:r>
              <a:rPr lang="en-AU" sz="1100">
                <a:highlight>
                  <a:srgbClr val="FFFFFF"/>
                </a:highlight>
                <a:latin typeface="Cascadia Mono" panose="020B0609020000020004" pitchFamily="49" charset="0"/>
              </a:rPr>
              <a:t>    /*</a:t>
            </a:r>
          </a:p>
          <a:p>
            <a:r>
              <a:rPr lang="en-US" sz="1100">
                <a:highlight>
                  <a:srgbClr val="FFFFFF"/>
                </a:highlight>
                <a:latin typeface="Cascadia Mono" panose="020B0609020000020004" pitchFamily="49" charset="0"/>
              </a:rPr>
              <a:t>    Purpose: Flexible production query with optional filters</a:t>
            </a:r>
          </a:p>
          <a:p>
            <a:r>
              <a:rPr lang="en-US" sz="1100">
                <a:highlight>
                  <a:srgbClr val="FFFFFF"/>
                </a:highlight>
                <a:latin typeface="Cascadia Mono" panose="020B0609020000020004" pitchFamily="49" charset="0"/>
              </a:rPr>
              <a:t>    Parameters: All optional - defaults to last 7 days, all sites</a:t>
            </a:r>
          </a:p>
          <a:p>
            <a:r>
              <a:rPr lang="en-AU" sz="110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</a:p>
          <a:p>
            <a:r>
              <a:rPr lang="en-AU" sz="1100">
                <a:highlight>
                  <a:srgbClr val="FFFFFF"/>
                </a:highlight>
                <a:latin typeface="Cascadia Mono" panose="020B0609020000020004" pitchFamily="49" charset="0"/>
              </a:rPr>
              <a:t>    Call Options:</a:t>
            </a:r>
          </a:p>
          <a:p>
            <a:r>
              <a:rPr lang="en-US" sz="1100">
                <a:highlight>
                  <a:srgbClr val="FFFFFF"/>
                </a:highlight>
                <a:latin typeface="Cascadia Mono" panose="020B0609020000020004" pitchFamily="49" charset="0"/>
              </a:rPr>
              <a:t>      EXEC </a:t>
            </a:r>
            <a:r>
              <a:rPr lang="en-US" sz="1100" err="1">
                <a:highlight>
                  <a:srgbClr val="FFFFFF"/>
                </a:highlight>
                <a:latin typeface="Cascadia Mono" panose="020B0609020000020004" pitchFamily="49" charset="0"/>
              </a:rPr>
              <a:t>GetProductionFlexible</a:t>
            </a:r>
            <a:r>
              <a:rPr lang="en-US" sz="1100">
                <a:highlight>
                  <a:srgbClr val="FFFFFF"/>
                </a:highlight>
                <a:latin typeface="Cascadia Mono" panose="020B0609020000020004" pitchFamily="49" charset="0"/>
              </a:rPr>
              <a:t>;  -- Last 7 days, all sites</a:t>
            </a:r>
          </a:p>
          <a:p>
            <a:r>
              <a:rPr lang="en-US" sz="1100">
                <a:highlight>
                  <a:srgbClr val="FFFFFF"/>
                </a:highlight>
                <a:latin typeface="Cascadia Mono" panose="020B0609020000020004" pitchFamily="49" charset="0"/>
              </a:rPr>
              <a:t>      EXEC </a:t>
            </a:r>
            <a:r>
              <a:rPr lang="en-US" sz="1100" err="1">
                <a:highlight>
                  <a:srgbClr val="FFFFFF"/>
                </a:highlight>
                <a:latin typeface="Cascadia Mono" panose="020B0609020000020004" pitchFamily="49" charset="0"/>
              </a:rPr>
              <a:t>GetProductionFlexible</a:t>
            </a:r>
            <a:r>
              <a:rPr lang="en-US" sz="1100">
                <a:highlight>
                  <a:srgbClr val="FFFFFF"/>
                </a:highlight>
                <a:latin typeface="Cascadia Mono" panose="020B0609020000020004" pitchFamily="49" charset="0"/>
              </a:rPr>
              <a:t> @SiteID = 1;  -- Last 7 days, Red Rock Mine only</a:t>
            </a:r>
          </a:p>
          <a:p>
            <a:r>
              <a:rPr lang="en-AU" sz="1100">
                <a:highlight>
                  <a:srgbClr val="FFFFFF"/>
                </a:highlight>
                <a:latin typeface="Cascadia Mono" panose="020B0609020000020004" pitchFamily="49" charset="0"/>
              </a:rPr>
              <a:t>      EXEC </a:t>
            </a:r>
            <a:r>
              <a:rPr lang="en-AU" sz="1100" err="1">
                <a:highlight>
                  <a:srgbClr val="FFFFFF"/>
                </a:highlight>
                <a:latin typeface="Cascadia Mono" panose="020B0609020000020004" pitchFamily="49" charset="0"/>
              </a:rPr>
              <a:t>GetProductionFlexible</a:t>
            </a:r>
            <a:r>
              <a:rPr lang="en-AU" sz="1100">
                <a:highlight>
                  <a:srgbClr val="FFFFFF"/>
                </a:highlight>
                <a:latin typeface="Cascadia Mono" panose="020B0609020000020004" pitchFamily="49" charset="0"/>
              </a:rPr>
              <a:t> @StartDate = '2024-12-01', @EndDate = '2024-12-07';</a:t>
            </a:r>
          </a:p>
          <a:p>
            <a:r>
              <a:rPr lang="en-AU" sz="1100">
                <a:highlight>
                  <a:srgbClr val="FFFFFF"/>
                </a:highlight>
                <a:latin typeface="Cascadia Mono" panose="020B0609020000020004" pitchFamily="49" charset="0"/>
              </a:rPr>
              <a:t>    */</a:t>
            </a:r>
          </a:p>
          <a:p>
            <a:r>
              <a:rPr lang="en-AU" sz="110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</a:p>
        </p:txBody>
      </p:sp>
    </p:spTree>
    <p:extLst>
      <p:ext uri="{BB962C8B-B14F-4D97-AF65-F5344CB8AC3E}">
        <p14:creationId xmlns:p14="http://schemas.microsoft.com/office/powerpoint/2010/main" val="34404229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5756CC5-0C27-CD58-2156-7B2E6D9A5E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AU" sz="2400">
                <a:solidFill>
                  <a:srgbClr val="FFFFFF"/>
                </a:solidFill>
              </a:rPr>
              <a:t>Stored Procedure/DQL: Create Procedure and Query for GetProductionFlexible Part 2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1F3504-877F-18EF-A3EB-A81C431852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en-US" sz="1100">
                <a:highlight>
                  <a:srgbClr val="FFFFFF"/>
                </a:highlight>
                <a:latin typeface="Cascadia Mono" panose="020B0609020000020004" pitchFamily="49" charset="0"/>
              </a:rPr>
              <a:t> -- Set defaults if not provided</a:t>
            </a:r>
          </a:p>
          <a:p>
            <a:r>
              <a:rPr lang="en-US" sz="1100">
                <a:highlight>
                  <a:srgbClr val="FFFFFF"/>
                </a:highlight>
                <a:latin typeface="Cascadia Mono" panose="020B0609020000020004" pitchFamily="49" charset="0"/>
              </a:rPr>
              <a:t>    IF @StartDate IS NULL SET @StartDate = DATEADD(DAY, -7, GETDATE());</a:t>
            </a:r>
          </a:p>
          <a:p>
            <a:r>
              <a:rPr lang="en-US" sz="1100">
                <a:highlight>
                  <a:srgbClr val="FFFFFF"/>
                </a:highlight>
                <a:latin typeface="Cascadia Mono" panose="020B0609020000020004" pitchFamily="49" charset="0"/>
              </a:rPr>
              <a:t>    IF @EndDate IS NULL SET @EndDate = CAST(GETDATE() AS DATE);</a:t>
            </a:r>
          </a:p>
          <a:p>
            <a:r>
              <a:rPr lang="en-AU" sz="110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</a:p>
          <a:p>
            <a:r>
              <a:rPr lang="en-AU" sz="1100">
                <a:highlight>
                  <a:srgbClr val="FFFFFF"/>
                </a:highlight>
                <a:latin typeface="Cascadia Mono" panose="020B0609020000020004" pitchFamily="49" charset="0"/>
              </a:rPr>
              <a:t>    SELECT </a:t>
            </a:r>
          </a:p>
          <a:p>
            <a:r>
              <a:rPr lang="en-AU" sz="1100"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AU" sz="1100" err="1">
                <a:highlight>
                  <a:srgbClr val="FFFFFF"/>
                </a:highlight>
                <a:latin typeface="Cascadia Mono" panose="020B0609020000020004" pitchFamily="49" charset="0"/>
              </a:rPr>
              <a:t>ms.site_name</a:t>
            </a:r>
            <a:r>
              <a:rPr lang="en-AU" sz="110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sz="1100"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AU" sz="1100" err="1">
                <a:highlight>
                  <a:srgbClr val="FFFFFF"/>
                </a:highlight>
                <a:latin typeface="Cascadia Mono" panose="020B0609020000020004" pitchFamily="49" charset="0"/>
              </a:rPr>
              <a:t>dp.production_date</a:t>
            </a:r>
            <a:r>
              <a:rPr lang="en-AU" sz="110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sz="1100"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AU" sz="1100" err="1">
                <a:highlight>
                  <a:srgbClr val="FFFFFF"/>
                </a:highlight>
                <a:latin typeface="Cascadia Mono" panose="020B0609020000020004" pitchFamily="49" charset="0"/>
              </a:rPr>
              <a:t>dp.shift</a:t>
            </a:r>
            <a:r>
              <a:rPr lang="en-AU" sz="110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sz="1100">
                <a:highlight>
                  <a:srgbClr val="FFFFFF"/>
                </a:highlight>
                <a:latin typeface="Cascadia Mono" panose="020B0609020000020004" pitchFamily="49" charset="0"/>
              </a:rPr>
              <a:t>        SUM(</a:t>
            </a:r>
            <a:r>
              <a:rPr lang="en-AU" sz="1100" err="1">
                <a:highlight>
                  <a:srgbClr val="FFFFFF"/>
                </a:highlight>
                <a:latin typeface="Cascadia Mono" panose="020B0609020000020004" pitchFamily="49" charset="0"/>
              </a:rPr>
              <a:t>dp.ore_tonnes</a:t>
            </a:r>
            <a:r>
              <a:rPr lang="en-AU" sz="1100">
                <a:highlight>
                  <a:srgbClr val="FFFFFF"/>
                </a:highlight>
                <a:latin typeface="Cascadia Mono" panose="020B0609020000020004" pitchFamily="49" charset="0"/>
              </a:rPr>
              <a:t>) AS </a:t>
            </a:r>
            <a:r>
              <a:rPr lang="en-AU" sz="1100" err="1">
                <a:highlight>
                  <a:srgbClr val="FFFFFF"/>
                </a:highlight>
                <a:latin typeface="Cascadia Mono" panose="020B0609020000020004" pitchFamily="49" charset="0"/>
              </a:rPr>
              <a:t>total_ore</a:t>
            </a:r>
            <a:r>
              <a:rPr lang="en-AU" sz="110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US" sz="1100">
                <a:highlight>
                  <a:srgbClr val="FFFFFF"/>
                </a:highlight>
                <a:latin typeface="Cascadia Mono" panose="020B0609020000020004" pitchFamily="49" charset="0"/>
              </a:rPr>
              <a:t>        SUM(</a:t>
            </a:r>
            <a:r>
              <a:rPr lang="en-US" sz="1100" err="1">
                <a:highlight>
                  <a:srgbClr val="FFFFFF"/>
                </a:highlight>
                <a:latin typeface="Cascadia Mono" panose="020B0609020000020004" pitchFamily="49" charset="0"/>
              </a:rPr>
              <a:t>dp.waste_tonnes</a:t>
            </a:r>
            <a:r>
              <a:rPr lang="en-US" sz="1100">
                <a:highlight>
                  <a:srgbClr val="FFFFFF"/>
                </a:highlight>
                <a:latin typeface="Cascadia Mono" panose="020B0609020000020004" pitchFamily="49" charset="0"/>
              </a:rPr>
              <a:t>) AS </a:t>
            </a:r>
            <a:r>
              <a:rPr lang="en-US" sz="1100" err="1">
                <a:highlight>
                  <a:srgbClr val="FFFFFF"/>
                </a:highlight>
                <a:latin typeface="Cascadia Mono" panose="020B0609020000020004" pitchFamily="49" charset="0"/>
              </a:rPr>
              <a:t>total_waste</a:t>
            </a:r>
            <a:r>
              <a:rPr lang="en-US" sz="110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US" sz="1100">
                <a:highlight>
                  <a:srgbClr val="FFFFFF"/>
                </a:highlight>
                <a:latin typeface="Cascadia Mono" panose="020B0609020000020004" pitchFamily="49" charset="0"/>
              </a:rPr>
              <a:t>        AVG(</a:t>
            </a:r>
            <a:r>
              <a:rPr lang="en-US" sz="1100" err="1">
                <a:highlight>
                  <a:srgbClr val="FFFFFF"/>
                </a:highlight>
                <a:latin typeface="Cascadia Mono" panose="020B0609020000020004" pitchFamily="49" charset="0"/>
              </a:rPr>
              <a:t>dp.efficiency_percent</a:t>
            </a:r>
            <a:r>
              <a:rPr lang="en-US" sz="1100">
                <a:highlight>
                  <a:srgbClr val="FFFFFF"/>
                </a:highlight>
                <a:latin typeface="Cascadia Mono" panose="020B0609020000020004" pitchFamily="49" charset="0"/>
              </a:rPr>
              <a:t>) AS </a:t>
            </a:r>
            <a:r>
              <a:rPr lang="en-US" sz="1100" err="1">
                <a:highlight>
                  <a:srgbClr val="FFFFFF"/>
                </a:highlight>
                <a:latin typeface="Cascadia Mono" panose="020B0609020000020004" pitchFamily="49" charset="0"/>
              </a:rPr>
              <a:t>avg_efficiency</a:t>
            </a:r>
            <a:endParaRPr lang="en-US" sz="110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1100">
                <a:highlight>
                  <a:srgbClr val="FFFFFF"/>
                </a:highlight>
                <a:latin typeface="Cascadia Mono" panose="020B0609020000020004" pitchFamily="49" charset="0"/>
              </a:rPr>
              <a:t>    FROM </a:t>
            </a:r>
            <a:r>
              <a:rPr lang="en-AU" sz="1100" err="1">
                <a:highlight>
                  <a:srgbClr val="FFFFFF"/>
                </a:highlight>
                <a:latin typeface="Cascadia Mono" panose="020B0609020000020004" pitchFamily="49" charset="0"/>
              </a:rPr>
              <a:t>daily_production</a:t>
            </a:r>
            <a:r>
              <a:rPr lang="en-AU" sz="1100"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1100" err="1">
                <a:highlight>
                  <a:srgbClr val="FFFFFF"/>
                </a:highlight>
                <a:latin typeface="Cascadia Mono" panose="020B0609020000020004" pitchFamily="49" charset="0"/>
              </a:rPr>
              <a:t>dp</a:t>
            </a:r>
            <a:endParaRPr lang="en-AU" sz="110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1100">
                <a:highlight>
                  <a:srgbClr val="FFFFFF"/>
                </a:highlight>
                <a:latin typeface="Cascadia Mono" panose="020B0609020000020004" pitchFamily="49" charset="0"/>
              </a:rPr>
              <a:t>    JOIN </a:t>
            </a:r>
            <a:r>
              <a:rPr lang="en-AU" sz="1100" err="1">
                <a:highlight>
                  <a:srgbClr val="FFFFFF"/>
                </a:highlight>
                <a:latin typeface="Cascadia Mono" panose="020B0609020000020004" pitchFamily="49" charset="0"/>
              </a:rPr>
              <a:t>mining_sites</a:t>
            </a:r>
            <a:r>
              <a:rPr lang="en-AU" sz="1100"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1100" err="1">
                <a:highlight>
                  <a:srgbClr val="FFFFFF"/>
                </a:highlight>
                <a:latin typeface="Cascadia Mono" panose="020B0609020000020004" pitchFamily="49" charset="0"/>
              </a:rPr>
              <a:t>ms</a:t>
            </a:r>
            <a:r>
              <a:rPr lang="en-AU" sz="1100">
                <a:highlight>
                  <a:srgbClr val="FFFFFF"/>
                </a:highlight>
                <a:latin typeface="Cascadia Mono" panose="020B0609020000020004" pitchFamily="49" charset="0"/>
              </a:rPr>
              <a:t> ON </a:t>
            </a:r>
            <a:r>
              <a:rPr lang="en-AU" sz="1100" err="1">
                <a:highlight>
                  <a:srgbClr val="FFFFFF"/>
                </a:highlight>
                <a:latin typeface="Cascadia Mono" panose="020B0609020000020004" pitchFamily="49" charset="0"/>
              </a:rPr>
              <a:t>dp.site_id</a:t>
            </a:r>
            <a:r>
              <a:rPr lang="en-AU" sz="1100"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en-AU" sz="1100" err="1">
                <a:highlight>
                  <a:srgbClr val="FFFFFF"/>
                </a:highlight>
                <a:latin typeface="Cascadia Mono" panose="020B0609020000020004" pitchFamily="49" charset="0"/>
              </a:rPr>
              <a:t>ms.site_id</a:t>
            </a:r>
            <a:endParaRPr lang="en-AU" sz="110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100">
                <a:highlight>
                  <a:srgbClr val="FFFFFF"/>
                </a:highlight>
                <a:latin typeface="Cascadia Mono" panose="020B0609020000020004" pitchFamily="49" charset="0"/>
              </a:rPr>
              <a:t>    WHERE </a:t>
            </a:r>
            <a:r>
              <a:rPr lang="en-US" sz="1100" err="1">
                <a:highlight>
                  <a:srgbClr val="FFFFFF"/>
                </a:highlight>
                <a:latin typeface="Cascadia Mono" panose="020B0609020000020004" pitchFamily="49" charset="0"/>
              </a:rPr>
              <a:t>dp.production_date</a:t>
            </a:r>
            <a:r>
              <a:rPr lang="en-US" sz="1100">
                <a:highlight>
                  <a:srgbClr val="FFFFFF"/>
                </a:highlight>
                <a:latin typeface="Cascadia Mono" panose="020B0609020000020004" pitchFamily="49" charset="0"/>
              </a:rPr>
              <a:t> BETWEEN @StartDate AND @EndDate</a:t>
            </a:r>
          </a:p>
          <a:p>
            <a:r>
              <a:rPr lang="en-US" sz="1100">
                <a:highlight>
                  <a:srgbClr val="FFFFFF"/>
                </a:highlight>
                <a:latin typeface="Cascadia Mono" panose="020B0609020000020004" pitchFamily="49" charset="0"/>
              </a:rPr>
              <a:t>      AND (@SiteID IS NULL OR </a:t>
            </a:r>
            <a:r>
              <a:rPr lang="en-US" sz="1100" err="1">
                <a:highlight>
                  <a:srgbClr val="FFFFFF"/>
                </a:highlight>
                <a:latin typeface="Cascadia Mono" panose="020B0609020000020004" pitchFamily="49" charset="0"/>
              </a:rPr>
              <a:t>dp.site_id</a:t>
            </a:r>
            <a:r>
              <a:rPr lang="en-US" sz="1100">
                <a:highlight>
                  <a:srgbClr val="FFFFFF"/>
                </a:highlight>
                <a:latin typeface="Cascadia Mono" panose="020B0609020000020004" pitchFamily="49" charset="0"/>
              </a:rPr>
              <a:t> = @SiteID)  -- Optional filter pattern!</a:t>
            </a:r>
          </a:p>
          <a:p>
            <a:r>
              <a:rPr lang="en-US" sz="1100">
                <a:highlight>
                  <a:srgbClr val="FFFFFF"/>
                </a:highlight>
                <a:latin typeface="Cascadia Mono" panose="020B0609020000020004" pitchFamily="49" charset="0"/>
              </a:rPr>
              <a:t>    GROUP BY </a:t>
            </a:r>
            <a:r>
              <a:rPr lang="en-US" sz="1100" err="1">
                <a:highlight>
                  <a:srgbClr val="FFFFFF"/>
                </a:highlight>
                <a:latin typeface="Cascadia Mono" panose="020B0609020000020004" pitchFamily="49" charset="0"/>
              </a:rPr>
              <a:t>ms.site_name</a:t>
            </a:r>
            <a:r>
              <a:rPr lang="en-US" sz="1100"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sz="1100" err="1">
                <a:highlight>
                  <a:srgbClr val="FFFFFF"/>
                </a:highlight>
                <a:latin typeface="Cascadia Mono" panose="020B0609020000020004" pitchFamily="49" charset="0"/>
              </a:rPr>
              <a:t>dp.production_date</a:t>
            </a:r>
            <a:r>
              <a:rPr lang="en-US" sz="1100"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sz="1100" err="1">
                <a:highlight>
                  <a:srgbClr val="FFFFFF"/>
                </a:highlight>
                <a:latin typeface="Cascadia Mono" panose="020B0609020000020004" pitchFamily="49" charset="0"/>
              </a:rPr>
              <a:t>dp.shift</a:t>
            </a:r>
            <a:endParaRPr lang="en-US" sz="110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100">
                <a:highlight>
                  <a:srgbClr val="FFFFFF"/>
                </a:highlight>
                <a:latin typeface="Cascadia Mono" panose="020B0609020000020004" pitchFamily="49" charset="0"/>
              </a:rPr>
              <a:t>    ORDER BY </a:t>
            </a:r>
            <a:r>
              <a:rPr lang="en-US" sz="1100" err="1">
                <a:highlight>
                  <a:srgbClr val="FFFFFF"/>
                </a:highlight>
                <a:latin typeface="Cascadia Mono" panose="020B0609020000020004" pitchFamily="49" charset="0"/>
              </a:rPr>
              <a:t>ms.site_name</a:t>
            </a:r>
            <a:r>
              <a:rPr lang="en-US" sz="1100"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sz="1100" err="1">
                <a:highlight>
                  <a:srgbClr val="FFFFFF"/>
                </a:highlight>
                <a:latin typeface="Cascadia Mono" panose="020B0609020000020004" pitchFamily="49" charset="0"/>
              </a:rPr>
              <a:t>dp.production_date</a:t>
            </a:r>
            <a:r>
              <a:rPr lang="en-US" sz="1100"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sz="1100" err="1">
                <a:highlight>
                  <a:srgbClr val="FFFFFF"/>
                </a:highlight>
                <a:latin typeface="Cascadia Mono" panose="020B0609020000020004" pitchFamily="49" charset="0"/>
              </a:rPr>
              <a:t>dp.shift</a:t>
            </a:r>
            <a:r>
              <a:rPr lang="en-US" sz="1100"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AU" sz="1100">
                <a:highlight>
                  <a:srgbClr val="FFFFFF"/>
                </a:highlight>
                <a:latin typeface="Cascadia Mono" panose="020B0609020000020004" pitchFamily="49" charset="0"/>
              </a:rPr>
              <a:t>END</a:t>
            </a:r>
          </a:p>
          <a:p>
            <a:r>
              <a:rPr lang="en-AU" sz="1100">
                <a:highlight>
                  <a:srgbClr val="FFFFFF"/>
                </a:highlight>
                <a:latin typeface="Cascadia Mono" panose="020B0609020000020004" pitchFamily="49" charset="0"/>
              </a:rPr>
              <a:t>GO</a:t>
            </a:r>
            <a:endParaRPr lang="en-AU" sz="1100"/>
          </a:p>
        </p:txBody>
      </p:sp>
    </p:spTree>
    <p:extLst>
      <p:ext uri="{BB962C8B-B14F-4D97-AF65-F5344CB8AC3E}">
        <p14:creationId xmlns:p14="http://schemas.microsoft.com/office/powerpoint/2010/main" val="1072164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D238F2-E9E0-E89E-4692-70E720FC41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AU" sz="2400">
                <a:solidFill>
                  <a:srgbClr val="FFFFFF"/>
                </a:solidFill>
              </a:rPr>
              <a:t>Stored Procedure/DQL: Create Procedure and Query for GetProductionFlexible Part 3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89FBCB-E94C-F4FC-495E-43D072216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en-US" sz="700">
                <a:highlight>
                  <a:srgbClr val="FFFFFF"/>
                </a:highlight>
                <a:latin typeface="Cascadia Mono" panose="020B0609020000020004" pitchFamily="49" charset="0"/>
              </a:rPr>
              <a:t>PRINT 'KEY PATTERN: (@SiteID IS NULL OR </a:t>
            </a:r>
            <a:r>
              <a:rPr lang="en-US" sz="700" err="1">
                <a:highlight>
                  <a:srgbClr val="FFFFFF"/>
                </a:highlight>
                <a:latin typeface="Cascadia Mono" panose="020B0609020000020004" pitchFamily="49" charset="0"/>
              </a:rPr>
              <a:t>site_id</a:t>
            </a:r>
            <a:r>
              <a:rPr lang="en-US" sz="700">
                <a:highlight>
                  <a:srgbClr val="FFFFFF"/>
                </a:highlight>
                <a:latin typeface="Cascadia Mono" panose="020B0609020000020004" pitchFamily="49" charset="0"/>
              </a:rPr>
              <a:t> = @SiteID)';</a:t>
            </a:r>
          </a:p>
          <a:p>
            <a:r>
              <a:rPr lang="en-US" sz="700">
                <a:highlight>
                  <a:srgbClr val="FFFFFF"/>
                </a:highlight>
                <a:latin typeface="Cascadia Mono" panose="020B0609020000020004" pitchFamily="49" charset="0"/>
              </a:rPr>
              <a:t>PRINT '  • If @SiteID IS NULL → Condition TRUE for all rows (no filter)';</a:t>
            </a:r>
          </a:p>
          <a:p>
            <a:r>
              <a:rPr lang="en-US" sz="700">
                <a:highlight>
                  <a:srgbClr val="FFFFFF"/>
                </a:highlight>
                <a:latin typeface="Cascadia Mono" panose="020B0609020000020004" pitchFamily="49" charset="0"/>
              </a:rPr>
              <a:t>PRINT '  • If @SiteID = 1 → Only rows where </a:t>
            </a:r>
            <a:r>
              <a:rPr lang="en-US" sz="700" err="1">
                <a:highlight>
                  <a:srgbClr val="FFFFFF"/>
                </a:highlight>
                <a:latin typeface="Cascadia Mono" panose="020B0609020000020004" pitchFamily="49" charset="0"/>
              </a:rPr>
              <a:t>site_id</a:t>
            </a:r>
            <a:r>
              <a:rPr lang="en-US" sz="700">
                <a:highlight>
                  <a:srgbClr val="FFFFFF"/>
                </a:highlight>
                <a:latin typeface="Cascadia Mono" panose="020B0609020000020004" pitchFamily="49" charset="0"/>
              </a:rPr>
              <a:t> = 1';</a:t>
            </a:r>
          </a:p>
          <a:p>
            <a:r>
              <a:rPr lang="en-US" sz="700">
                <a:highlight>
                  <a:srgbClr val="FFFFFF"/>
                </a:highlight>
                <a:latin typeface="Cascadia Mono" panose="020B0609020000020004" pitchFamily="49" charset="0"/>
              </a:rPr>
              <a:t>PRINT '  • This is a STANDARD pattern for optional filters!';</a:t>
            </a:r>
          </a:p>
          <a:p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PRINT '';</a:t>
            </a:r>
          </a:p>
          <a:p>
            <a:r>
              <a:rPr lang="en-US" sz="700">
                <a:highlight>
                  <a:srgbClr val="FFFFFF"/>
                </a:highlight>
                <a:latin typeface="Cascadia Mono" panose="020B0609020000020004" pitchFamily="49" charset="0"/>
              </a:rPr>
              <a:t>PRINT 'Testing different call variations...';</a:t>
            </a:r>
          </a:p>
          <a:p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PRINT '';</a:t>
            </a:r>
          </a:p>
          <a:p>
            <a:r>
              <a:rPr lang="en-US" sz="700">
                <a:highlight>
                  <a:srgbClr val="FFFFFF"/>
                </a:highlight>
                <a:latin typeface="Cascadia Mono" panose="020B0609020000020004" pitchFamily="49" charset="0"/>
              </a:rPr>
              <a:t>PRINT '--- Call 1: No parameters (uses defaults: last 7 days, all sites) ---';</a:t>
            </a:r>
          </a:p>
          <a:p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EXEC </a:t>
            </a:r>
            <a:r>
              <a:rPr lang="en-AU" sz="700" err="1">
                <a:highlight>
                  <a:srgbClr val="FFFFFF"/>
                </a:highlight>
                <a:latin typeface="Cascadia Mono" panose="020B0609020000020004" pitchFamily="49" charset="0"/>
              </a:rPr>
              <a:t>GetProductionFlexible</a:t>
            </a:r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PRINT '';</a:t>
            </a:r>
          </a:p>
          <a:p>
            <a:r>
              <a:rPr lang="en-US" sz="700">
                <a:highlight>
                  <a:srgbClr val="FFFFFF"/>
                </a:highlight>
                <a:latin typeface="Cascadia Mono" panose="020B0609020000020004" pitchFamily="49" charset="0"/>
              </a:rPr>
              <a:t>PRINT '--- Call 2: Filter by site only ---';</a:t>
            </a:r>
          </a:p>
          <a:p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EXEC </a:t>
            </a:r>
            <a:r>
              <a:rPr lang="en-AU" sz="700" err="1">
                <a:highlight>
                  <a:srgbClr val="FFFFFF"/>
                </a:highlight>
                <a:latin typeface="Cascadia Mono" panose="020B0609020000020004" pitchFamily="49" charset="0"/>
              </a:rPr>
              <a:t>GetProductionFlexible</a:t>
            </a:r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 @SiteID = 1;</a:t>
            </a:r>
          </a:p>
          <a:p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PRINT '';</a:t>
            </a:r>
          </a:p>
          <a:p>
            <a:r>
              <a:rPr lang="en-US" sz="700">
                <a:highlight>
                  <a:srgbClr val="FFFFFF"/>
                </a:highlight>
                <a:latin typeface="Cascadia Mono" panose="020B0609020000020004" pitchFamily="49" charset="0"/>
              </a:rPr>
              <a:t>PRINT '--- Call 3: Custom date range, all sites ---';</a:t>
            </a:r>
          </a:p>
          <a:p>
            <a:r>
              <a:rPr lang="en-US" sz="700">
                <a:highlight>
                  <a:srgbClr val="FFFFFF"/>
                </a:highlight>
                <a:latin typeface="Cascadia Mono" panose="020B0609020000020004" pitchFamily="49" charset="0"/>
              </a:rPr>
              <a:t>DECLARE @StartDate datetime = DATEADD(DAY, -3, GETDATE());</a:t>
            </a:r>
          </a:p>
          <a:p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DECLARE @EndDate   datetime = GETDATE();</a:t>
            </a:r>
          </a:p>
          <a:p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EXEC </a:t>
            </a:r>
            <a:r>
              <a:rPr lang="en-AU" sz="700" err="1">
                <a:highlight>
                  <a:srgbClr val="FFFFFF"/>
                </a:highlight>
                <a:latin typeface="Cascadia Mono" panose="020B0609020000020004" pitchFamily="49" charset="0"/>
              </a:rPr>
              <a:t>GetProductionFlexible</a:t>
            </a:r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    @StartDate = @StartDate,</a:t>
            </a:r>
          </a:p>
          <a:p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    @EndDate = @EndDate;</a:t>
            </a:r>
          </a:p>
          <a:p>
            <a:r>
              <a:rPr lang="en-US" sz="700">
                <a:highlight>
                  <a:srgbClr val="FFFFFF"/>
                </a:highlight>
                <a:latin typeface="Cascadia Mono" panose="020B0609020000020004" pitchFamily="49" charset="0"/>
              </a:rPr>
              <a:t>--@StartDate = (SELECT DATEADD(DAY, -3, GETDATE())),</a:t>
            </a:r>
          </a:p>
          <a:p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--@EndDate = (SELECT GETDATE());</a:t>
            </a:r>
          </a:p>
          <a:p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PRINT '';</a:t>
            </a:r>
          </a:p>
          <a:p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GO</a:t>
            </a:r>
            <a:endParaRPr lang="en-AU" sz="700"/>
          </a:p>
        </p:txBody>
      </p:sp>
    </p:spTree>
    <p:extLst>
      <p:ext uri="{BB962C8B-B14F-4D97-AF65-F5344CB8AC3E}">
        <p14:creationId xmlns:p14="http://schemas.microsoft.com/office/powerpoint/2010/main" val="13495841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79C1A-4062-ABA4-1B58-4CDC3DAE17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r>
              <a:rPr lang="en-AU" sz="2800" dirty="0"/>
              <a:t>Stored Procedure/DQL: Create Procedure and Query for </a:t>
            </a:r>
            <a:r>
              <a:rPr lang="en-AU" sz="2800" dirty="0" err="1"/>
              <a:t>GetProductionFlexible</a:t>
            </a:r>
            <a:r>
              <a:rPr lang="en-AU" sz="2800" dirty="0"/>
              <a:t> Results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993EB7F4-63A8-0DA9-0C58-757E1FAB10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92" y="1032387"/>
            <a:ext cx="3771198" cy="358877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0874285-9BCD-28FF-DD72-2F92B8E26A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9716" y="1032387"/>
            <a:ext cx="3893574" cy="208443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BE8F1EE-F372-4003-4462-7C01DFA17FD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9935" y="1017191"/>
            <a:ext cx="3696928" cy="461669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607852A-E5C1-2686-871C-B23B95B10B6B}"/>
              </a:ext>
            </a:extLst>
          </p:cNvPr>
          <p:cNvSpPr txBox="1"/>
          <p:nvPr/>
        </p:nvSpPr>
        <p:spPr>
          <a:xfrm>
            <a:off x="34696" y="4703548"/>
            <a:ext cx="38405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Figure 1. No parameters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5881793-1FBC-AA7F-B139-8132A8B02C27}"/>
              </a:ext>
            </a:extLst>
          </p:cNvPr>
          <p:cNvSpPr txBox="1"/>
          <p:nvPr/>
        </p:nvSpPr>
        <p:spPr>
          <a:xfrm>
            <a:off x="4037235" y="3110392"/>
            <a:ext cx="28696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Figure 2. Filter by State, </a:t>
            </a:r>
          </a:p>
          <a:p>
            <a:r>
              <a:rPr lang="en-AU" dirty="0"/>
              <a:t>for example Red Rock Mine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3C94D76-41FB-41E3-D300-76B0F9944E3B}"/>
              </a:ext>
            </a:extLst>
          </p:cNvPr>
          <p:cNvSpPr txBox="1"/>
          <p:nvPr/>
        </p:nvSpPr>
        <p:spPr>
          <a:xfrm>
            <a:off x="8209935" y="5656143"/>
            <a:ext cx="38345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Figure 3. Custom date range, all sites</a:t>
            </a:r>
          </a:p>
        </p:txBody>
      </p:sp>
    </p:spTree>
    <p:extLst>
      <p:ext uri="{BB962C8B-B14F-4D97-AF65-F5344CB8AC3E}">
        <p14:creationId xmlns:p14="http://schemas.microsoft.com/office/powerpoint/2010/main" val="1149309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59D3B12-2B47-212F-5028-8D59C6AA5F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AU" sz="3400">
                <a:solidFill>
                  <a:srgbClr val="FFFFFF"/>
                </a:solidFill>
              </a:rPr>
              <a:t>Stored Procedure/DQL: Create Procedure and Query for GetSiteSummary Part 1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0B96D8-F986-79C5-8DAA-05EE4915FE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7783" y="800894"/>
            <a:ext cx="6906491" cy="5585619"/>
          </a:xfrm>
        </p:spPr>
        <p:txBody>
          <a:bodyPr anchor="ctr">
            <a:noAutofit/>
          </a:bodyPr>
          <a:lstStyle/>
          <a:p>
            <a:r>
              <a:rPr lang="en-US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IF OBJECT_ID('</a:t>
            </a:r>
            <a:r>
              <a:rPr lang="en-US" sz="8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GetSiteSummary</a:t>
            </a:r>
            <a:r>
              <a:rPr lang="en-US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', 'P') IS NOT NULL</a:t>
            </a:r>
          </a:p>
          <a:p>
            <a:r>
              <a:rPr lang="en-AU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    DROP PROCEDURE </a:t>
            </a:r>
            <a:r>
              <a:rPr lang="en-AU" sz="8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GetSiteSummary</a:t>
            </a:r>
            <a:r>
              <a:rPr lang="en-AU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AU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GO</a:t>
            </a:r>
          </a:p>
          <a:p>
            <a:endParaRPr lang="en-AU" sz="800" dirty="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CREATE PROCEDURE </a:t>
            </a:r>
            <a:r>
              <a:rPr lang="en-AU" sz="8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GetSiteSummary</a:t>
            </a:r>
            <a:endParaRPr lang="en-AU" sz="800" dirty="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    @SiteID INT,</a:t>
            </a:r>
          </a:p>
          <a:p>
            <a:r>
              <a:rPr lang="en-AU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    @TotalOre DECIMAL(12,2) OUTPUT,           -- OUTPUT parameter</a:t>
            </a:r>
          </a:p>
          <a:p>
            <a:r>
              <a:rPr lang="en-US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    @TotalIncidents INT OUTPUT,                -- OUTPUT parameter</a:t>
            </a:r>
          </a:p>
          <a:p>
            <a:r>
              <a:rPr lang="en-AU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    @DowntimePercent DECIMAL(5,2) OUTPUT       -- OUTPUT parameter</a:t>
            </a:r>
          </a:p>
          <a:p>
            <a:r>
              <a:rPr lang="en-AU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</a:p>
          <a:p>
            <a:r>
              <a:rPr lang="en-AU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BEGIN</a:t>
            </a:r>
          </a:p>
          <a:p>
            <a:r>
              <a:rPr lang="en-AU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    /*</a:t>
            </a:r>
          </a:p>
          <a:p>
            <a:r>
              <a:rPr lang="en-US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    Purpose: Calculate summary metrics for a site</a:t>
            </a:r>
          </a:p>
          <a:p>
            <a:r>
              <a:rPr lang="en-AU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    Parameters: </a:t>
            </a:r>
          </a:p>
          <a:p>
            <a:r>
              <a:rPr lang="en-AU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@SiteID - Input</a:t>
            </a:r>
          </a:p>
          <a:p>
            <a:r>
              <a:rPr lang="en-US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@TotalOre - OUTPUT (returns total ore produced)</a:t>
            </a:r>
          </a:p>
          <a:p>
            <a:r>
              <a:rPr lang="en-US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@TotalIncidents - OUTPUT (returns unresolved incident count)</a:t>
            </a:r>
          </a:p>
          <a:p>
            <a:r>
              <a:rPr lang="en-US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@DowntimePercent - OUTPUT (returns downtime percentage)</a:t>
            </a:r>
          </a:p>
          <a:p>
            <a:r>
              <a:rPr lang="en-AU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</a:p>
          <a:p>
            <a:r>
              <a:rPr lang="en-AU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    Example:</a:t>
            </a:r>
          </a:p>
          <a:p>
            <a:r>
              <a:rPr lang="en-AU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DECLARE @Ore DECIMAL(12,2), @Incidents INT, @Downtime DECIMAL(5,2);</a:t>
            </a:r>
          </a:p>
          <a:p>
            <a:r>
              <a:rPr lang="en-AU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EXEC </a:t>
            </a:r>
            <a:r>
              <a:rPr lang="en-AU" sz="8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GetSiteSummary</a:t>
            </a:r>
            <a:r>
              <a:rPr lang="en-AU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 @SiteID = 1, </a:t>
            </a:r>
          </a:p>
          <a:p>
            <a:r>
              <a:rPr lang="en-AU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     @TotalOre = @Ore OUTPUT,</a:t>
            </a:r>
          </a:p>
          <a:p>
            <a:r>
              <a:rPr lang="en-AU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     @TotalIncidents = @Incidents OUTPUT,</a:t>
            </a:r>
          </a:p>
          <a:p>
            <a:r>
              <a:rPr lang="en-AU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     @DowntimePercent = @Downtime OUTPUT;</a:t>
            </a:r>
          </a:p>
          <a:p>
            <a:r>
              <a:rPr lang="en-US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PRINT 'Total Ore: ' + CAST(@Ore AS NVARCHAR(20));</a:t>
            </a:r>
          </a:p>
          <a:p>
            <a:r>
              <a:rPr lang="en-AU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    */</a:t>
            </a:r>
          </a:p>
          <a:p>
            <a:r>
              <a:rPr lang="en-AU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</a:p>
        </p:txBody>
      </p:sp>
    </p:spTree>
    <p:extLst>
      <p:ext uri="{BB962C8B-B14F-4D97-AF65-F5344CB8AC3E}">
        <p14:creationId xmlns:p14="http://schemas.microsoft.com/office/powerpoint/2010/main" val="195003630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EFA3BC-81B3-7D95-2739-5CEAF39D39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AU" sz="3400">
                <a:solidFill>
                  <a:srgbClr val="FFFFFF"/>
                </a:solidFill>
              </a:rPr>
              <a:t>Stored Procedure/DQL: Create Procedure and Query for GetSiteSummary Part 2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1F412A-DF73-6078-B3E9-A0C2191D55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en-AU" sz="1300">
                <a:highlight>
                  <a:srgbClr val="FFFFFF"/>
                </a:highlight>
                <a:latin typeface="Cascadia Mono" panose="020B0609020000020004" pitchFamily="49" charset="0"/>
              </a:rPr>
              <a:t> -- Calculate total ore</a:t>
            </a:r>
          </a:p>
          <a:p>
            <a:r>
              <a:rPr lang="en-US" sz="1300">
                <a:highlight>
                  <a:srgbClr val="FFFFFF"/>
                </a:highlight>
                <a:latin typeface="Cascadia Mono" panose="020B0609020000020004" pitchFamily="49" charset="0"/>
              </a:rPr>
              <a:t>    SELECT @TotalOre = SUM(</a:t>
            </a:r>
            <a:r>
              <a:rPr lang="en-US" sz="1300" err="1">
                <a:highlight>
                  <a:srgbClr val="FFFFFF"/>
                </a:highlight>
                <a:latin typeface="Cascadia Mono" panose="020B0609020000020004" pitchFamily="49" charset="0"/>
              </a:rPr>
              <a:t>ore_tonnes</a:t>
            </a:r>
            <a:r>
              <a:rPr lang="en-US" sz="1300"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</a:p>
          <a:p>
            <a:r>
              <a:rPr lang="en-AU" sz="1300">
                <a:highlight>
                  <a:srgbClr val="FFFFFF"/>
                </a:highlight>
                <a:latin typeface="Cascadia Mono" panose="020B0609020000020004" pitchFamily="49" charset="0"/>
              </a:rPr>
              <a:t>    FROM </a:t>
            </a:r>
            <a:r>
              <a:rPr lang="en-AU" sz="1300" err="1">
                <a:highlight>
                  <a:srgbClr val="FFFFFF"/>
                </a:highlight>
                <a:latin typeface="Cascadia Mono" panose="020B0609020000020004" pitchFamily="49" charset="0"/>
              </a:rPr>
              <a:t>daily_production</a:t>
            </a:r>
            <a:endParaRPr lang="en-AU" sz="130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1300">
                <a:highlight>
                  <a:srgbClr val="FFFFFF"/>
                </a:highlight>
                <a:latin typeface="Cascadia Mono" panose="020B0609020000020004" pitchFamily="49" charset="0"/>
              </a:rPr>
              <a:t>    WHERE </a:t>
            </a:r>
            <a:r>
              <a:rPr lang="en-AU" sz="1300" err="1">
                <a:highlight>
                  <a:srgbClr val="FFFFFF"/>
                </a:highlight>
                <a:latin typeface="Cascadia Mono" panose="020B0609020000020004" pitchFamily="49" charset="0"/>
              </a:rPr>
              <a:t>site_id</a:t>
            </a:r>
            <a:r>
              <a:rPr lang="en-AU" sz="1300">
                <a:highlight>
                  <a:srgbClr val="FFFFFF"/>
                </a:highlight>
                <a:latin typeface="Cascadia Mono" panose="020B0609020000020004" pitchFamily="49" charset="0"/>
              </a:rPr>
              <a:t> = @SiteID;</a:t>
            </a:r>
          </a:p>
          <a:p>
            <a:r>
              <a:rPr lang="en-AU" sz="130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</a:p>
          <a:p>
            <a:r>
              <a:rPr lang="en-AU" sz="1300">
                <a:highlight>
                  <a:srgbClr val="FFFFFF"/>
                </a:highlight>
                <a:latin typeface="Cascadia Mono" panose="020B0609020000020004" pitchFamily="49" charset="0"/>
              </a:rPr>
              <a:t>    -- Count unresolved incidents</a:t>
            </a:r>
          </a:p>
          <a:p>
            <a:r>
              <a:rPr lang="en-AU" sz="1300">
                <a:highlight>
                  <a:srgbClr val="FFFFFF"/>
                </a:highlight>
                <a:latin typeface="Cascadia Mono" panose="020B0609020000020004" pitchFamily="49" charset="0"/>
              </a:rPr>
              <a:t>    SELECT @TotalIncidents = COUNT(*)</a:t>
            </a:r>
          </a:p>
          <a:p>
            <a:r>
              <a:rPr lang="en-AU" sz="1300">
                <a:highlight>
                  <a:srgbClr val="FFFFFF"/>
                </a:highlight>
                <a:latin typeface="Cascadia Mono" panose="020B0609020000020004" pitchFamily="49" charset="0"/>
              </a:rPr>
              <a:t>    FROM </a:t>
            </a:r>
            <a:r>
              <a:rPr lang="en-AU" sz="1300" err="1">
                <a:highlight>
                  <a:srgbClr val="FFFFFF"/>
                </a:highlight>
                <a:latin typeface="Cascadia Mono" panose="020B0609020000020004" pitchFamily="49" charset="0"/>
              </a:rPr>
              <a:t>safety_incidents</a:t>
            </a:r>
            <a:endParaRPr lang="en-AU" sz="130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300">
                <a:highlight>
                  <a:srgbClr val="FFFFFF"/>
                </a:highlight>
                <a:latin typeface="Cascadia Mono" panose="020B0609020000020004" pitchFamily="49" charset="0"/>
              </a:rPr>
              <a:t>    WHERE </a:t>
            </a:r>
            <a:r>
              <a:rPr lang="en-US" sz="1300" err="1">
                <a:highlight>
                  <a:srgbClr val="FFFFFF"/>
                </a:highlight>
                <a:latin typeface="Cascadia Mono" panose="020B0609020000020004" pitchFamily="49" charset="0"/>
              </a:rPr>
              <a:t>site_id</a:t>
            </a:r>
            <a:r>
              <a:rPr lang="en-US" sz="1300">
                <a:highlight>
                  <a:srgbClr val="FFFFFF"/>
                </a:highlight>
                <a:latin typeface="Cascadia Mono" panose="020B0609020000020004" pitchFamily="49" charset="0"/>
              </a:rPr>
              <a:t> = @SiteID AND resolved = 0;</a:t>
            </a:r>
          </a:p>
          <a:p>
            <a:r>
              <a:rPr lang="en-AU" sz="130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</a:p>
          <a:p>
            <a:r>
              <a:rPr lang="en-AU" sz="1300">
                <a:highlight>
                  <a:srgbClr val="FFFFFF"/>
                </a:highlight>
                <a:latin typeface="Cascadia Mono" panose="020B0609020000020004" pitchFamily="49" charset="0"/>
              </a:rPr>
              <a:t>    -- Calculate downtime percentage</a:t>
            </a:r>
          </a:p>
          <a:p>
            <a:r>
              <a:rPr lang="en-AU" sz="1300">
                <a:highlight>
                  <a:srgbClr val="FFFFFF"/>
                </a:highlight>
                <a:latin typeface="Cascadia Mono" panose="020B0609020000020004" pitchFamily="49" charset="0"/>
              </a:rPr>
              <a:t>    SELECT @DowntimePercent = </a:t>
            </a:r>
          </a:p>
          <a:p>
            <a:r>
              <a:rPr lang="en-US" sz="1300">
                <a:highlight>
                  <a:srgbClr val="FFFFFF"/>
                </a:highlight>
                <a:latin typeface="Cascadia Mono" panose="020B0609020000020004" pitchFamily="49" charset="0"/>
              </a:rPr>
              <a:t>        ROUND((SUM(</a:t>
            </a:r>
            <a:r>
              <a:rPr lang="en-US" sz="1300" err="1">
                <a:highlight>
                  <a:srgbClr val="FFFFFF"/>
                </a:highlight>
                <a:latin typeface="Cascadia Mono" panose="020B0609020000020004" pitchFamily="49" charset="0"/>
              </a:rPr>
              <a:t>downtime_hours</a:t>
            </a:r>
            <a:r>
              <a:rPr lang="en-US" sz="1300">
                <a:highlight>
                  <a:srgbClr val="FFFFFF"/>
                </a:highlight>
                <a:latin typeface="Cascadia Mono" panose="020B0609020000020004" pitchFamily="49" charset="0"/>
              </a:rPr>
              <a:t>) / NULLIF(SUM(</a:t>
            </a:r>
            <a:r>
              <a:rPr lang="en-US" sz="1300" err="1">
                <a:highlight>
                  <a:srgbClr val="FFFFFF"/>
                </a:highlight>
                <a:latin typeface="Cascadia Mono" panose="020B0609020000020004" pitchFamily="49" charset="0"/>
              </a:rPr>
              <a:t>equipment_hours</a:t>
            </a:r>
            <a:r>
              <a:rPr lang="en-US" sz="1300">
                <a:highlight>
                  <a:srgbClr val="FFFFFF"/>
                </a:highlight>
                <a:latin typeface="Cascadia Mono" panose="020B0609020000020004" pitchFamily="49" charset="0"/>
              </a:rPr>
              <a:t>), 0)) * 100, 2)</a:t>
            </a:r>
          </a:p>
          <a:p>
            <a:r>
              <a:rPr lang="en-AU" sz="1300">
                <a:highlight>
                  <a:srgbClr val="FFFFFF"/>
                </a:highlight>
                <a:latin typeface="Cascadia Mono" panose="020B0609020000020004" pitchFamily="49" charset="0"/>
              </a:rPr>
              <a:t>    FROM </a:t>
            </a:r>
            <a:r>
              <a:rPr lang="en-AU" sz="1300" err="1">
                <a:highlight>
                  <a:srgbClr val="FFFFFF"/>
                </a:highlight>
                <a:latin typeface="Cascadia Mono" panose="020B0609020000020004" pitchFamily="49" charset="0"/>
              </a:rPr>
              <a:t>daily_production</a:t>
            </a:r>
            <a:endParaRPr lang="en-AU" sz="130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1300">
                <a:highlight>
                  <a:srgbClr val="FFFFFF"/>
                </a:highlight>
                <a:latin typeface="Cascadia Mono" panose="020B0609020000020004" pitchFamily="49" charset="0"/>
              </a:rPr>
              <a:t>    WHERE </a:t>
            </a:r>
            <a:r>
              <a:rPr lang="en-AU" sz="1300" err="1">
                <a:highlight>
                  <a:srgbClr val="FFFFFF"/>
                </a:highlight>
                <a:latin typeface="Cascadia Mono" panose="020B0609020000020004" pitchFamily="49" charset="0"/>
              </a:rPr>
              <a:t>site_id</a:t>
            </a:r>
            <a:r>
              <a:rPr lang="en-AU" sz="1300">
                <a:highlight>
                  <a:srgbClr val="FFFFFF"/>
                </a:highlight>
                <a:latin typeface="Cascadia Mono" panose="020B0609020000020004" pitchFamily="49" charset="0"/>
              </a:rPr>
              <a:t> = @SiteID;</a:t>
            </a:r>
          </a:p>
          <a:p>
            <a:r>
              <a:rPr lang="en-AU" sz="1300">
                <a:highlight>
                  <a:srgbClr val="FFFFFF"/>
                </a:highlight>
                <a:latin typeface="Cascadia Mono" panose="020B0609020000020004" pitchFamily="49" charset="0"/>
              </a:rPr>
              <a:t>END</a:t>
            </a:r>
          </a:p>
          <a:p>
            <a:r>
              <a:rPr lang="en-AU" sz="1300">
                <a:highlight>
                  <a:srgbClr val="FFFFFF"/>
                </a:highlight>
                <a:latin typeface="Cascadia Mono" panose="020B0609020000020004" pitchFamily="49" charset="0"/>
              </a:rPr>
              <a:t>GO</a:t>
            </a:r>
            <a:endParaRPr lang="en-AU" sz="1300"/>
          </a:p>
        </p:txBody>
      </p:sp>
    </p:spTree>
    <p:extLst>
      <p:ext uri="{BB962C8B-B14F-4D97-AF65-F5344CB8AC3E}">
        <p14:creationId xmlns:p14="http://schemas.microsoft.com/office/powerpoint/2010/main" val="153665084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89575E1-3389-451A-A5F7-27854C25C5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4293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3CCC5C-D88E-40FB-B30B-23DCDBD01D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"/>
            <a:ext cx="4167268" cy="685800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A4E4F4-D4DD-15A8-14E0-4BF3ECFE6F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591344"/>
            <a:ext cx="3200400" cy="5585619"/>
          </a:xfrm>
        </p:spPr>
        <p:txBody>
          <a:bodyPr>
            <a:normAutofit/>
          </a:bodyPr>
          <a:lstStyle/>
          <a:p>
            <a:r>
              <a:rPr lang="en-AU" sz="3400">
                <a:solidFill>
                  <a:srgbClr val="FFFFFF"/>
                </a:solidFill>
              </a:rPr>
              <a:t>Stored Procedure/DQL: Create Procedure and Query for GetSiteSummary Part 3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EC40D2-BBAA-9CD3-2F40-2F03EED175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en-AU" sz="1500"/>
              <a:t>PRINT '✅ Procedure created: </a:t>
            </a:r>
            <a:r>
              <a:rPr lang="en-AU" sz="1500" err="1"/>
              <a:t>GetSiteSummary</a:t>
            </a:r>
            <a:r>
              <a:rPr lang="en-AU" sz="1500"/>
              <a:t>';</a:t>
            </a:r>
          </a:p>
          <a:p>
            <a:r>
              <a:rPr lang="en-AU" sz="1500"/>
              <a:t>PRINT '';</a:t>
            </a:r>
          </a:p>
          <a:p>
            <a:r>
              <a:rPr lang="en-AU" sz="1500"/>
              <a:t>PRINT 'Testing OUTPUT parameters...';</a:t>
            </a:r>
          </a:p>
          <a:p>
            <a:r>
              <a:rPr lang="en-AU" sz="1500"/>
              <a:t>PRINT '';</a:t>
            </a:r>
          </a:p>
          <a:p>
            <a:endParaRPr lang="en-AU" sz="1500"/>
          </a:p>
          <a:p>
            <a:r>
              <a:rPr lang="en-US" sz="1500"/>
              <a:t>-- Declare variables to receive OUTPUT values</a:t>
            </a:r>
          </a:p>
          <a:p>
            <a:r>
              <a:rPr lang="en-AU" sz="1500"/>
              <a:t>DECLARE @Ore DECIMAL(12,2);</a:t>
            </a:r>
          </a:p>
          <a:p>
            <a:r>
              <a:rPr lang="en-AU" sz="1500"/>
              <a:t>DECLARE @Incidents INT;</a:t>
            </a:r>
          </a:p>
          <a:p>
            <a:r>
              <a:rPr lang="en-AU" sz="1500"/>
              <a:t>DECLARE @Downtime DECIMAL(5,2);</a:t>
            </a:r>
          </a:p>
          <a:p>
            <a:endParaRPr lang="en-AU" sz="1500"/>
          </a:p>
          <a:p>
            <a:r>
              <a:rPr lang="en-US" sz="1500"/>
              <a:t>-- Call procedure with OUTPUT keyword</a:t>
            </a:r>
          </a:p>
          <a:p>
            <a:r>
              <a:rPr lang="en-AU" sz="1500"/>
              <a:t>EXEC </a:t>
            </a:r>
            <a:r>
              <a:rPr lang="en-AU" sz="1500" err="1"/>
              <a:t>GetSiteSummary</a:t>
            </a:r>
            <a:r>
              <a:rPr lang="en-AU" sz="1500"/>
              <a:t> </a:t>
            </a:r>
          </a:p>
          <a:p>
            <a:r>
              <a:rPr lang="en-AU" sz="1500"/>
              <a:t>    @SiteID = 1,</a:t>
            </a:r>
          </a:p>
          <a:p>
            <a:r>
              <a:rPr lang="en-AU" sz="1500"/>
              <a:t>    @TotalOre = @Ore OUTPUT,</a:t>
            </a:r>
          </a:p>
          <a:p>
            <a:r>
              <a:rPr lang="en-AU" sz="1500"/>
              <a:t>    @TotalIncidents = @Incidents OUTPUT,</a:t>
            </a:r>
          </a:p>
          <a:p>
            <a:r>
              <a:rPr lang="en-AU" sz="1500"/>
              <a:t>    @DowntimePercent = @Downtime OUTPUT;</a:t>
            </a:r>
          </a:p>
        </p:txBody>
      </p:sp>
    </p:spTree>
    <p:extLst>
      <p:ext uri="{BB962C8B-B14F-4D97-AF65-F5344CB8AC3E}">
        <p14:creationId xmlns:p14="http://schemas.microsoft.com/office/powerpoint/2010/main" val="331292002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89575E1-3389-451A-A5F7-27854C25C5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4293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3CCC5C-D88E-40FB-B30B-23DCDBD01D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"/>
            <a:ext cx="4167268" cy="685800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09CEBE-0B99-0342-D98D-E3D439BC1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591344"/>
            <a:ext cx="3200400" cy="5585619"/>
          </a:xfrm>
        </p:spPr>
        <p:txBody>
          <a:bodyPr>
            <a:normAutofit/>
          </a:bodyPr>
          <a:lstStyle/>
          <a:p>
            <a:r>
              <a:rPr lang="en-AU" sz="2100">
                <a:solidFill>
                  <a:srgbClr val="FFFFFF"/>
                </a:solidFill>
              </a:rPr>
              <a:t>Stored Procedure/DQL: Create Procedure and Query for GetSafeProductionReport Part 1</a:t>
            </a:r>
            <a:br>
              <a:rPr lang="en-AU" sz="2100">
                <a:solidFill>
                  <a:srgbClr val="FFFFFF"/>
                </a:solidFill>
              </a:rPr>
            </a:br>
            <a:endParaRPr lang="en-AU" sz="2100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3E3DFA-7195-D16F-7A57-1FE129A2A3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endParaRPr lang="en-AU" sz="110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100">
                <a:highlight>
                  <a:srgbClr val="FFFFFF"/>
                </a:highlight>
                <a:latin typeface="Cascadia Mono" panose="020B0609020000020004" pitchFamily="49" charset="0"/>
              </a:rPr>
              <a:t>IF OBJECT_ID('</a:t>
            </a:r>
            <a:r>
              <a:rPr lang="en-US" sz="1100" err="1">
                <a:highlight>
                  <a:srgbClr val="FFFFFF"/>
                </a:highlight>
                <a:latin typeface="Cascadia Mono" panose="020B0609020000020004" pitchFamily="49" charset="0"/>
              </a:rPr>
              <a:t>GetSafeProductionReport</a:t>
            </a:r>
            <a:r>
              <a:rPr lang="en-US" sz="1100">
                <a:highlight>
                  <a:srgbClr val="FFFFFF"/>
                </a:highlight>
                <a:latin typeface="Cascadia Mono" panose="020B0609020000020004" pitchFamily="49" charset="0"/>
              </a:rPr>
              <a:t>', 'P') IS NOT NULL</a:t>
            </a:r>
          </a:p>
          <a:p>
            <a:r>
              <a:rPr lang="en-AU" sz="1100">
                <a:highlight>
                  <a:srgbClr val="FFFFFF"/>
                </a:highlight>
                <a:latin typeface="Cascadia Mono" panose="020B0609020000020004" pitchFamily="49" charset="0"/>
              </a:rPr>
              <a:t>    DROP PROCEDURE </a:t>
            </a:r>
            <a:r>
              <a:rPr lang="en-AU" sz="1100" err="1">
                <a:highlight>
                  <a:srgbClr val="FFFFFF"/>
                </a:highlight>
                <a:latin typeface="Cascadia Mono" panose="020B0609020000020004" pitchFamily="49" charset="0"/>
              </a:rPr>
              <a:t>GetSafeProductionReport</a:t>
            </a:r>
            <a:r>
              <a:rPr lang="en-AU" sz="1100"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AU" sz="1100">
                <a:highlight>
                  <a:srgbClr val="FFFFFF"/>
                </a:highlight>
                <a:latin typeface="Cascadia Mono" panose="020B0609020000020004" pitchFamily="49" charset="0"/>
              </a:rPr>
              <a:t>GO</a:t>
            </a:r>
          </a:p>
          <a:p>
            <a:endParaRPr lang="en-AU" sz="110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1100">
                <a:highlight>
                  <a:srgbClr val="FFFFFF"/>
                </a:highlight>
                <a:latin typeface="Cascadia Mono" panose="020B0609020000020004" pitchFamily="49" charset="0"/>
              </a:rPr>
              <a:t>CREATE PROCEDURE </a:t>
            </a:r>
            <a:r>
              <a:rPr lang="en-AU" sz="1100" err="1">
                <a:highlight>
                  <a:srgbClr val="FFFFFF"/>
                </a:highlight>
                <a:latin typeface="Cascadia Mono" panose="020B0609020000020004" pitchFamily="49" charset="0"/>
              </a:rPr>
              <a:t>GetSafeProductionReport</a:t>
            </a:r>
            <a:endParaRPr lang="en-AU" sz="110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1100">
                <a:highlight>
                  <a:srgbClr val="FFFFFF"/>
                </a:highlight>
                <a:latin typeface="Cascadia Mono" panose="020B0609020000020004" pitchFamily="49" charset="0"/>
              </a:rPr>
              <a:t>    @SiteID INT,</a:t>
            </a:r>
          </a:p>
          <a:p>
            <a:r>
              <a:rPr lang="en-AU" sz="1100">
                <a:highlight>
                  <a:srgbClr val="FFFFFF"/>
                </a:highlight>
                <a:latin typeface="Cascadia Mono" panose="020B0609020000020004" pitchFamily="49" charset="0"/>
              </a:rPr>
              <a:t>    @ReportDate DATE</a:t>
            </a:r>
          </a:p>
          <a:p>
            <a:r>
              <a:rPr lang="en-AU" sz="1100"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</a:p>
          <a:p>
            <a:r>
              <a:rPr lang="en-AU" sz="1100">
                <a:highlight>
                  <a:srgbClr val="FFFFFF"/>
                </a:highlight>
                <a:latin typeface="Cascadia Mono" panose="020B0609020000020004" pitchFamily="49" charset="0"/>
              </a:rPr>
              <a:t>BEGIN</a:t>
            </a:r>
          </a:p>
          <a:p>
            <a:r>
              <a:rPr lang="en-AU" sz="1100">
                <a:highlight>
                  <a:srgbClr val="FFFFFF"/>
                </a:highlight>
                <a:latin typeface="Cascadia Mono" panose="020B0609020000020004" pitchFamily="49" charset="0"/>
              </a:rPr>
              <a:t>    /*</a:t>
            </a:r>
          </a:p>
          <a:p>
            <a:r>
              <a:rPr lang="en-US" sz="1100">
                <a:highlight>
                  <a:srgbClr val="FFFFFF"/>
                </a:highlight>
                <a:latin typeface="Cascadia Mono" panose="020B0609020000020004" pitchFamily="49" charset="0"/>
              </a:rPr>
              <a:t>    Purpose: Production report with comprehensive error handling</a:t>
            </a:r>
          </a:p>
          <a:p>
            <a:r>
              <a:rPr lang="en-AU" sz="1100">
                <a:highlight>
                  <a:srgbClr val="FFFFFF"/>
                </a:highlight>
                <a:latin typeface="Cascadia Mono" panose="020B0609020000020004" pitchFamily="49" charset="0"/>
              </a:rPr>
              <a:t>    Parameters: @SiteID, @ReportDate</a:t>
            </a:r>
          </a:p>
          <a:p>
            <a:r>
              <a:rPr lang="en-AU" sz="1100">
                <a:highlight>
                  <a:srgbClr val="FFFFFF"/>
                </a:highlight>
                <a:latin typeface="Cascadia Mono" panose="020B0609020000020004" pitchFamily="49" charset="0"/>
              </a:rPr>
              <a:t>    Features: Input validation, existence checks, error logging</a:t>
            </a:r>
          </a:p>
          <a:p>
            <a:r>
              <a:rPr lang="en-US" sz="1100">
                <a:highlight>
                  <a:srgbClr val="FFFFFF"/>
                </a:highlight>
                <a:latin typeface="Cascadia Mono" panose="020B0609020000020004" pitchFamily="49" charset="0"/>
              </a:rPr>
              <a:t>    Example: EXEC </a:t>
            </a:r>
            <a:r>
              <a:rPr lang="en-US" sz="1100" err="1">
                <a:highlight>
                  <a:srgbClr val="FFFFFF"/>
                </a:highlight>
                <a:latin typeface="Cascadia Mono" panose="020B0609020000020004" pitchFamily="49" charset="0"/>
              </a:rPr>
              <a:t>GetSafeProductionReport</a:t>
            </a:r>
            <a:r>
              <a:rPr lang="en-US" sz="1100">
                <a:highlight>
                  <a:srgbClr val="FFFFFF"/>
                </a:highlight>
                <a:latin typeface="Cascadia Mono" panose="020B0609020000020004" pitchFamily="49" charset="0"/>
              </a:rPr>
              <a:t> @SiteID = 1, @ReportDate = '2024-12-01';</a:t>
            </a:r>
          </a:p>
          <a:p>
            <a:r>
              <a:rPr lang="en-AU" sz="1100">
                <a:highlight>
                  <a:srgbClr val="FFFFFF"/>
                </a:highlight>
                <a:latin typeface="Cascadia Mono" panose="020B0609020000020004" pitchFamily="49" charset="0"/>
              </a:rPr>
              <a:t>    */</a:t>
            </a:r>
          </a:p>
          <a:p>
            <a:r>
              <a:rPr lang="en-AU" sz="110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</a:p>
          <a:p>
            <a:r>
              <a:rPr lang="en-AU" sz="1100">
                <a:highlight>
                  <a:srgbClr val="FFFFFF"/>
                </a:highlight>
                <a:latin typeface="Cascadia Mono" panose="020B0609020000020004" pitchFamily="49" charset="0"/>
              </a:rPr>
              <a:t>    SET NOCOUNT ON;</a:t>
            </a:r>
          </a:p>
          <a:p>
            <a:r>
              <a:rPr lang="en-AU" sz="110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</a:p>
        </p:txBody>
      </p:sp>
    </p:spTree>
    <p:extLst>
      <p:ext uri="{BB962C8B-B14F-4D97-AF65-F5344CB8AC3E}">
        <p14:creationId xmlns:p14="http://schemas.microsoft.com/office/powerpoint/2010/main" val="313527685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89575E1-3389-451A-A5F7-27854C25C5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4293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3CCC5C-D88E-40FB-B30B-23DCDBD01D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"/>
            <a:ext cx="4167268" cy="685800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CD836A-9F60-B3D5-54AF-9806F5A890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591344"/>
            <a:ext cx="3200400" cy="5585619"/>
          </a:xfrm>
        </p:spPr>
        <p:txBody>
          <a:bodyPr>
            <a:normAutofit/>
          </a:bodyPr>
          <a:lstStyle/>
          <a:p>
            <a:r>
              <a:rPr lang="en-AU" sz="2100">
                <a:solidFill>
                  <a:srgbClr val="FFFFFF"/>
                </a:solidFill>
              </a:rPr>
              <a:t>Stored Procedure/DQL: Create Procedure and Query for GetSafeProductionReport Part 2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F278F8-AD2D-5446-57E6-36A4FB4DC5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 fontScale="92500" lnSpcReduction="10000"/>
          </a:bodyPr>
          <a:lstStyle/>
          <a:p>
            <a:r>
              <a:rPr lang="en-AU" sz="1500">
                <a:highlight>
                  <a:srgbClr val="FFFFFF"/>
                </a:highlight>
                <a:latin typeface="Cascadia Mono" panose="020B0609020000020004" pitchFamily="49" charset="0"/>
              </a:rPr>
              <a:t> BEGIN TRY</a:t>
            </a:r>
          </a:p>
          <a:p>
            <a:r>
              <a:rPr lang="en-US" sz="1500">
                <a:highlight>
                  <a:srgbClr val="FFFFFF"/>
                </a:highlight>
                <a:latin typeface="Cascadia Mono" panose="020B0609020000020004" pitchFamily="49" charset="0"/>
              </a:rPr>
              <a:t>        -- Validation 1: Check inputs not NULL</a:t>
            </a:r>
          </a:p>
          <a:p>
            <a:r>
              <a:rPr lang="en-US" sz="1500">
                <a:highlight>
                  <a:srgbClr val="FFFFFF"/>
                </a:highlight>
                <a:latin typeface="Cascadia Mono" panose="020B0609020000020004" pitchFamily="49" charset="0"/>
              </a:rPr>
              <a:t>        IF @SiteID IS NULL OR @SiteID &lt;= 0</a:t>
            </a:r>
          </a:p>
          <a:p>
            <a:r>
              <a:rPr lang="en-US" sz="1500">
                <a:highlight>
                  <a:srgbClr val="FFFFFF"/>
                </a:highlight>
                <a:latin typeface="Cascadia Mono" panose="020B0609020000020004" pitchFamily="49" charset="0"/>
              </a:rPr>
              <a:t>            THROW 50001, 'Invalid Site ID. Must be a positive integer.', 1;</a:t>
            </a:r>
          </a:p>
          <a:p>
            <a:r>
              <a:rPr lang="en-AU" sz="1500"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</a:p>
          <a:p>
            <a:r>
              <a:rPr lang="en-AU" sz="1500">
                <a:highlight>
                  <a:srgbClr val="FFFFFF"/>
                </a:highlight>
                <a:latin typeface="Cascadia Mono" panose="020B0609020000020004" pitchFamily="49" charset="0"/>
              </a:rPr>
              <a:t>        IF @ReportDate IS NULL</a:t>
            </a:r>
          </a:p>
          <a:p>
            <a:r>
              <a:rPr lang="en-US" sz="1500">
                <a:highlight>
                  <a:srgbClr val="FFFFFF"/>
                </a:highlight>
                <a:latin typeface="Cascadia Mono" panose="020B0609020000020004" pitchFamily="49" charset="0"/>
              </a:rPr>
              <a:t>            THROW 50002, 'Report date required. Cannot be NULL.', 1;</a:t>
            </a:r>
          </a:p>
          <a:p>
            <a:r>
              <a:rPr lang="en-AU" sz="1500"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</a:p>
          <a:p>
            <a:r>
              <a:rPr lang="en-US" sz="1500">
                <a:highlight>
                  <a:srgbClr val="FFFFFF"/>
                </a:highlight>
                <a:latin typeface="Cascadia Mono" panose="020B0609020000020004" pitchFamily="49" charset="0"/>
              </a:rPr>
              <a:t>        -- Validation 2: Check date not in future</a:t>
            </a:r>
          </a:p>
          <a:p>
            <a:r>
              <a:rPr lang="en-US" sz="1500">
                <a:highlight>
                  <a:srgbClr val="FFFFFF"/>
                </a:highlight>
                <a:latin typeface="Cascadia Mono" panose="020B0609020000020004" pitchFamily="49" charset="0"/>
              </a:rPr>
              <a:t>        IF @ReportDate &gt; CAST(GETDATE() AS DATE)</a:t>
            </a:r>
          </a:p>
          <a:p>
            <a:r>
              <a:rPr lang="en-US" sz="1500">
                <a:highlight>
                  <a:srgbClr val="FFFFFF"/>
                </a:highlight>
                <a:latin typeface="Cascadia Mono" panose="020B0609020000020004" pitchFamily="49" charset="0"/>
              </a:rPr>
              <a:t>            THROW 50003, 'Report date cannot be in the future.', 1;</a:t>
            </a:r>
          </a:p>
          <a:p>
            <a:r>
              <a:rPr lang="en-AU" sz="1500"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</a:p>
          <a:p>
            <a:r>
              <a:rPr lang="en-AU" sz="1500">
                <a:highlight>
                  <a:srgbClr val="FFFFFF"/>
                </a:highlight>
                <a:latin typeface="Cascadia Mono" panose="020B0609020000020004" pitchFamily="49" charset="0"/>
              </a:rPr>
              <a:t>        -- Validation 3: Check site exists</a:t>
            </a:r>
          </a:p>
          <a:p>
            <a:r>
              <a:rPr lang="en-US" sz="1500">
                <a:highlight>
                  <a:srgbClr val="FFFFFF"/>
                </a:highlight>
                <a:latin typeface="Cascadia Mono" panose="020B0609020000020004" pitchFamily="49" charset="0"/>
              </a:rPr>
              <a:t>        IF NOT EXISTS (SELECT 1 FROM </a:t>
            </a:r>
            <a:r>
              <a:rPr lang="en-US" sz="1500" err="1">
                <a:highlight>
                  <a:srgbClr val="FFFFFF"/>
                </a:highlight>
                <a:latin typeface="Cascadia Mono" panose="020B0609020000020004" pitchFamily="49" charset="0"/>
              </a:rPr>
              <a:t>mining_sites</a:t>
            </a:r>
            <a:r>
              <a:rPr lang="en-US" sz="1500">
                <a:highlight>
                  <a:srgbClr val="FFFFFF"/>
                </a:highlight>
                <a:latin typeface="Cascadia Mono" panose="020B0609020000020004" pitchFamily="49" charset="0"/>
              </a:rPr>
              <a:t> WHERE </a:t>
            </a:r>
            <a:r>
              <a:rPr lang="en-US" sz="1500" err="1">
                <a:highlight>
                  <a:srgbClr val="FFFFFF"/>
                </a:highlight>
                <a:latin typeface="Cascadia Mono" panose="020B0609020000020004" pitchFamily="49" charset="0"/>
              </a:rPr>
              <a:t>site_id</a:t>
            </a:r>
            <a:r>
              <a:rPr lang="en-US" sz="1500">
                <a:highlight>
                  <a:srgbClr val="FFFFFF"/>
                </a:highlight>
                <a:latin typeface="Cascadia Mono" panose="020B0609020000020004" pitchFamily="49" charset="0"/>
              </a:rPr>
              <a:t> = @SiteID)</a:t>
            </a:r>
          </a:p>
          <a:p>
            <a:r>
              <a:rPr lang="en-US" sz="1500">
                <a:highlight>
                  <a:srgbClr val="FFFFFF"/>
                </a:highlight>
                <a:latin typeface="Cascadia Mono" panose="020B0609020000020004" pitchFamily="49" charset="0"/>
              </a:rPr>
              <a:t>            THROW 50004, 'Site ID does not exist. Check </a:t>
            </a:r>
            <a:r>
              <a:rPr lang="en-US" sz="1500" err="1">
                <a:highlight>
                  <a:srgbClr val="FFFFFF"/>
                </a:highlight>
                <a:latin typeface="Cascadia Mono" panose="020B0609020000020004" pitchFamily="49" charset="0"/>
              </a:rPr>
              <a:t>mining_sites</a:t>
            </a:r>
            <a:r>
              <a:rPr lang="en-US" sz="1500">
                <a:highlight>
                  <a:srgbClr val="FFFFFF"/>
                </a:highlight>
                <a:latin typeface="Cascadia Mono" panose="020B0609020000020004" pitchFamily="49" charset="0"/>
              </a:rPr>
              <a:t> table.', 1;</a:t>
            </a:r>
          </a:p>
          <a:p>
            <a:r>
              <a:rPr lang="en-AU" sz="1500"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</a:p>
        </p:txBody>
      </p:sp>
    </p:spTree>
    <p:extLst>
      <p:ext uri="{BB962C8B-B14F-4D97-AF65-F5344CB8AC3E}">
        <p14:creationId xmlns:p14="http://schemas.microsoft.com/office/powerpoint/2010/main" val="215099509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89575E1-3389-451A-A5F7-27854C25C5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4293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3CCC5C-D88E-40FB-B30B-23DCDBD01D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"/>
            <a:ext cx="4167268" cy="685800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74E8AE-0BF6-D82C-8708-913ADBE64F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591344"/>
            <a:ext cx="3200400" cy="5585619"/>
          </a:xfrm>
        </p:spPr>
        <p:txBody>
          <a:bodyPr>
            <a:normAutofit/>
          </a:bodyPr>
          <a:lstStyle/>
          <a:p>
            <a:r>
              <a:rPr lang="en-AU" sz="2100">
                <a:solidFill>
                  <a:srgbClr val="FFFFFF"/>
                </a:solidFill>
              </a:rPr>
              <a:t>Stored Procedure/DQL: Create Procedure and Query for GetSafeProductionReport Part 3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F700D6-3BDB-C6C2-73EA-6381E8E3FF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en-US" sz="900">
                <a:highlight>
                  <a:srgbClr val="FFFFFF"/>
                </a:highlight>
                <a:latin typeface="Cascadia Mono" panose="020B0609020000020004" pitchFamily="49" charset="0"/>
              </a:rPr>
              <a:t> -- Validation 4: Check site is operational</a:t>
            </a:r>
          </a:p>
          <a:p>
            <a:r>
              <a:rPr lang="en-US" sz="900">
                <a:highlight>
                  <a:srgbClr val="FFFFFF"/>
                </a:highlight>
                <a:latin typeface="Cascadia Mono" panose="020B0609020000020004" pitchFamily="49" charset="0"/>
              </a:rPr>
              <a:t>        IF EXISTS (SELECT 1 FROM </a:t>
            </a:r>
            <a:r>
              <a:rPr lang="en-US" sz="900" err="1">
                <a:highlight>
                  <a:srgbClr val="FFFFFF"/>
                </a:highlight>
                <a:latin typeface="Cascadia Mono" panose="020B0609020000020004" pitchFamily="49" charset="0"/>
              </a:rPr>
              <a:t>mining_sites</a:t>
            </a:r>
            <a:r>
              <a:rPr lang="en-US" sz="900">
                <a:highlight>
                  <a:srgbClr val="FFFFFF"/>
                </a:highlight>
                <a:latin typeface="Cascadia Mono" panose="020B0609020000020004" pitchFamily="49" charset="0"/>
              </a:rPr>
              <a:t> WHERE </a:t>
            </a:r>
            <a:r>
              <a:rPr lang="en-US" sz="900" err="1">
                <a:highlight>
                  <a:srgbClr val="FFFFFF"/>
                </a:highlight>
                <a:latin typeface="Cascadia Mono" panose="020B0609020000020004" pitchFamily="49" charset="0"/>
              </a:rPr>
              <a:t>site_id</a:t>
            </a:r>
            <a:r>
              <a:rPr lang="en-US" sz="900">
                <a:highlight>
                  <a:srgbClr val="FFFFFF"/>
                </a:highlight>
                <a:latin typeface="Cascadia Mono" panose="020B0609020000020004" pitchFamily="49" charset="0"/>
              </a:rPr>
              <a:t> = @SiteID AND operational = 0)</a:t>
            </a:r>
          </a:p>
          <a:p>
            <a:r>
              <a:rPr lang="en-US" sz="900">
                <a:highlight>
                  <a:srgbClr val="FFFFFF"/>
                </a:highlight>
                <a:latin typeface="Cascadia Mono" panose="020B0609020000020004" pitchFamily="49" charset="0"/>
              </a:rPr>
              <a:t>            THROW 50005, 'Site is not currently operational.', 1;</a:t>
            </a:r>
          </a:p>
          <a:p>
            <a:r>
              <a:rPr lang="en-AU" sz="900"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</a:p>
          <a:p>
            <a:r>
              <a:rPr lang="en-US" sz="900">
                <a:highlight>
                  <a:srgbClr val="FFFFFF"/>
                </a:highlight>
                <a:latin typeface="Cascadia Mono" panose="020B0609020000020004" pitchFamily="49" charset="0"/>
              </a:rPr>
              <a:t>        -- If all validations pass, return data</a:t>
            </a:r>
          </a:p>
          <a:p>
            <a:r>
              <a:rPr lang="en-AU" sz="900">
                <a:highlight>
                  <a:srgbClr val="FFFFFF"/>
                </a:highlight>
                <a:latin typeface="Cascadia Mono" panose="020B0609020000020004" pitchFamily="49" charset="0"/>
              </a:rPr>
              <a:t>        SELECT </a:t>
            </a:r>
          </a:p>
          <a:p>
            <a:r>
              <a:rPr lang="en-AU" sz="900"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AU" sz="900" err="1">
                <a:highlight>
                  <a:srgbClr val="FFFFFF"/>
                </a:highlight>
                <a:latin typeface="Cascadia Mono" panose="020B0609020000020004" pitchFamily="49" charset="0"/>
              </a:rPr>
              <a:t>ms.site_name</a:t>
            </a:r>
            <a:r>
              <a:rPr lang="en-AU" sz="90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sz="900"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AU" sz="900" err="1">
                <a:highlight>
                  <a:srgbClr val="FFFFFF"/>
                </a:highlight>
                <a:latin typeface="Cascadia Mono" panose="020B0609020000020004" pitchFamily="49" charset="0"/>
              </a:rPr>
              <a:t>ms.site_location</a:t>
            </a:r>
            <a:r>
              <a:rPr lang="en-AU" sz="90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sz="900"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AU" sz="900" err="1">
                <a:highlight>
                  <a:srgbClr val="FFFFFF"/>
                </a:highlight>
                <a:latin typeface="Cascadia Mono" panose="020B0609020000020004" pitchFamily="49" charset="0"/>
              </a:rPr>
              <a:t>dp.production_date</a:t>
            </a:r>
            <a:r>
              <a:rPr lang="en-AU" sz="90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sz="900"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AU" sz="900" err="1">
                <a:highlight>
                  <a:srgbClr val="FFFFFF"/>
                </a:highlight>
                <a:latin typeface="Cascadia Mono" panose="020B0609020000020004" pitchFamily="49" charset="0"/>
              </a:rPr>
              <a:t>dp.shift</a:t>
            </a:r>
            <a:r>
              <a:rPr lang="en-AU" sz="90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sz="900"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AU" sz="900" err="1">
                <a:highlight>
                  <a:srgbClr val="FFFFFF"/>
                </a:highlight>
                <a:latin typeface="Cascadia Mono" panose="020B0609020000020004" pitchFamily="49" charset="0"/>
              </a:rPr>
              <a:t>dp.ore_tonnes</a:t>
            </a:r>
            <a:r>
              <a:rPr lang="en-AU" sz="90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sz="900"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AU" sz="900" err="1">
                <a:highlight>
                  <a:srgbClr val="FFFFFF"/>
                </a:highlight>
                <a:latin typeface="Cascadia Mono" panose="020B0609020000020004" pitchFamily="49" charset="0"/>
              </a:rPr>
              <a:t>dp.waste_tonnes</a:t>
            </a:r>
            <a:r>
              <a:rPr lang="en-AU" sz="90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sz="900"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AU" sz="900" err="1">
                <a:highlight>
                  <a:srgbClr val="FFFFFF"/>
                </a:highlight>
                <a:latin typeface="Cascadia Mono" panose="020B0609020000020004" pitchFamily="49" charset="0"/>
              </a:rPr>
              <a:t>dp.downtime_hours</a:t>
            </a:r>
            <a:r>
              <a:rPr lang="en-AU" sz="90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sz="900"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AU" sz="900" err="1">
                <a:highlight>
                  <a:srgbClr val="FFFFFF"/>
                </a:highlight>
                <a:latin typeface="Cascadia Mono" panose="020B0609020000020004" pitchFamily="49" charset="0"/>
              </a:rPr>
              <a:t>dp.efficiency_percent</a:t>
            </a:r>
            <a:r>
              <a:rPr lang="en-AU" sz="90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sz="900">
                <a:highlight>
                  <a:srgbClr val="FFFFFF"/>
                </a:highlight>
                <a:latin typeface="Cascadia Mono" panose="020B0609020000020004" pitchFamily="49" charset="0"/>
              </a:rPr>
              <a:t>            CASE </a:t>
            </a:r>
          </a:p>
          <a:p>
            <a:r>
              <a:rPr lang="en-US" sz="900">
                <a:highlight>
                  <a:srgbClr val="FFFFFF"/>
                </a:highlight>
                <a:latin typeface="Cascadia Mono" panose="020B0609020000020004" pitchFamily="49" charset="0"/>
              </a:rPr>
              <a:t>                WHEN </a:t>
            </a:r>
            <a:r>
              <a:rPr lang="en-US" sz="900" err="1">
                <a:highlight>
                  <a:srgbClr val="FFFFFF"/>
                </a:highlight>
                <a:latin typeface="Cascadia Mono" panose="020B0609020000020004" pitchFamily="49" charset="0"/>
              </a:rPr>
              <a:t>dp.efficiency_percent</a:t>
            </a:r>
            <a:r>
              <a:rPr lang="en-US" sz="900">
                <a:highlight>
                  <a:srgbClr val="FFFFFF"/>
                </a:highlight>
                <a:latin typeface="Cascadia Mono" panose="020B0609020000020004" pitchFamily="49" charset="0"/>
              </a:rPr>
              <a:t> &gt;= 90 THEN 'Excellent'</a:t>
            </a:r>
          </a:p>
          <a:p>
            <a:r>
              <a:rPr lang="en-US" sz="900">
                <a:highlight>
                  <a:srgbClr val="FFFFFF"/>
                </a:highlight>
                <a:latin typeface="Cascadia Mono" panose="020B0609020000020004" pitchFamily="49" charset="0"/>
              </a:rPr>
              <a:t>                WHEN </a:t>
            </a:r>
            <a:r>
              <a:rPr lang="en-US" sz="900" err="1">
                <a:highlight>
                  <a:srgbClr val="FFFFFF"/>
                </a:highlight>
                <a:latin typeface="Cascadia Mono" panose="020B0609020000020004" pitchFamily="49" charset="0"/>
              </a:rPr>
              <a:t>dp.efficiency_percent</a:t>
            </a:r>
            <a:r>
              <a:rPr lang="en-US" sz="900">
                <a:highlight>
                  <a:srgbClr val="FFFFFF"/>
                </a:highlight>
                <a:latin typeface="Cascadia Mono" panose="020B0609020000020004" pitchFamily="49" charset="0"/>
              </a:rPr>
              <a:t> &gt;= 80 THEN 'Good'</a:t>
            </a:r>
          </a:p>
          <a:p>
            <a:r>
              <a:rPr lang="en-US" sz="900">
                <a:highlight>
                  <a:srgbClr val="FFFFFF"/>
                </a:highlight>
                <a:latin typeface="Cascadia Mono" panose="020B0609020000020004" pitchFamily="49" charset="0"/>
              </a:rPr>
              <a:t>                WHEN </a:t>
            </a:r>
            <a:r>
              <a:rPr lang="en-US" sz="900" err="1">
                <a:highlight>
                  <a:srgbClr val="FFFFFF"/>
                </a:highlight>
                <a:latin typeface="Cascadia Mono" panose="020B0609020000020004" pitchFamily="49" charset="0"/>
              </a:rPr>
              <a:t>dp.efficiency_percent</a:t>
            </a:r>
            <a:r>
              <a:rPr lang="en-US" sz="900">
                <a:highlight>
                  <a:srgbClr val="FFFFFF"/>
                </a:highlight>
                <a:latin typeface="Cascadia Mono" panose="020B0609020000020004" pitchFamily="49" charset="0"/>
              </a:rPr>
              <a:t> &gt;= 70 THEN 'Fair'</a:t>
            </a:r>
          </a:p>
          <a:p>
            <a:r>
              <a:rPr lang="en-AU" sz="900">
                <a:highlight>
                  <a:srgbClr val="FFFFFF"/>
                </a:highlight>
                <a:latin typeface="Cascadia Mono" panose="020B0609020000020004" pitchFamily="49" charset="0"/>
              </a:rPr>
              <a:t>                ELSE 'Needs Improvement'</a:t>
            </a:r>
          </a:p>
          <a:p>
            <a:r>
              <a:rPr lang="en-AU" sz="900">
                <a:highlight>
                  <a:srgbClr val="FFFFFF"/>
                </a:highlight>
                <a:latin typeface="Cascadia Mono" panose="020B0609020000020004" pitchFamily="49" charset="0"/>
              </a:rPr>
              <a:t>            END AS </a:t>
            </a:r>
            <a:r>
              <a:rPr lang="en-AU" sz="900" err="1">
                <a:highlight>
                  <a:srgbClr val="FFFFFF"/>
                </a:highlight>
                <a:latin typeface="Cascadia Mono" panose="020B0609020000020004" pitchFamily="49" charset="0"/>
              </a:rPr>
              <a:t>performance_rating</a:t>
            </a:r>
            <a:endParaRPr lang="en-AU" sz="90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900">
                <a:highlight>
                  <a:srgbClr val="FFFFFF"/>
                </a:highlight>
                <a:latin typeface="Cascadia Mono" panose="020B0609020000020004" pitchFamily="49" charset="0"/>
              </a:rPr>
              <a:t>        FROM </a:t>
            </a:r>
            <a:r>
              <a:rPr lang="en-AU" sz="900" err="1">
                <a:highlight>
                  <a:srgbClr val="FFFFFF"/>
                </a:highlight>
                <a:latin typeface="Cascadia Mono" panose="020B0609020000020004" pitchFamily="49" charset="0"/>
              </a:rPr>
              <a:t>daily_production</a:t>
            </a:r>
            <a:r>
              <a:rPr lang="en-AU" sz="900"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900" err="1">
                <a:highlight>
                  <a:srgbClr val="FFFFFF"/>
                </a:highlight>
                <a:latin typeface="Cascadia Mono" panose="020B0609020000020004" pitchFamily="49" charset="0"/>
              </a:rPr>
              <a:t>dp</a:t>
            </a:r>
            <a:endParaRPr lang="en-AU" sz="90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900">
                <a:highlight>
                  <a:srgbClr val="FFFFFF"/>
                </a:highlight>
                <a:latin typeface="Cascadia Mono" panose="020B0609020000020004" pitchFamily="49" charset="0"/>
              </a:rPr>
              <a:t>        JOIN </a:t>
            </a:r>
            <a:r>
              <a:rPr lang="en-AU" sz="900" err="1">
                <a:highlight>
                  <a:srgbClr val="FFFFFF"/>
                </a:highlight>
                <a:latin typeface="Cascadia Mono" panose="020B0609020000020004" pitchFamily="49" charset="0"/>
              </a:rPr>
              <a:t>mining_sites</a:t>
            </a:r>
            <a:r>
              <a:rPr lang="en-AU" sz="900"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900" err="1">
                <a:highlight>
                  <a:srgbClr val="FFFFFF"/>
                </a:highlight>
                <a:latin typeface="Cascadia Mono" panose="020B0609020000020004" pitchFamily="49" charset="0"/>
              </a:rPr>
              <a:t>ms</a:t>
            </a:r>
            <a:r>
              <a:rPr lang="en-AU" sz="900">
                <a:highlight>
                  <a:srgbClr val="FFFFFF"/>
                </a:highlight>
                <a:latin typeface="Cascadia Mono" panose="020B0609020000020004" pitchFamily="49" charset="0"/>
              </a:rPr>
              <a:t> ON </a:t>
            </a:r>
            <a:r>
              <a:rPr lang="en-AU" sz="900" err="1">
                <a:highlight>
                  <a:srgbClr val="FFFFFF"/>
                </a:highlight>
                <a:latin typeface="Cascadia Mono" panose="020B0609020000020004" pitchFamily="49" charset="0"/>
              </a:rPr>
              <a:t>dp.site_id</a:t>
            </a:r>
            <a:r>
              <a:rPr lang="en-AU" sz="900"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en-AU" sz="900" err="1">
                <a:highlight>
                  <a:srgbClr val="FFFFFF"/>
                </a:highlight>
                <a:latin typeface="Cascadia Mono" panose="020B0609020000020004" pitchFamily="49" charset="0"/>
              </a:rPr>
              <a:t>ms.site_id</a:t>
            </a:r>
            <a:endParaRPr lang="en-AU" sz="900">
              <a:highlight>
                <a:srgbClr val="FFFFFF"/>
              </a:highlight>
              <a:latin typeface="Cascadia Mono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425439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89575E1-3389-451A-A5F7-27854C25C5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4293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3CCC5C-D88E-40FB-B30B-23DCDBD01D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"/>
            <a:ext cx="4167268" cy="685800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3DE548-48EB-B561-4553-83DAB17DF5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591344"/>
            <a:ext cx="3200400" cy="5585619"/>
          </a:xfrm>
        </p:spPr>
        <p:txBody>
          <a:bodyPr>
            <a:normAutofit/>
          </a:bodyPr>
          <a:lstStyle/>
          <a:p>
            <a:r>
              <a:rPr lang="en-AU" sz="2100">
                <a:solidFill>
                  <a:srgbClr val="FFFFFF"/>
                </a:solidFill>
              </a:rPr>
              <a:t>Stored Procedure/DQL: Create Procedure and Query for GetSafeProductionReport Part 4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4B5176-D39E-3FBD-C120-5359094C1C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en-US" sz="1100">
                <a:highlight>
                  <a:srgbClr val="FFFFFF"/>
                </a:highlight>
                <a:latin typeface="Cascadia Mono" panose="020B0609020000020004" pitchFamily="49" charset="0"/>
              </a:rPr>
              <a:t> WHERE </a:t>
            </a:r>
            <a:r>
              <a:rPr lang="en-US" sz="1100" err="1">
                <a:highlight>
                  <a:srgbClr val="FFFFFF"/>
                </a:highlight>
                <a:latin typeface="Cascadia Mono" panose="020B0609020000020004" pitchFamily="49" charset="0"/>
              </a:rPr>
              <a:t>dp.site_id</a:t>
            </a:r>
            <a:r>
              <a:rPr lang="en-US" sz="1100">
                <a:highlight>
                  <a:srgbClr val="FFFFFF"/>
                </a:highlight>
                <a:latin typeface="Cascadia Mono" panose="020B0609020000020004" pitchFamily="49" charset="0"/>
              </a:rPr>
              <a:t> = @SiteID</a:t>
            </a:r>
          </a:p>
          <a:p>
            <a:r>
              <a:rPr lang="en-US" sz="1100">
                <a:highlight>
                  <a:srgbClr val="FFFFFF"/>
                </a:highlight>
                <a:latin typeface="Cascadia Mono" panose="020B0609020000020004" pitchFamily="49" charset="0"/>
              </a:rPr>
              <a:t>          AND </a:t>
            </a:r>
            <a:r>
              <a:rPr lang="en-US" sz="1100" err="1">
                <a:highlight>
                  <a:srgbClr val="FFFFFF"/>
                </a:highlight>
                <a:latin typeface="Cascadia Mono" panose="020B0609020000020004" pitchFamily="49" charset="0"/>
              </a:rPr>
              <a:t>dp.production_date</a:t>
            </a:r>
            <a:r>
              <a:rPr lang="en-US" sz="1100">
                <a:highlight>
                  <a:srgbClr val="FFFFFF"/>
                </a:highlight>
                <a:latin typeface="Cascadia Mono" panose="020B0609020000020004" pitchFamily="49" charset="0"/>
              </a:rPr>
              <a:t> = @ReportDate</a:t>
            </a:r>
          </a:p>
          <a:p>
            <a:r>
              <a:rPr lang="en-AU" sz="1100">
                <a:highlight>
                  <a:srgbClr val="FFFFFF"/>
                </a:highlight>
                <a:latin typeface="Cascadia Mono" panose="020B0609020000020004" pitchFamily="49" charset="0"/>
              </a:rPr>
              <a:t>        ORDER BY </a:t>
            </a:r>
            <a:r>
              <a:rPr lang="en-AU" sz="1100" err="1">
                <a:highlight>
                  <a:srgbClr val="FFFFFF"/>
                </a:highlight>
                <a:latin typeface="Cascadia Mono" panose="020B0609020000020004" pitchFamily="49" charset="0"/>
              </a:rPr>
              <a:t>dp.shift</a:t>
            </a:r>
            <a:r>
              <a:rPr lang="en-AU" sz="1100"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AU" sz="1100"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</a:p>
          <a:p>
            <a:r>
              <a:rPr lang="en-AU" sz="1100">
                <a:highlight>
                  <a:srgbClr val="FFFFFF"/>
                </a:highlight>
                <a:latin typeface="Cascadia Mono" panose="020B0609020000020004" pitchFamily="49" charset="0"/>
              </a:rPr>
              <a:t>        -- Success message</a:t>
            </a:r>
          </a:p>
          <a:p>
            <a:r>
              <a:rPr lang="en-AU" sz="1100">
                <a:highlight>
                  <a:srgbClr val="FFFFFF"/>
                </a:highlight>
                <a:latin typeface="Cascadia Mono" panose="020B0609020000020004" pitchFamily="49" charset="0"/>
              </a:rPr>
              <a:t>        DECLARE @SuccessMsg NVARCHAR(200);</a:t>
            </a:r>
          </a:p>
          <a:p>
            <a:r>
              <a:rPr lang="en-US" sz="1100">
                <a:highlight>
                  <a:srgbClr val="FFFFFF"/>
                </a:highlight>
                <a:latin typeface="Cascadia Mono" panose="020B0609020000020004" pitchFamily="49" charset="0"/>
              </a:rPr>
              <a:t>        SET @SuccessMsg = 'Report generated successfully for ' + </a:t>
            </a:r>
          </a:p>
          <a:p>
            <a:r>
              <a:rPr lang="en-US" sz="1100"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  (SELECT </a:t>
            </a:r>
            <a:r>
              <a:rPr lang="en-US" sz="1100" err="1">
                <a:highlight>
                  <a:srgbClr val="FFFFFF"/>
                </a:highlight>
                <a:latin typeface="Cascadia Mono" panose="020B0609020000020004" pitchFamily="49" charset="0"/>
              </a:rPr>
              <a:t>site_name</a:t>
            </a:r>
            <a:r>
              <a:rPr lang="en-US" sz="1100">
                <a:highlight>
                  <a:srgbClr val="FFFFFF"/>
                </a:highlight>
                <a:latin typeface="Cascadia Mono" panose="020B0609020000020004" pitchFamily="49" charset="0"/>
              </a:rPr>
              <a:t> FROM </a:t>
            </a:r>
            <a:r>
              <a:rPr lang="en-US" sz="1100" err="1">
                <a:highlight>
                  <a:srgbClr val="FFFFFF"/>
                </a:highlight>
                <a:latin typeface="Cascadia Mono" panose="020B0609020000020004" pitchFamily="49" charset="0"/>
              </a:rPr>
              <a:t>mining_sites</a:t>
            </a:r>
            <a:r>
              <a:rPr lang="en-US" sz="1100">
                <a:highlight>
                  <a:srgbClr val="FFFFFF"/>
                </a:highlight>
                <a:latin typeface="Cascadia Mono" panose="020B0609020000020004" pitchFamily="49" charset="0"/>
              </a:rPr>
              <a:t> WHERE </a:t>
            </a:r>
            <a:r>
              <a:rPr lang="en-US" sz="1100" err="1">
                <a:highlight>
                  <a:srgbClr val="FFFFFF"/>
                </a:highlight>
                <a:latin typeface="Cascadia Mono" panose="020B0609020000020004" pitchFamily="49" charset="0"/>
              </a:rPr>
              <a:t>site_id</a:t>
            </a:r>
            <a:r>
              <a:rPr lang="en-US" sz="1100">
                <a:highlight>
                  <a:srgbClr val="FFFFFF"/>
                </a:highlight>
                <a:latin typeface="Cascadia Mono" panose="020B0609020000020004" pitchFamily="49" charset="0"/>
              </a:rPr>
              <a:t> = @SiteID) +</a:t>
            </a:r>
          </a:p>
          <a:p>
            <a:r>
              <a:rPr lang="fr-FR" sz="1100"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  ' on ' + CONVERT(NVARCHAR(10), @ReportDate, 120);</a:t>
            </a:r>
          </a:p>
          <a:p>
            <a:r>
              <a:rPr lang="en-AU" sz="1100">
                <a:highlight>
                  <a:srgbClr val="FFFFFF"/>
                </a:highlight>
                <a:latin typeface="Cascadia Mono" panose="020B0609020000020004" pitchFamily="49" charset="0"/>
              </a:rPr>
              <a:t>        PRINT @SuccessMsg;</a:t>
            </a:r>
          </a:p>
          <a:p>
            <a:r>
              <a:rPr lang="en-AU" sz="1100"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</a:p>
          <a:p>
            <a:r>
              <a:rPr lang="en-AU" sz="1100">
                <a:highlight>
                  <a:srgbClr val="FFFFFF"/>
                </a:highlight>
                <a:latin typeface="Cascadia Mono" panose="020B0609020000020004" pitchFamily="49" charset="0"/>
              </a:rPr>
              <a:t>    END TRY</a:t>
            </a:r>
          </a:p>
          <a:p>
            <a:r>
              <a:rPr lang="en-AU" sz="1100">
                <a:highlight>
                  <a:srgbClr val="FFFFFF"/>
                </a:highlight>
                <a:latin typeface="Cascadia Mono" panose="020B0609020000020004" pitchFamily="49" charset="0"/>
              </a:rPr>
              <a:t>    BEGIN CATCH</a:t>
            </a:r>
          </a:p>
          <a:p>
            <a:r>
              <a:rPr lang="en-AU" sz="1100">
                <a:highlight>
                  <a:srgbClr val="FFFFFF"/>
                </a:highlight>
                <a:latin typeface="Cascadia Mono" panose="020B0609020000020004" pitchFamily="49" charset="0"/>
              </a:rPr>
              <a:t>        -- Capture error details</a:t>
            </a:r>
          </a:p>
          <a:p>
            <a:r>
              <a:rPr lang="es-ES" sz="1100">
                <a:highlight>
                  <a:srgbClr val="FFFFFF"/>
                </a:highlight>
                <a:latin typeface="Cascadia Mono" panose="020B0609020000020004" pitchFamily="49" charset="0"/>
              </a:rPr>
              <a:t>        DECLARE @ErrorMessage NVARCHAR(4000) = ERROR_MESSAGE();</a:t>
            </a:r>
          </a:p>
          <a:p>
            <a:r>
              <a:rPr lang="en-US" sz="1100">
                <a:highlight>
                  <a:srgbClr val="FFFFFF"/>
                </a:highlight>
                <a:latin typeface="Cascadia Mono" panose="020B0609020000020004" pitchFamily="49" charset="0"/>
              </a:rPr>
              <a:t>        DECLARE @ErrorSeverity INT = ERROR_SEVERITY();</a:t>
            </a:r>
          </a:p>
          <a:p>
            <a:r>
              <a:rPr lang="en-AU" sz="1100">
                <a:highlight>
                  <a:srgbClr val="FFFFFF"/>
                </a:highlight>
                <a:latin typeface="Cascadia Mono" panose="020B0609020000020004" pitchFamily="49" charset="0"/>
              </a:rPr>
              <a:t>        DECLARE @ErrorState INT = ERROR_STATE();</a:t>
            </a:r>
          </a:p>
          <a:p>
            <a:r>
              <a:rPr lang="en-US" sz="1100">
                <a:highlight>
                  <a:srgbClr val="FFFFFF"/>
                </a:highlight>
                <a:latin typeface="Cascadia Mono" panose="020B0609020000020004" pitchFamily="49" charset="0"/>
              </a:rPr>
              <a:t>        DECLARE @ErrorLine INT = ERROR_LINE();</a:t>
            </a:r>
          </a:p>
          <a:p>
            <a:r>
              <a:rPr lang="es-ES" sz="1100">
                <a:highlight>
                  <a:srgbClr val="FFFFFF"/>
                </a:highlight>
                <a:latin typeface="Cascadia Mono" panose="020B0609020000020004" pitchFamily="49" charset="0"/>
              </a:rPr>
              <a:t>        DECLARE @ErrorProcedure NVARCHAR(128) = ERROR_PROCEDURE();</a:t>
            </a:r>
          </a:p>
        </p:txBody>
      </p:sp>
    </p:spTree>
    <p:extLst>
      <p:ext uri="{BB962C8B-B14F-4D97-AF65-F5344CB8AC3E}">
        <p14:creationId xmlns:p14="http://schemas.microsoft.com/office/powerpoint/2010/main" val="419999116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89575E1-3389-451A-A5F7-27854C25C5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4293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3CCC5C-D88E-40FB-B30B-23DCDBD01D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"/>
            <a:ext cx="4167268" cy="685800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1EF5A7-E024-CF6D-8F58-008D74AA21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591344"/>
            <a:ext cx="3200400" cy="5585619"/>
          </a:xfrm>
        </p:spPr>
        <p:txBody>
          <a:bodyPr>
            <a:normAutofit/>
          </a:bodyPr>
          <a:lstStyle/>
          <a:p>
            <a:r>
              <a:rPr lang="en-AU" sz="2100">
                <a:solidFill>
                  <a:srgbClr val="FFFFFF"/>
                </a:solidFill>
              </a:rPr>
              <a:t>Stored Procedure/DQL: Create Procedure and Query for GetSafeProductionReport Part 5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F590E0-FB86-6627-24F9-97501E6CD4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 lnSpcReduction="10000"/>
          </a:bodyPr>
          <a:lstStyle/>
          <a:p>
            <a:r>
              <a:rPr lang="en-AU" sz="1500"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s-ES" sz="1500">
                <a:highlight>
                  <a:srgbClr val="FFFFFF"/>
                </a:highlight>
                <a:latin typeface="Cascadia Mono" panose="020B0609020000020004" pitchFamily="49" charset="0"/>
              </a:rPr>
              <a:t>        -- Log error </a:t>
            </a:r>
            <a:r>
              <a:rPr lang="es-ES" sz="1500" err="1">
                <a:highlight>
                  <a:srgbClr val="FFFFFF"/>
                </a:highlight>
                <a:latin typeface="Cascadia Mono" panose="020B0609020000020004" pitchFamily="49" charset="0"/>
              </a:rPr>
              <a:t>to</a:t>
            </a:r>
            <a:r>
              <a:rPr lang="es-ES" sz="1500"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s-ES" sz="1500" err="1">
                <a:highlight>
                  <a:srgbClr val="FFFFFF"/>
                </a:highlight>
                <a:latin typeface="Cascadia Mono" panose="020B0609020000020004" pitchFamily="49" charset="0"/>
              </a:rPr>
              <a:t>error_log</a:t>
            </a:r>
            <a:r>
              <a:rPr lang="es-ES" sz="1500">
                <a:highlight>
                  <a:srgbClr val="FFFFFF"/>
                </a:highlight>
                <a:latin typeface="Cascadia Mono" panose="020B0609020000020004" pitchFamily="49" charset="0"/>
              </a:rPr>
              <a:t> table</a:t>
            </a:r>
          </a:p>
          <a:p>
            <a:r>
              <a:rPr lang="en-AU" sz="1500">
                <a:highlight>
                  <a:srgbClr val="FFFFFF"/>
                </a:highlight>
                <a:latin typeface="Cascadia Mono" panose="020B0609020000020004" pitchFamily="49" charset="0"/>
              </a:rPr>
              <a:t>        INSERT INTO </a:t>
            </a:r>
            <a:r>
              <a:rPr lang="en-AU" sz="1500" err="1">
                <a:highlight>
                  <a:srgbClr val="FFFFFF"/>
                </a:highlight>
                <a:latin typeface="Cascadia Mono" panose="020B0609020000020004" pitchFamily="49" charset="0"/>
              </a:rPr>
              <a:t>error_log</a:t>
            </a:r>
            <a:r>
              <a:rPr lang="en-AU" sz="1500"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  <a:r>
              <a:rPr lang="en-AU" sz="1500" err="1">
                <a:highlight>
                  <a:srgbClr val="FFFFFF"/>
                </a:highlight>
                <a:latin typeface="Cascadia Mono" panose="020B0609020000020004" pitchFamily="49" charset="0"/>
              </a:rPr>
              <a:t>error_message</a:t>
            </a:r>
            <a:r>
              <a:rPr lang="en-AU" sz="1500"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AU" sz="1500" err="1">
                <a:highlight>
                  <a:srgbClr val="FFFFFF"/>
                </a:highlight>
                <a:latin typeface="Cascadia Mono" panose="020B0609020000020004" pitchFamily="49" charset="0"/>
              </a:rPr>
              <a:t>error_procedure</a:t>
            </a:r>
            <a:r>
              <a:rPr lang="en-AU" sz="1500"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AU" sz="1500" err="1">
                <a:highlight>
                  <a:srgbClr val="FFFFFF"/>
                </a:highlight>
                <a:latin typeface="Cascadia Mono" panose="020B0609020000020004" pitchFamily="49" charset="0"/>
              </a:rPr>
              <a:t>error_line</a:t>
            </a:r>
            <a:r>
              <a:rPr lang="en-AU" sz="1500"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AU" sz="1500" err="1">
                <a:highlight>
                  <a:srgbClr val="FFFFFF"/>
                </a:highlight>
                <a:latin typeface="Cascadia Mono" panose="020B0609020000020004" pitchFamily="49" charset="0"/>
              </a:rPr>
              <a:t>error_severity</a:t>
            </a:r>
            <a:r>
              <a:rPr lang="en-AU" sz="1500"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AU" sz="1500" err="1">
                <a:highlight>
                  <a:srgbClr val="FFFFFF"/>
                </a:highlight>
                <a:latin typeface="Cascadia Mono" panose="020B0609020000020004" pitchFamily="49" charset="0"/>
              </a:rPr>
              <a:t>error_state</a:t>
            </a:r>
            <a:r>
              <a:rPr lang="en-AU" sz="1500"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</a:p>
          <a:p>
            <a:r>
              <a:rPr lang="en-AU" sz="1500">
                <a:highlight>
                  <a:srgbClr val="FFFFFF"/>
                </a:highlight>
                <a:latin typeface="Cascadia Mono" panose="020B0609020000020004" pitchFamily="49" charset="0"/>
              </a:rPr>
              <a:t>        VALUES (@ErrorMessage, @ErrorProcedure, @ErrorLine, @ErrorSeverity, @ErrorState);</a:t>
            </a:r>
          </a:p>
          <a:p>
            <a:r>
              <a:rPr lang="en-AU" sz="1500"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</a:p>
          <a:p>
            <a:r>
              <a:rPr lang="en-AU" sz="1500">
                <a:highlight>
                  <a:srgbClr val="FFFFFF"/>
                </a:highlight>
                <a:latin typeface="Cascadia Mono" panose="020B0609020000020004" pitchFamily="49" charset="0"/>
              </a:rPr>
              <a:t>        -- Print user-friendly error</a:t>
            </a:r>
          </a:p>
          <a:p>
            <a:r>
              <a:rPr lang="en-US" sz="1500">
                <a:highlight>
                  <a:srgbClr val="FFFFFF"/>
                </a:highlight>
                <a:latin typeface="Cascadia Mono" panose="020B0609020000020004" pitchFamily="49" charset="0"/>
              </a:rPr>
              <a:t>        PRINT '❌ ERROR in ' + ISNULL(@ErrorProcedure, 'Unknown Procedure');</a:t>
            </a:r>
          </a:p>
          <a:p>
            <a:r>
              <a:rPr lang="en-US" sz="1500">
                <a:highlight>
                  <a:srgbClr val="FFFFFF"/>
                </a:highlight>
                <a:latin typeface="Cascadia Mono" panose="020B0609020000020004" pitchFamily="49" charset="0"/>
              </a:rPr>
              <a:t>        PRINT '   Line: ' + CAST(@ErrorLine AS NVARCHAR(10));</a:t>
            </a:r>
          </a:p>
          <a:p>
            <a:r>
              <a:rPr lang="en-AU" sz="1500">
                <a:highlight>
                  <a:srgbClr val="FFFFFF"/>
                </a:highlight>
                <a:latin typeface="Cascadia Mono" panose="020B0609020000020004" pitchFamily="49" charset="0"/>
              </a:rPr>
              <a:t>        PRINT '   Message: ' + @ErrorMessage;</a:t>
            </a:r>
          </a:p>
          <a:p>
            <a:r>
              <a:rPr lang="en-AU" sz="1500"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</a:p>
          <a:p>
            <a:r>
              <a:rPr lang="en-AU" sz="1500">
                <a:highlight>
                  <a:srgbClr val="FFFFFF"/>
                </a:highlight>
                <a:latin typeface="Cascadia Mono" panose="020B0609020000020004" pitchFamily="49" charset="0"/>
              </a:rPr>
              <a:t>        -- Re-throw error to caller</a:t>
            </a:r>
          </a:p>
          <a:p>
            <a:r>
              <a:rPr lang="en-AU" sz="1500">
                <a:highlight>
                  <a:srgbClr val="FFFFFF"/>
                </a:highlight>
                <a:latin typeface="Cascadia Mono" panose="020B0609020000020004" pitchFamily="49" charset="0"/>
              </a:rPr>
              <a:t>        THROW;</a:t>
            </a:r>
          </a:p>
          <a:p>
            <a:r>
              <a:rPr lang="en-AU" sz="1500">
                <a:highlight>
                  <a:srgbClr val="FFFFFF"/>
                </a:highlight>
                <a:latin typeface="Cascadia Mono" panose="020B0609020000020004" pitchFamily="49" charset="0"/>
              </a:rPr>
              <a:t>    END CATCH</a:t>
            </a:r>
          </a:p>
          <a:p>
            <a:r>
              <a:rPr lang="en-AU" sz="1500">
                <a:highlight>
                  <a:srgbClr val="FFFFFF"/>
                </a:highlight>
                <a:latin typeface="Cascadia Mono" panose="020B0609020000020004" pitchFamily="49" charset="0"/>
              </a:rPr>
              <a:t>END</a:t>
            </a:r>
          </a:p>
          <a:p>
            <a:r>
              <a:rPr lang="en-AU" sz="1500">
                <a:highlight>
                  <a:srgbClr val="FFFFFF"/>
                </a:highlight>
                <a:latin typeface="Cascadia Mono" panose="020B0609020000020004" pitchFamily="49" charset="0"/>
              </a:rPr>
              <a:t>GO</a:t>
            </a:r>
            <a:endParaRPr lang="en-AU" sz="1500"/>
          </a:p>
        </p:txBody>
      </p:sp>
    </p:spTree>
    <p:extLst>
      <p:ext uri="{BB962C8B-B14F-4D97-AF65-F5344CB8AC3E}">
        <p14:creationId xmlns:p14="http://schemas.microsoft.com/office/powerpoint/2010/main" val="5927540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C4EB82-51B6-55CE-15D0-5B5A793E1C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/>
              <a:t>Stored Procedure/DQL: Create Procedure and Query for </a:t>
            </a:r>
            <a:r>
              <a:rPr lang="en-AU" dirty="0" err="1"/>
              <a:t>GetSafeProductionReport</a:t>
            </a:r>
            <a:r>
              <a:rPr lang="en-AU" dirty="0"/>
              <a:t> Results Part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EAA072-3273-F33C-7F86-59ADADC01E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023600" cy="1958975"/>
          </a:xfrm>
        </p:spPr>
        <p:txBody>
          <a:bodyPr>
            <a:normAutofit fontScale="47500" lnSpcReduction="20000"/>
          </a:bodyPr>
          <a:lstStyle/>
          <a:p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'--- Test 1: Valid call (should work) ---'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DECLARE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@ReportDate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datetime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DATEADD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DAY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1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CAST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GETDATE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date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));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EXEC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GetSafeProductionReport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@SiteID 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@ReportDate 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@ReportDate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A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364AD64-6407-62E3-D664-3A06DE18D4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705" y="3919536"/>
            <a:ext cx="11160914" cy="830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541784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2554CA6-288E-4202-BC52-2E5A8F0C0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D13EA0-8B84-2310-129A-2EA6928EE4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1074" y="1396686"/>
            <a:ext cx="3240506" cy="4064628"/>
          </a:xfrm>
        </p:spPr>
        <p:txBody>
          <a:bodyPr>
            <a:normAutofit/>
          </a:bodyPr>
          <a:lstStyle/>
          <a:p>
            <a:r>
              <a:rPr lang="en-AU" sz="2100">
                <a:solidFill>
                  <a:srgbClr val="FFFFFF"/>
                </a:solidFill>
              </a:rPr>
              <a:t>Stored Procedure/DQL: Create Procedure and Query for GetSafeProductionReport Results Part 2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8683720" y="941148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7FCE40-2B4B-765C-D7FA-A46D016D0F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0153" y="1526033"/>
            <a:ext cx="5536397" cy="3935281"/>
          </a:xfrm>
        </p:spPr>
        <p:txBody>
          <a:bodyPr>
            <a:normAutofit lnSpcReduction="10000"/>
          </a:bodyPr>
          <a:lstStyle/>
          <a:p>
            <a:r>
              <a:rPr lang="en-AU" sz="1800">
                <a:highlight>
                  <a:srgbClr val="FFFFFF"/>
                </a:highlight>
                <a:latin typeface="Cascadia Mono" panose="020B0609020000020004" pitchFamily="49" charset="0"/>
              </a:rPr>
              <a:t>PRINT '';</a:t>
            </a:r>
          </a:p>
          <a:p>
            <a:r>
              <a:rPr lang="en-US" sz="1800">
                <a:highlight>
                  <a:srgbClr val="FFFFFF"/>
                </a:highlight>
                <a:latin typeface="Cascadia Mono" panose="020B0609020000020004" pitchFamily="49" charset="0"/>
              </a:rPr>
              <a:t>PRINT '--- Test 2: Invalid </a:t>
            </a:r>
            <a:r>
              <a:rPr lang="en-US" sz="1800" err="1">
                <a:highlight>
                  <a:srgbClr val="FFFFFF"/>
                </a:highlight>
                <a:latin typeface="Cascadia Mono" panose="020B0609020000020004" pitchFamily="49" charset="0"/>
              </a:rPr>
              <a:t>SiteID</a:t>
            </a:r>
            <a:r>
              <a:rPr lang="en-US" sz="1800">
                <a:highlight>
                  <a:srgbClr val="FFFFFF"/>
                </a:highlight>
                <a:latin typeface="Cascadia Mono" panose="020B0609020000020004" pitchFamily="49" charset="0"/>
              </a:rPr>
              <a:t> (should trigger error) ---';</a:t>
            </a:r>
          </a:p>
          <a:p>
            <a:r>
              <a:rPr lang="en-AU" sz="1800">
                <a:highlight>
                  <a:srgbClr val="FFFFFF"/>
                </a:highlight>
                <a:latin typeface="Cascadia Mono" panose="020B0609020000020004" pitchFamily="49" charset="0"/>
              </a:rPr>
              <a:t>BEGIN TRY</a:t>
            </a:r>
          </a:p>
          <a:p>
            <a:r>
              <a:rPr lang="en-US" sz="1800">
                <a:highlight>
                  <a:srgbClr val="FFFFFF"/>
                </a:highlight>
                <a:latin typeface="Cascadia Mono" panose="020B0609020000020004" pitchFamily="49" charset="0"/>
              </a:rPr>
              <a:t>    EXEC </a:t>
            </a:r>
            <a:r>
              <a:rPr lang="en-US" sz="1800" err="1">
                <a:highlight>
                  <a:srgbClr val="FFFFFF"/>
                </a:highlight>
                <a:latin typeface="Cascadia Mono" panose="020B0609020000020004" pitchFamily="49" charset="0"/>
              </a:rPr>
              <a:t>GetSafeProductionReport</a:t>
            </a:r>
            <a:r>
              <a:rPr lang="en-US" sz="1800">
                <a:highlight>
                  <a:srgbClr val="FFFFFF"/>
                </a:highlight>
                <a:latin typeface="Cascadia Mono" panose="020B0609020000020004" pitchFamily="49" charset="0"/>
              </a:rPr>
              <a:t> @SiteID = 999, @ReportDate = '2024-12-01';</a:t>
            </a:r>
          </a:p>
          <a:p>
            <a:r>
              <a:rPr lang="en-AU" sz="1800">
                <a:highlight>
                  <a:srgbClr val="FFFFFF"/>
                </a:highlight>
                <a:latin typeface="Cascadia Mono" panose="020B0609020000020004" pitchFamily="49" charset="0"/>
              </a:rPr>
              <a:t>END TRY</a:t>
            </a:r>
          </a:p>
          <a:p>
            <a:r>
              <a:rPr lang="en-AU" sz="1800">
                <a:highlight>
                  <a:srgbClr val="FFFFFF"/>
                </a:highlight>
                <a:latin typeface="Cascadia Mono" panose="020B0609020000020004" pitchFamily="49" charset="0"/>
              </a:rPr>
              <a:t>BEGIN CATCH</a:t>
            </a:r>
          </a:p>
          <a:p>
            <a:r>
              <a:rPr lang="en-US" sz="1800">
                <a:highlight>
                  <a:srgbClr val="FFFFFF"/>
                </a:highlight>
                <a:latin typeface="Cascadia Mono" panose="020B0609020000020004" pitchFamily="49" charset="0"/>
              </a:rPr>
              <a:t>    PRINT 'Caught expected error: ' + ERROR_MESSAGE();</a:t>
            </a:r>
          </a:p>
          <a:p>
            <a:r>
              <a:rPr lang="en-AU" sz="1800">
                <a:highlight>
                  <a:srgbClr val="FFFFFF"/>
                </a:highlight>
                <a:latin typeface="Cascadia Mono" panose="020B0609020000020004" pitchFamily="49" charset="0"/>
              </a:rPr>
              <a:t>END CATCH</a:t>
            </a:r>
            <a:endParaRPr lang="en-AU" sz="1800"/>
          </a:p>
        </p:txBody>
      </p:sp>
    </p:spTree>
    <p:extLst>
      <p:ext uri="{BB962C8B-B14F-4D97-AF65-F5344CB8AC3E}">
        <p14:creationId xmlns:p14="http://schemas.microsoft.com/office/powerpoint/2010/main" val="3947318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709F1D5-B0F1-4714-A239-E5B61C1619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28FB460-D3FF-4440-A020-05982A09E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40546" y="1011045"/>
            <a:ext cx="4369859" cy="4369859"/>
          </a:xfrm>
          <a:prstGeom prst="roundRect">
            <a:avLst>
              <a:gd name="adj" fmla="val 275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CA496D-2764-930A-2DFA-47039904F8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6826" y="1112969"/>
            <a:ext cx="3937298" cy="4166010"/>
          </a:xfrm>
        </p:spPr>
        <p:txBody>
          <a:bodyPr>
            <a:normAutofit/>
          </a:bodyPr>
          <a:lstStyle/>
          <a:p>
            <a:r>
              <a:rPr lang="en-AU" sz="2800">
                <a:solidFill>
                  <a:srgbClr val="FFFFFF"/>
                </a:solidFill>
              </a:rPr>
              <a:t>Stored Procedure/DQL: Create Procedure and Query for GetSafeProductionReport Results Part 3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4847E93-7DC1-4D4B-8829-B19AA7137C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30529" y="0"/>
            <a:ext cx="1155142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5566D6E1-03A1-4D73-A4E0-35D74D568A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961511" y="-1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F835A99-04AC-494A-A572-AFE8413CC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2936831"/>
            <a:ext cx="159741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4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9BE952-57DF-75E2-9B1D-BD4626C5D0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820880"/>
            <a:ext cx="5257799" cy="4889350"/>
          </a:xfrm>
        </p:spPr>
        <p:txBody>
          <a:bodyPr anchor="t">
            <a:normAutofit lnSpcReduction="10000"/>
          </a:bodyPr>
          <a:lstStyle/>
          <a:p>
            <a:endParaRPr lang="en-AU" sz="220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200">
                <a:highlight>
                  <a:srgbClr val="FFFFFF"/>
                </a:highlight>
                <a:latin typeface="Cascadia Mono" panose="020B0609020000020004" pitchFamily="49" charset="0"/>
              </a:rPr>
              <a:t>PRINT '';</a:t>
            </a:r>
          </a:p>
          <a:p>
            <a:r>
              <a:rPr lang="en-US" sz="2200">
                <a:highlight>
                  <a:srgbClr val="FFFFFF"/>
                </a:highlight>
                <a:latin typeface="Cascadia Mono" panose="020B0609020000020004" pitchFamily="49" charset="0"/>
              </a:rPr>
              <a:t>PRINT '--- Test 3: NULL date (should trigger error) ---';</a:t>
            </a:r>
          </a:p>
          <a:p>
            <a:r>
              <a:rPr lang="en-AU" sz="2200">
                <a:highlight>
                  <a:srgbClr val="FFFFFF"/>
                </a:highlight>
                <a:latin typeface="Cascadia Mono" panose="020B0609020000020004" pitchFamily="49" charset="0"/>
              </a:rPr>
              <a:t>BEGIN TRY</a:t>
            </a:r>
          </a:p>
          <a:p>
            <a:r>
              <a:rPr lang="en-US" sz="2200">
                <a:highlight>
                  <a:srgbClr val="FFFFFF"/>
                </a:highlight>
                <a:latin typeface="Cascadia Mono" panose="020B0609020000020004" pitchFamily="49" charset="0"/>
              </a:rPr>
              <a:t>    EXEC </a:t>
            </a:r>
            <a:r>
              <a:rPr lang="en-US" sz="2200" err="1">
                <a:highlight>
                  <a:srgbClr val="FFFFFF"/>
                </a:highlight>
                <a:latin typeface="Cascadia Mono" panose="020B0609020000020004" pitchFamily="49" charset="0"/>
              </a:rPr>
              <a:t>GetSafeProductionReport</a:t>
            </a:r>
            <a:r>
              <a:rPr lang="en-US" sz="2200">
                <a:highlight>
                  <a:srgbClr val="FFFFFF"/>
                </a:highlight>
                <a:latin typeface="Cascadia Mono" panose="020B0609020000020004" pitchFamily="49" charset="0"/>
              </a:rPr>
              <a:t> @SiteID = 1, @ReportDate = NULL;</a:t>
            </a:r>
          </a:p>
          <a:p>
            <a:r>
              <a:rPr lang="en-AU" sz="2200">
                <a:highlight>
                  <a:srgbClr val="FFFFFF"/>
                </a:highlight>
                <a:latin typeface="Cascadia Mono" panose="020B0609020000020004" pitchFamily="49" charset="0"/>
              </a:rPr>
              <a:t>END TRY</a:t>
            </a:r>
          </a:p>
          <a:p>
            <a:r>
              <a:rPr lang="en-AU" sz="2200">
                <a:highlight>
                  <a:srgbClr val="FFFFFF"/>
                </a:highlight>
                <a:latin typeface="Cascadia Mono" panose="020B0609020000020004" pitchFamily="49" charset="0"/>
              </a:rPr>
              <a:t>BEGIN CATCH</a:t>
            </a:r>
          </a:p>
          <a:p>
            <a:r>
              <a:rPr lang="en-US" sz="2200">
                <a:highlight>
                  <a:srgbClr val="FFFFFF"/>
                </a:highlight>
                <a:latin typeface="Cascadia Mono" panose="020B0609020000020004" pitchFamily="49" charset="0"/>
              </a:rPr>
              <a:t>    PRINT 'Caught expected error: ' + ERROR_MESSAGE();</a:t>
            </a:r>
          </a:p>
          <a:p>
            <a:r>
              <a:rPr lang="en-AU" sz="2200">
                <a:highlight>
                  <a:srgbClr val="FFFFFF"/>
                </a:highlight>
                <a:latin typeface="Cascadia Mono" panose="020B0609020000020004" pitchFamily="49" charset="0"/>
              </a:rPr>
              <a:t>END CATCH</a:t>
            </a:r>
            <a:endParaRPr lang="en-AU" sz="220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7B786209-1B0B-4CA9-9BDD-F7327066A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835649"/>
            <a:ext cx="1548180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2D2964BB-484D-45AE-AD66-D407D06296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418308" y="5717905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6691AC69-A76E-4DAB-B565-468B6B87A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132972" y="6258755"/>
            <a:ext cx="1565940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927335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709F1D5-B0F1-4714-A239-E5B61C1619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28FB460-D3FF-4440-A020-05982A09E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40546" y="1011045"/>
            <a:ext cx="4369859" cy="4369859"/>
          </a:xfrm>
          <a:prstGeom prst="roundRect">
            <a:avLst>
              <a:gd name="adj" fmla="val 275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7A06B1-1A54-6C60-FFC6-F91584A134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6826" y="1112969"/>
            <a:ext cx="3937298" cy="4166010"/>
          </a:xfrm>
        </p:spPr>
        <p:txBody>
          <a:bodyPr>
            <a:normAutofit/>
          </a:bodyPr>
          <a:lstStyle/>
          <a:p>
            <a:r>
              <a:rPr lang="en-AU" sz="2800">
                <a:solidFill>
                  <a:srgbClr val="FFFFFF"/>
                </a:solidFill>
              </a:rPr>
              <a:t>Stored Procedure/DQL: Create Procedure and Query for GetSafeProductionReport Results Part 4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4847E93-7DC1-4D4B-8829-B19AA7137C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30529" y="0"/>
            <a:ext cx="1155142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5566D6E1-03A1-4D73-A4E0-35D74D568A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961511" y="-1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F835A99-04AC-494A-A572-AFE8413CC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2936831"/>
            <a:ext cx="159741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4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E011B0-BA22-25E7-34B3-A1488B47E7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820880"/>
            <a:ext cx="5257799" cy="4889350"/>
          </a:xfrm>
        </p:spPr>
        <p:txBody>
          <a:bodyPr anchor="t">
            <a:normAutofit lnSpcReduction="10000"/>
          </a:bodyPr>
          <a:lstStyle/>
          <a:p>
            <a:r>
              <a:rPr lang="en-AU" sz="2200">
                <a:highlight>
                  <a:srgbClr val="FFFFFF"/>
                </a:highlight>
                <a:latin typeface="Cascadia Mono" panose="020B0609020000020004" pitchFamily="49" charset="0"/>
              </a:rPr>
              <a:t>PRINT '';</a:t>
            </a:r>
          </a:p>
          <a:p>
            <a:r>
              <a:rPr lang="en-US" sz="2200">
                <a:highlight>
                  <a:srgbClr val="FFFFFF"/>
                </a:highlight>
                <a:latin typeface="Cascadia Mono" panose="020B0609020000020004" pitchFamily="49" charset="0"/>
              </a:rPr>
              <a:t>PRINT '--- Test 4: Future date (should trigger error) ---';</a:t>
            </a:r>
          </a:p>
          <a:p>
            <a:r>
              <a:rPr lang="en-AU" sz="2200">
                <a:highlight>
                  <a:srgbClr val="FFFFFF"/>
                </a:highlight>
                <a:latin typeface="Cascadia Mono" panose="020B0609020000020004" pitchFamily="49" charset="0"/>
              </a:rPr>
              <a:t>BEGIN TRY</a:t>
            </a:r>
          </a:p>
          <a:p>
            <a:r>
              <a:rPr lang="en-US" sz="2200">
                <a:highlight>
                  <a:srgbClr val="FFFFFF"/>
                </a:highlight>
                <a:latin typeface="Cascadia Mono" panose="020B0609020000020004" pitchFamily="49" charset="0"/>
              </a:rPr>
              <a:t>    EXEC </a:t>
            </a:r>
            <a:r>
              <a:rPr lang="en-US" sz="2200" err="1">
                <a:highlight>
                  <a:srgbClr val="FFFFFF"/>
                </a:highlight>
                <a:latin typeface="Cascadia Mono" panose="020B0609020000020004" pitchFamily="49" charset="0"/>
              </a:rPr>
              <a:t>GetSafeProductionReport</a:t>
            </a:r>
            <a:r>
              <a:rPr lang="en-US" sz="2200">
                <a:highlight>
                  <a:srgbClr val="FFFFFF"/>
                </a:highlight>
                <a:latin typeface="Cascadia Mono" panose="020B0609020000020004" pitchFamily="49" charset="0"/>
              </a:rPr>
              <a:t> @SiteID = 1, @ReportDate = '2025-12-31';</a:t>
            </a:r>
          </a:p>
          <a:p>
            <a:r>
              <a:rPr lang="en-AU" sz="2200">
                <a:highlight>
                  <a:srgbClr val="FFFFFF"/>
                </a:highlight>
                <a:latin typeface="Cascadia Mono" panose="020B0609020000020004" pitchFamily="49" charset="0"/>
              </a:rPr>
              <a:t>END TRY</a:t>
            </a:r>
          </a:p>
          <a:p>
            <a:r>
              <a:rPr lang="en-AU" sz="2200">
                <a:highlight>
                  <a:srgbClr val="FFFFFF"/>
                </a:highlight>
                <a:latin typeface="Cascadia Mono" panose="020B0609020000020004" pitchFamily="49" charset="0"/>
              </a:rPr>
              <a:t>BEGIN CATCH</a:t>
            </a:r>
          </a:p>
          <a:p>
            <a:r>
              <a:rPr lang="en-US" sz="2200">
                <a:highlight>
                  <a:srgbClr val="FFFFFF"/>
                </a:highlight>
                <a:latin typeface="Cascadia Mono" panose="020B0609020000020004" pitchFamily="49" charset="0"/>
              </a:rPr>
              <a:t>    PRINT 'Caught expected error: ' + ERROR_MESSAGE();</a:t>
            </a:r>
          </a:p>
          <a:p>
            <a:r>
              <a:rPr lang="en-AU" sz="2200">
                <a:highlight>
                  <a:srgbClr val="FFFFFF"/>
                </a:highlight>
                <a:latin typeface="Cascadia Mono" panose="020B0609020000020004" pitchFamily="49" charset="0"/>
              </a:rPr>
              <a:t>END CATCH</a:t>
            </a:r>
            <a:endParaRPr lang="en-AU" sz="220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7B786209-1B0B-4CA9-9BDD-F7327066A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835649"/>
            <a:ext cx="1548180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2D2964BB-484D-45AE-AD66-D407D06296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418308" y="5717905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6691AC69-A76E-4DAB-B565-468B6B87A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132972" y="6258755"/>
            <a:ext cx="1565940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830480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BF0E2-F14D-9469-4ED3-B79CF404F0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7325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AU" dirty="0"/>
              <a:t>Stored Procedure/DQL: Create Procedure and Query for </a:t>
            </a:r>
            <a:r>
              <a:rPr lang="en-AU" dirty="0" err="1"/>
              <a:t>GetSafeProductionReport</a:t>
            </a:r>
            <a:r>
              <a:rPr lang="en-AU" dirty="0"/>
              <a:t> Results: </a:t>
            </a:r>
            <a:br>
              <a:rPr lang="en-AU" dirty="0"/>
            </a:br>
            <a:r>
              <a:rPr lang="en-AU" dirty="0"/>
              <a:t>Show error log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396638-F5AF-19B6-C398-99666B7EF8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PRINT 'Errors logged during testing:';</a:t>
            </a:r>
          </a:p>
          <a:p>
            <a:r>
              <a:rPr lang="en-AU" dirty="0"/>
              <a:t>SELECT </a:t>
            </a:r>
          </a:p>
          <a:p>
            <a:r>
              <a:rPr lang="en-AU" dirty="0"/>
              <a:t>    </a:t>
            </a:r>
            <a:r>
              <a:rPr lang="en-AU" dirty="0" err="1"/>
              <a:t>error_id</a:t>
            </a:r>
            <a:r>
              <a:rPr lang="en-AU" dirty="0"/>
              <a:t>,</a:t>
            </a:r>
          </a:p>
          <a:p>
            <a:r>
              <a:rPr lang="en-AU" dirty="0"/>
              <a:t>    </a:t>
            </a:r>
            <a:r>
              <a:rPr lang="en-AU" dirty="0" err="1"/>
              <a:t>error_message</a:t>
            </a:r>
            <a:r>
              <a:rPr lang="en-AU" dirty="0"/>
              <a:t>,</a:t>
            </a:r>
          </a:p>
          <a:p>
            <a:r>
              <a:rPr lang="en-AU" dirty="0"/>
              <a:t>    </a:t>
            </a:r>
            <a:r>
              <a:rPr lang="en-AU" dirty="0" err="1"/>
              <a:t>error_procedure</a:t>
            </a:r>
            <a:r>
              <a:rPr lang="en-AU" dirty="0"/>
              <a:t>,</a:t>
            </a:r>
          </a:p>
          <a:p>
            <a:r>
              <a:rPr lang="en-AU" dirty="0"/>
              <a:t>    </a:t>
            </a:r>
            <a:r>
              <a:rPr lang="en-AU" dirty="0" err="1"/>
              <a:t>error_line</a:t>
            </a:r>
            <a:r>
              <a:rPr lang="en-AU" dirty="0"/>
              <a:t>,</a:t>
            </a:r>
          </a:p>
          <a:p>
            <a:r>
              <a:rPr lang="en-AU" dirty="0"/>
              <a:t>    </a:t>
            </a:r>
            <a:r>
              <a:rPr lang="en-AU" dirty="0" err="1"/>
              <a:t>logged_date</a:t>
            </a:r>
            <a:endParaRPr lang="en-AU" dirty="0"/>
          </a:p>
          <a:p>
            <a:r>
              <a:rPr lang="en-AU" dirty="0"/>
              <a:t>FROM </a:t>
            </a:r>
            <a:r>
              <a:rPr lang="en-AU" dirty="0" err="1"/>
              <a:t>error_log</a:t>
            </a:r>
            <a:endParaRPr lang="en-AU" dirty="0"/>
          </a:p>
          <a:p>
            <a:r>
              <a:rPr lang="en-US" dirty="0"/>
              <a:t>ORDER BY </a:t>
            </a:r>
            <a:r>
              <a:rPr lang="en-US" dirty="0" err="1"/>
              <a:t>logged_date</a:t>
            </a:r>
            <a:r>
              <a:rPr lang="en-US" dirty="0"/>
              <a:t> DESC;</a:t>
            </a:r>
          </a:p>
          <a:p>
            <a:endParaRPr lang="en-AU" dirty="0"/>
          </a:p>
          <a:p>
            <a:r>
              <a:rPr lang="en-AU" dirty="0"/>
              <a:t>PRINT '';</a:t>
            </a:r>
          </a:p>
          <a:p>
            <a:r>
              <a:rPr lang="en-AU" dirty="0"/>
              <a:t>GO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E292C0D-B42F-B1DF-9F52-C3E8374A6A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6392" y="5511800"/>
            <a:ext cx="7917408" cy="80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074692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709F1D5-B0F1-4714-A239-E5B61C1619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28FB460-D3FF-4440-A020-05982A09E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40546" y="1011045"/>
            <a:ext cx="4369859" cy="4369859"/>
          </a:xfrm>
          <a:prstGeom prst="roundRect">
            <a:avLst>
              <a:gd name="adj" fmla="val 275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97BAD8-188A-3D9E-152A-1CB0FFAB23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6826" y="1112969"/>
            <a:ext cx="3937298" cy="4166010"/>
          </a:xfrm>
        </p:spPr>
        <p:txBody>
          <a:bodyPr>
            <a:normAutofit/>
          </a:bodyPr>
          <a:lstStyle/>
          <a:p>
            <a:r>
              <a:rPr lang="en-AU" sz="3100">
                <a:solidFill>
                  <a:srgbClr val="FFFFFF"/>
                </a:solidFill>
              </a:rPr>
              <a:t>Stored Procedure/DQL: Create Procedure and Query for DailyOperationsReport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4847E93-7DC1-4D4B-8829-B19AA7137C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30529" y="0"/>
            <a:ext cx="1155142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5566D6E1-03A1-4D73-A4E0-35D74D568A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961511" y="-1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F835A99-04AC-494A-A572-AFE8413CC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2936831"/>
            <a:ext cx="159741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4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B05A9F-26F0-9EEC-94EA-27502285E4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820880"/>
            <a:ext cx="5257799" cy="4889350"/>
          </a:xfrm>
        </p:spPr>
        <p:txBody>
          <a:bodyPr anchor="t">
            <a:noAutofit/>
          </a:bodyPr>
          <a:lstStyle/>
          <a:p>
            <a:r>
              <a:rPr lang="en-US" sz="900" dirty="0">
                <a:highlight>
                  <a:srgbClr val="FFFFFF"/>
                </a:highlight>
                <a:latin typeface="Cascadia Mono" panose="020B0609020000020004" pitchFamily="49" charset="0"/>
              </a:rPr>
              <a:t>IF OBJECT_ID('</a:t>
            </a:r>
            <a:r>
              <a:rPr lang="en-US" sz="9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DailyOperationsReport</a:t>
            </a:r>
            <a:r>
              <a:rPr lang="en-US" sz="900" dirty="0">
                <a:highlight>
                  <a:srgbClr val="FFFFFF"/>
                </a:highlight>
                <a:latin typeface="Cascadia Mono" panose="020B0609020000020004" pitchFamily="49" charset="0"/>
              </a:rPr>
              <a:t>', 'P') IS NOT NULL</a:t>
            </a:r>
          </a:p>
          <a:p>
            <a:r>
              <a:rPr lang="en-AU" sz="900" dirty="0">
                <a:highlight>
                  <a:srgbClr val="FFFFFF"/>
                </a:highlight>
                <a:latin typeface="Cascadia Mono" panose="020B0609020000020004" pitchFamily="49" charset="0"/>
              </a:rPr>
              <a:t>    DROP PROCEDURE </a:t>
            </a:r>
            <a:r>
              <a:rPr lang="en-AU" sz="9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DailyOperationsReport</a:t>
            </a:r>
            <a:r>
              <a:rPr lang="en-AU" sz="900" dirty="0"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AU" sz="900" dirty="0">
                <a:highlight>
                  <a:srgbClr val="FFFFFF"/>
                </a:highlight>
                <a:latin typeface="Cascadia Mono" panose="020B0609020000020004" pitchFamily="49" charset="0"/>
              </a:rPr>
              <a:t>GO</a:t>
            </a:r>
          </a:p>
          <a:p>
            <a:r>
              <a:rPr lang="en-AU" sz="900" dirty="0">
                <a:highlight>
                  <a:srgbClr val="FFFFFF"/>
                </a:highlight>
                <a:latin typeface="Cascadia Mono" panose="020B0609020000020004" pitchFamily="49" charset="0"/>
              </a:rPr>
              <a:t>CREATE PROCEDURE </a:t>
            </a:r>
            <a:r>
              <a:rPr lang="en-AU" sz="9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DailyOperationsReport</a:t>
            </a:r>
            <a:endParaRPr lang="en-AU" sz="900" dirty="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900" dirty="0">
                <a:highlight>
                  <a:srgbClr val="FFFFFF"/>
                </a:highlight>
                <a:latin typeface="Cascadia Mono" panose="020B0609020000020004" pitchFamily="49" charset="0"/>
              </a:rPr>
              <a:t>    @ReportDate DATE = NULL-- Defaults to yesterday</a:t>
            </a:r>
          </a:p>
          <a:p>
            <a:r>
              <a:rPr lang="en-AU" sz="900" dirty="0">
                <a:highlight>
                  <a:srgbClr val="FFFFFF"/>
                </a:highlight>
                <a:latin typeface="Cascadia Mono" panose="020B0609020000020004" pitchFamily="49" charset="0"/>
              </a:rPr>
              <a:t>AS </a:t>
            </a:r>
          </a:p>
          <a:p>
            <a:r>
              <a:rPr lang="en-AU" sz="900" dirty="0">
                <a:highlight>
                  <a:srgbClr val="FFFFFF"/>
                </a:highlight>
                <a:latin typeface="Cascadia Mono" panose="020B0609020000020004" pitchFamily="49" charset="0"/>
              </a:rPr>
              <a:t>BEGIN</a:t>
            </a:r>
          </a:p>
          <a:p>
            <a:r>
              <a:rPr lang="en-AU" sz="900" dirty="0">
                <a:highlight>
                  <a:srgbClr val="FFFFFF"/>
                </a:highlight>
                <a:latin typeface="Cascadia Mono" panose="020B0609020000020004" pitchFamily="49" charset="0"/>
              </a:rPr>
              <a:t>SET NOCOUNT ON;</a:t>
            </a:r>
          </a:p>
          <a:p>
            <a:r>
              <a:rPr lang="en-AU" sz="900" dirty="0">
                <a:highlight>
                  <a:srgbClr val="FFFFFF"/>
                </a:highlight>
                <a:latin typeface="Cascadia Mono" panose="020B0609020000020004" pitchFamily="49" charset="0"/>
              </a:rPr>
              <a:t>IF @ReportDate IS NULL </a:t>
            </a:r>
          </a:p>
          <a:p>
            <a:r>
              <a:rPr lang="en-US" sz="9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SET @ReportDate = DATEADD(DAY, -1, CAST(GETDATE() AS DATE));</a:t>
            </a:r>
            <a:endParaRPr lang="en-AU" sz="900" dirty="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900" dirty="0">
                <a:highlight>
                  <a:srgbClr val="FFFFFF"/>
                </a:highlight>
                <a:latin typeface="Cascadia Mono" panose="020B0609020000020004" pitchFamily="49" charset="0"/>
              </a:rPr>
              <a:t>    DECLARE @PreviousDay DATE = DATEADD(DAY, -1, @ReportDate);</a:t>
            </a:r>
            <a:endParaRPr lang="en-AU" sz="900" dirty="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900" dirty="0">
                <a:highlight>
                  <a:srgbClr val="FFFFFF"/>
                </a:highlight>
                <a:latin typeface="Cascadia Mono" panose="020B0609020000020004" pitchFamily="49" charset="0"/>
              </a:rPr>
              <a:t>    PRINT '';</a:t>
            </a:r>
          </a:p>
          <a:p>
            <a:r>
              <a:rPr lang="en-AU" sz="900" dirty="0">
                <a:highlight>
                  <a:srgbClr val="FFFFFF"/>
                </a:highlight>
                <a:latin typeface="Cascadia Mono" panose="020B0609020000020004" pitchFamily="49" charset="0"/>
              </a:rPr>
              <a:t>    PRINT '============================================================';</a:t>
            </a:r>
          </a:p>
          <a:p>
            <a:r>
              <a:rPr lang="en-US" sz="900" dirty="0">
                <a:highlight>
                  <a:srgbClr val="FFFFFF"/>
                </a:highlight>
                <a:latin typeface="Cascadia Mono" panose="020B0609020000020004" pitchFamily="49" charset="0"/>
              </a:rPr>
              <a:t>    PRINT 'BHD MINING OPERATIONS - DAILY PRODUCTION REPORT';</a:t>
            </a:r>
          </a:p>
          <a:p>
            <a:r>
              <a:rPr lang="en-US" sz="900" dirty="0">
                <a:highlight>
                  <a:srgbClr val="FFFFFF"/>
                </a:highlight>
                <a:latin typeface="Cascadia Mono" panose="020B0609020000020004" pitchFamily="49" charset="0"/>
              </a:rPr>
              <a:t>    PRINT '⚠️  FICTITIOUS COMPANY - Educational Training Scenario';</a:t>
            </a:r>
          </a:p>
          <a:p>
            <a:r>
              <a:rPr lang="fr-FR" sz="900" dirty="0">
                <a:highlight>
                  <a:srgbClr val="FFFFFF"/>
                </a:highlight>
                <a:latin typeface="Cascadia Mono" panose="020B0609020000020004" pitchFamily="49" charset="0"/>
              </a:rPr>
              <a:t>    PRINT 'Report Date: ' + CONVERT(VARCHAR(20), @ReportDate, 107);</a:t>
            </a:r>
          </a:p>
          <a:p>
            <a:r>
              <a:rPr lang="en-AU" sz="900" dirty="0">
                <a:highlight>
                  <a:srgbClr val="FFFFFF"/>
                </a:highlight>
                <a:latin typeface="Cascadia Mono" panose="020B0609020000020004" pitchFamily="49" charset="0"/>
              </a:rPr>
              <a:t>    PRINT 'Generated: ' + CONVERT(VARCHAR(20), GETDATE(), 120);</a:t>
            </a:r>
          </a:p>
          <a:p>
            <a:r>
              <a:rPr lang="en-AU" sz="900" dirty="0">
                <a:highlight>
                  <a:srgbClr val="FFFFFF"/>
                </a:highlight>
                <a:latin typeface="Cascadia Mono" panose="020B0609020000020004" pitchFamily="49" charset="0"/>
              </a:rPr>
              <a:t>    PRINT '============================================================';</a:t>
            </a:r>
          </a:p>
          <a:p>
            <a:r>
              <a:rPr lang="en-AU" sz="900" dirty="0">
                <a:highlight>
                  <a:srgbClr val="FFFFFF"/>
                </a:highlight>
                <a:latin typeface="Cascadia Mono" panose="020B0609020000020004" pitchFamily="49" charset="0"/>
              </a:rPr>
              <a:t>    PRINT '';</a:t>
            </a:r>
          </a:p>
          <a:p>
            <a:r>
              <a:rPr lang="en-AU" sz="900" dirty="0">
                <a:highlight>
                  <a:srgbClr val="FFFFFF"/>
                </a:highlight>
                <a:latin typeface="Cascadia Mono" panose="020B0609020000020004" pitchFamily="49" charset="0"/>
              </a:rPr>
              <a:t>END;</a:t>
            </a:r>
          </a:p>
          <a:p>
            <a:r>
              <a:rPr lang="en-AU" sz="900" dirty="0">
                <a:highlight>
                  <a:srgbClr val="FFFFFF"/>
                </a:highlight>
                <a:latin typeface="Cascadia Mono" panose="020B0609020000020004" pitchFamily="49" charset="0"/>
              </a:rPr>
              <a:t>GO</a:t>
            </a:r>
            <a:endParaRPr lang="en-AU" sz="90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7B786209-1B0B-4CA9-9BDD-F7327066A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835649"/>
            <a:ext cx="1548180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2D2964BB-484D-45AE-AD66-D407D06296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418308" y="5717905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6691AC69-A76E-4DAB-B565-468B6B87A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132972" y="6258755"/>
            <a:ext cx="1565940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505742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2644A1-86E0-1711-646F-EDDACA9A79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258550" cy="1325563"/>
          </a:xfrm>
        </p:spPr>
        <p:txBody>
          <a:bodyPr>
            <a:normAutofit fontScale="90000"/>
          </a:bodyPr>
          <a:lstStyle/>
          <a:p>
            <a:r>
              <a:rPr lang="en-AU" dirty="0"/>
              <a:t>Stored Procedure/DQL: Create Procedure and Query for </a:t>
            </a:r>
            <a:r>
              <a:rPr lang="en-AU" dirty="0" err="1"/>
              <a:t>DailyOperationsReport</a:t>
            </a:r>
            <a:r>
              <a:rPr lang="en-AU" dirty="0"/>
              <a:t>: Production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7C317F-C84D-68A4-079C-6673B2CC56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650" y="1690688"/>
            <a:ext cx="10515600" cy="4351338"/>
          </a:xfrm>
        </p:spPr>
        <p:txBody>
          <a:bodyPr>
            <a:normAutofit fontScale="32500" lnSpcReduction="20000"/>
          </a:bodyPr>
          <a:lstStyle/>
          <a:p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DECLARE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@ReportDate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datetime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DATEADD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DAY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1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CAST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GETDATE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DATE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));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--If the stored procedure Concept 6 @ReportDate does not work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ms</a:t>
            </a:r>
            <a:r>
              <a:rPr lang="en-AU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site_name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Site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ms</a:t>
            </a:r>
            <a:r>
              <a:rPr lang="en-AU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AU" sz="2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state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State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dp</a:t>
            </a:r>
            <a:r>
              <a:rPr lang="en-AU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AU" sz="2800" dirty="0" err="1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shift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Shift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AU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SUM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dp</a:t>
            </a:r>
            <a:r>
              <a:rPr lang="en-AU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ore_tonnes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OreProduced_Tonnes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SUM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dp</a:t>
            </a:r>
            <a:r>
              <a:rPr lang="en-US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waste_tonnes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WasteRemoved_Tonnes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AU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ROUND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AU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SUM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dp</a:t>
            </a:r>
            <a:r>
              <a:rPr lang="en-AU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ore_tonnes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NULLIF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AU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SUM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dp</a:t>
            </a:r>
            <a:r>
              <a:rPr lang="en-AU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waste_tonnes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0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2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OreToWasteRatio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SUM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dp</a:t>
            </a:r>
            <a:r>
              <a:rPr lang="en-US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equipment_hours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TotalEquipmentHours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SUM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dp</a:t>
            </a:r>
            <a:r>
              <a:rPr lang="en-US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downtime_hours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TotalDowntimeHours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AVG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dp</a:t>
            </a:r>
            <a:r>
              <a:rPr lang="en-US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efficiency_percent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AvgEfficiency_Percent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daily_production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dp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mining_sites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ms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dp</a:t>
            </a:r>
            <a:r>
              <a:rPr lang="en-AU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site_id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ms</a:t>
            </a:r>
            <a:r>
              <a:rPr lang="en-AU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site_id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dp</a:t>
            </a:r>
            <a:r>
              <a:rPr lang="en-US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production_date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@ReportDate</a:t>
            </a:r>
          </a:p>
          <a:p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GROUP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BY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ms</a:t>
            </a:r>
            <a:r>
              <a:rPr lang="en-US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site_name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ms</a:t>
            </a:r>
            <a:r>
              <a:rPr lang="en-US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state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dp</a:t>
            </a:r>
            <a:r>
              <a:rPr lang="en-US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 dirty="0" err="1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shift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ORDER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BY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ms</a:t>
            </a:r>
            <a:r>
              <a:rPr lang="en-US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site_name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dp</a:t>
            </a:r>
            <a:r>
              <a:rPr lang="en-US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 dirty="0" err="1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shift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''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A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4D9C02B-0BB0-11A6-35CF-38EC3C8B05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2024" y="4355260"/>
            <a:ext cx="7324725" cy="1686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802857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D1435-C7BC-6CA9-DB57-8C8DBDF124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49" y="365125"/>
            <a:ext cx="11801475" cy="1325563"/>
          </a:xfrm>
        </p:spPr>
        <p:txBody>
          <a:bodyPr>
            <a:normAutofit fontScale="90000"/>
          </a:bodyPr>
          <a:lstStyle/>
          <a:p>
            <a:r>
              <a:rPr lang="en-AU" dirty="0"/>
              <a:t>Stored Procedure/DQL: Create Procedure and Query for </a:t>
            </a:r>
            <a:r>
              <a:rPr lang="en-AU" dirty="0" err="1"/>
              <a:t>DailyOperationsReport</a:t>
            </a:r>
            <a:r>
              <a:rPr lang="en-AU" dirty="0"/>
              <a:t>: Equipment Downtime Analysis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5991C69-D515-D53A-3D3F-AB181557E77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5130" y="4639390"/>
            <a:ext cx="5296639" cy="1124107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71DC19B-40D4-3854-74F1-9CB43A2F912C}"/>
              </a:ext>
            </a:extLst>
          </p:cNvPr>
          <p:cNvSpPr txBox="1">
            <a:spLocks/>
          </p:cNvSpPr>
          <p:nvPr/>
        </p:nvSpPr>
        <p:spPr>
          <a:xfrm>
            <a:off x="247650" y="1690688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 fontScale="3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DECLARE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@ReportDate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datetime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DATEADD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DAY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1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CAST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GETDATE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DATE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));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--If the stored procedure Concept 6 @ReportDate does not work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ms</a:t>
            </a:r>
            <a:r>
              <a:rPr lang="en-AU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site_name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Site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SUM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dp</a:t>
            </a:r>
            <a:r>
              <a:rPr lang="en-US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downtime_hours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TotalDowntime_Hours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SUM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dp</a:t>
            </a:r>
            <a:r>
              <a:rPr lang="en-US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equipment_hours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TotalOperatingHours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ROUND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((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SUM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dp</a:t>
            </a:r>
            <a:r>
              <a:rPr lang="en-US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downtime_hours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NULLIF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SUM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dp</a:t>
            </a:r>
            <a:r>
              <a:rPr lang="en-US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equipment_hours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0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))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*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100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2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DowntimePercent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CASE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WHEN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ROUND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((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SUM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dp</a:t>
            </a:r>
            <a:r>
              <a:rPr lang="en-US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downtime_hours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NULLIF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SUM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dp</a:t>
            </a:r>
            <a:r>
              <a:rPr lang="en-US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equipment_hours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0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))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*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100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2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10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THEN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'🔴 Critical'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WHEN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ROUND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((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SUM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dp</a:t>
            </a:r>
            <a:r>
              <a:rPr lang="en-US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downtime_hours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NULLIF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SUM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dp</a:t>
            </a:r>
            <a:r>
              <a:rPr lang="en-US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equipment_hours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0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))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*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100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2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5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THEN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'🟡 Warning'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ELSE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'🟢 Normal'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END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Status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daily_production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dp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mining_sites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ms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dp</a:t>
            </a:r>
            <a:r>
              <a:rPr lang="en-AU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site_id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ms</a:t>
            </a:r>
            <a:r>
              <a:rPr lang="en-AU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site_id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dp</a:t>
            </a:r>
            <a:r>
              <a:rPr lang="en-US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production_date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@ReportDate</a:t>
            </a:r>
          </a:p>
          <a:p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GROUP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BY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ms</a:t>
            </a:r>
            <a:r>
              <a:rPr lang="en-US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site_name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ORDER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BY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DowntimePercent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DESC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''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3587241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2459CF-4CD4-675A-59C2-49FA155143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/>
              <a:t>Stored Procedure/DQL: Create Procedure and Query for DailyOperationsReport: Safety Incidents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4F562B-193E-3422-A146-C4074DD267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219575" cy="4351338"/>
          </a:xfrm>
        </p:spPr>
        <p:txBody>
          <a:bodyPr>
            <a:normAutofit fontScale="25000" lnSpcReduction="20000"/>
          </a:bodyPr>
          <a:lstStyle/>
          <a:p>
            <a:r>
              <a:rPr lang="en-AU" sz="2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AU" sz="2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2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si</a:t>
            </a:r>
            <a:r>
              <a:rPr lang="en-US" sz="2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incident_id </a:t>
            </a:r>
            <a:r>
              <a:rPr lang="en-US" sz="2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2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IncidentID</a:t>
            </a:r>
            <a:r>
              <a:rPr lang="en-US" sz="2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sz="2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si</a:t>
            </a:r>
            <a:r>
              <a:rPr lang="en-AU" sz="2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AU" sz="2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incident_date </a:t>
            </a:r>
            <a:r>
              <a:rPr lang="en-AU" sz="2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AU" sz="2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Date</a:t>
            </a:r>
            <a:r>
              <a:rPr lang="en-AU" sz="2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sz="2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ms</a:t>
            </a:r>
            <a:r>
              <a:rPr lang="en-AU" sz="2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AU" sz="2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site_name </a:t>
            </a:r>
            <a:r>
              <a:rPr lang="en-AU" sz="2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AU" sz="2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Site</a:t>
            </a:r>
            <a:r>
              <a:rPr lang="en-AU" sz="2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sz="2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si</a:t>
            </a:r>
            <a:r>
              <a:rPr lang="en-AU" sz="2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AU" sz="2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severity </a:t>
            </a:r>
            <a:r>
              <a:rPr lang="en-AU" sz="2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AU" sz="2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Severity</a:t>
            </a:r>
            <a:r>
              <a:rPr lang="en-AU" sz="2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US" sz="2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si</a:t>
            </a:r>
            <a:r>
              <a:rPr lang="en-US" sz="2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incident_type </a:t>
            </a:r>
            <a:r>
              <a:rPr lang="en-US" sz="2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2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Type</a:t>
            </a:r>
            <a:r>
              <a:rPr lang="en-US" sz="2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sz="2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si</a:t>
            </a:r>
            <a:r>
              <a:rPr lang="en-AU" sz="2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AU" sz="2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description</a:t>
            </a:r>
            <a:r>
              <a:rPr lang="en-AU" sz="2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AU" sz="2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Description</a:t>
            </a:r>
            <a:r>
              <a:rPr lang="en-AU" sz="2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US" sz="2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80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DATEDIFF</a:t>
            </a:r>
            <a:r>
              <a:rPr lang="en-US" sz="2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DAY</a:t>
            </a:r>
            <a:r>
              <a:rPr lang="en-US" sz="2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si</a:t>
            </a:r>
            <a:r>
              <a:rPr lang="en-US" sz="2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incident_date</a:t>
            </a:r>
            <a:r>
              <a:rPr lang="en-US" sz="2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GETDATE</a:t>
            </a:r>
            <a:r>
              <a:rPr lang="en-US" sz="2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())</a:t>
            </a:r>
            <a:r>
              <a:rPr lang="en-US" sz="2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2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DaysOpen</a:t>
            </a:r>
          </a:p>
          <a:p>
            <a:r>
              <a:rPr lang="en-AU" sz="2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AU" sz="2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safety_incidents si</a:t>
            </a:r>
          </a:p>
          <a:p>
            <a:r>
              <a:rPr lang="en-US" sz="2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r>
              <a:rPr lang="en-US" sz="2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mining_sites ms </a:t>
            </a:r>
            <a:r>
              <a:rPr lang="en-US" sz="2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US" sz="2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si</a:t>
            </a:r>
            <a:r>
              <a:rPr lang="en-US" sz="2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site_id </a:t>
            </a:r>
            <a:r>
              <a:rPr lang="en-US" sz="2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2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ms</a:t>
            </a:r>
            <a:r>
              <a:rPr lang="en-US" sz="2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site_id</a:t>
            </a:r>
          </a:p>
          <a:p>
            <a:r>
              <a:rPr lang="en-AU" sz="2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</a:t>
            </a:r>
            <a:r>
              <a:rPr lang="en-AU" sz="2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si</a:t>
            </a:r>
            <a:r>
              <a:rPr lang="en-AU" sz="2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AU" sz="2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resolved </a:t>
            </a:r>
            <a:r>
              <a:rPr lang="en-AU" sz="2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AU" sz="2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0</a:t>
            </a:r>
          </a:p>
          <a:p>
            <a:r>
              <a:rPr lang="en-AU" sz="2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ORDER</a:t>
            </a:r>
            <a:r>
              <a:rPr lang="en-AU" sz="2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BY</a:t>
            </a:r>
            <a:r>
              <a:rPr lang="en-AU" sz="2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AU" sz="2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CASE</a:t>
            </a:r>
            <a:r>
              <a:rPr lang="en-AU" sz="2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si</a:t>
            </a:r>
            <a:r>
              <a:rPr lang="en-AU" sz="2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AU" sz="2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severity </a:t>
            </a:r>
          </a:p>
          <a:p>
            <a:r>
              <a:rPr lang="en-AU" sz="2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AU" sz="2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WHEN</a:t>
            </a:r>
            <a:r>
              <a:rPr lang="en-AU" sz="2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'Severe'</a:t>
            </a:r>
            <a:r>
              <a:rPr lang="en-AU" sz="2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THEN</a:t>
            </a:r>
            <a:r>
              <a:rPr lang="en-AU" sz="2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 </a:t>
            </a:r>
          </a:p>
          <a:p>
            <a:r>
              <a:rPr lang="en-AU" sz="2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AU" sz="2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WHEN</a:t>
            </a:r>
            <a:r>
              <a:rPr lang="en-AU" sz="2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'Moderate'</a:t>
            </a:r>
            <a:r>
              <a:rPr lang="en-AU" sz="2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THEN</a:t>
            </a:r>
            <a:r>
              <a:rPr lang="en-AU" sz="2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2 </a:t>
            </a:r>
          </a:p>
          <a:p>
            <a:r>
              <a:rPr lang="en-AU" sz="2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AU" sz="2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ELSE</a:t>
            </a:r>
            <a:r>
              <a:rPr lang="en-AU" sz="2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3 </a:t>
            </a:r>
          </a:p>
          <a:p>
            <a:r>
              <a:rPr lang="en-AU" sz="2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END</a:t>
            </a:r>
            <a:r>
              <a:rPr lang="en-AU" sz="2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sz="2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si</a:t>
            </a:r>
            <a:r>
              <a:rPr lang="en-AU" sz="2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AU" sz="2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incident_date</a:t>
            </a:r>
            <a:r>
              <a:rPr lang="en-AU" sz="2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AU" sz="2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</a:p>
          <a:p>
            <a:r>
              <a:rPr lang="en-AU" sz="280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</a:t>
            </a:r>
            <a:r>
              <a:rPr lang="en-AU" sz="280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''</a:t>
            </a:r>
            <a:r>
              <a:rPr lang="en-AU" sz="280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A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BB29496-B0DE-92A0-8553-2991BF2A11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5264" y="4914845"/>
            <a:ext cx="7068536" cy="781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435372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C8DF7-0C1A-349E-388F-1C53D5EDC7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/>
              <a:t>Stored Procedure/DQL: Create Procedure and Query for </a:t>
            </a:r>
            <a:r>
              <a:rPr lang="en-AU" dirty="0" err="1"/>
              <a:t>DailyOperationsReport</a:t>
            </a:r>
            <a:r>
              <a:rPr lang="en-AU" dirty="0"/>
              <a:t>: Efficiency Metrics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16FC4F-2B30-BE68-7F1A-E42DC1090F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3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3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DECLARE</a:t>
            </a:r>
            <a:r>
              <a:rPr lang="en-US" sz="3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@ReportDate </a:t>
            </a:r>
            <a:r>
              <a:rPr lang="en-US" sz="3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datetime</a:t>
            </a:r>
            <a:r>
              <a:rPr lang="en-US" sz="3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36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3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36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DATEADD</a:t>
            </a:r>
            <a:r>
              <a:rPr lang="en-US" sz="36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36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DAY</a:t>
            </a:r>
            <a:r>
              <a:rPr lang="en-US" sz="36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3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36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</a:t>
            </a:r>
            <a:r>
              <a:rPr lang="en-US" sz="3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1</a:t>
            </a:r>
            <a:r>
              <a:rPr lang="en-US" sz="36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3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36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CAST</a:t>
            </a:r>
            <a:r>
              <a:rPr lang="en-US" sz="36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36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GETDATE</a:t>
            </a:r>
            <a:r>
              <a:rPr lang="en-US" sz="36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</a:t>
            </a:r>
            <a:r>
              <a:rPr lang="en-US" sz="3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3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3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3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DATE</a:t>
            </a:r>
            <a:r>
              <a:rPr lang="en-US" sz="36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));</a:t>
            </a:r>
            <a:r>
              <a:rPr lang="en-US" sz="3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36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--If the stored procedure Concept 6 @ReportDate does not work</a:t>
            </a:r>
            <a:endParaRPr lang="en-US" sz="36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3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3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AU" sz="3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AU" sz="3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AU" sz="3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ms</a:t>
            </a:r>
            <a:r>
              <a:rPr lang="en-AU" sz="36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AU" sz="3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site_name</a:t>
            </a:r>
            <a:r>
              <a:rPr lang="en-AU" sz="3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3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AU" sz="3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3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Site</a:t>
            </a:r>
            <a:r>
              <a:rPr lang="en-AU" sz="36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sz="36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3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36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AVG</a:t>
            </a:r>
            <a:r>
              <a:rPr lang="en-US" sz="36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3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dp</a:t>
            </a:r>
            <a:r>
              <a:rPr lang="en-US" sz="36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3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efficiency_percent</a:t>
            </a:r>
            <a:r>
              <a:rPr lang="en-US" sz="36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sz="3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3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3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3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AvgEfficiency</a:t>
            </a:r>
            <a:r>
              <a:rPr lang="en-US" sz="36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US" sz="36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3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36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MIN</a:t>
            </a:r>
            <a:r>
              <a:rPr lang="en-US" sz="36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3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dp</a:t>
            </a:r>
            <a:r>
              <a:rPr lang="en-US" sz="36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3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efficiency_percent</a:t>
            </a:r>
            <a:r>
              <a:rPr lang="en-US" sz="36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sz="3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3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3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3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MinEfficiency</a:t>
            </a:r>
            <a:r>
              <a:rPr lang="en-US" sz="36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US" sz="36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3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36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MAX</a:t>
            </a:r>
            <a:r>
              <a:rPr lang="en-US" sz="36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3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dp</a:t>
            </a:r>
            <a:r>
              <a:rPr lang="en-US" sz="36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3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efficiency_percent</a:t>
            </a:r>
            <a:r>
              <a:rPr lang="en-US" sz="36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sz="3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3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3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3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MaxEfficiency</a:t>
            </a:r>
            <a:r>
              <a:rPr lang="en-US" sz="36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US" sz="36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3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AU" sz="3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CASE</a:t>
            </a:r>
            <a:r>
              <a:rPr lang="en-AU" sz="3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3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US" sz="3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WHEN</a:t>
            </a:r>
            <a:r>
              <a:rPr lang="en-US" sz="3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36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AVG</a:t>
            </a:r>
            <a:r>
              <a:rPr lang="en-US" sz="36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3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dp</a:t>
            </a:r>
            <a:r>
              <a:rPr lang="en-US" sz="36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3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efficiency_percent</a:t>
            </a:r>
            <a:r>
              <a:rPr lang="en-US" sz="36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sz="3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36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&gt;=</a:t>
            </a:r>
            <a:r>
              <a:rPr lang="en-US" sz="3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90 </a:t>
            </a:r>
            <a:r>
              <a:rPr lang="en-US" sz="3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THEN</a:t>
            </a:r>
            <a:r>
              <a:rPr lang="en-US" sz="3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36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'⭐ Excellent'</a:t>
            </a:r>
            <a:endParaRPr lang="en-US" sz="36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3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US" sz="3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WHEN</a:t>
            </a:r>
            <a:r>
              <a:rPr lang="en-US" sz="3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36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AVG</a:t>
            </a:r>
            <a:r>
              <a:rPr lang="en-US" sz="36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3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dp</a:t>
            </a:r>
            <a:r>
              <a:rPr lang="en-US" sz="36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3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efficiency_percent</a:t>
            </a:r>
            <a:r>
              <a:rPr lang="en-US" sz="36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sz="3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36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&gt;=</a:t>
            </a:r>
            <a:r>
              <a:rPr lang="en-US" sz="3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80 </a:t>
            </a:r>
            <a:r>
              <a:rPr lang="en-US" sz="3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THEN</a:t>
            </a:r>
            <a:r>
              <a:rPr lang="en-US" sz="3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36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'✅ Good'</a:t>
            </a:r>
            <a:endParaRPr lang="en-US" sz="36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3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US" sz="3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WHEN</a:t>
            </a:r>
            <a:r>
              <a:rPr lang="en-US" sz="3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36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AVG</a:t>
            </a:r>
            <a:r>
              <a:rPr lang="en-US" sz="36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3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dp</a:t>
            </a:r>
            <a:r>
              <a:rPr lang="en-US" sz="36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3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efficiency_percent</a:t>
            </a:r>
            <a:r>
              <a:rPr lang="en-US" sz="36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sz="3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36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&gt;=</a:t>
            </a:r>
            <a:r>
              <a:rPr lang="en-US" sz="3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70 </a:t>
            </a:r>
            <a:r>
              <a:rPr lang="en-US" sz="3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THEN</a:t>
            </a:r>
            <a:r>
              <a:rPr lang="en-US" sz="3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36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'⚠️ Fair'</a:t>
            </a:r>
            <a:endParaRPr lang="en-US" sz="36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3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AU" sz="3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ELSE</a:t>
            </a:r>
            <a:r>
              <a:rPr lang="en-AU" sz="3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36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'❌ Needs Improvement'</a:t>
            </a:r>
            <a:endParaRPr lang="en-AU" sz="36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3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AU" sz="3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END</a:t>
            </a:r>
            <a:r>
              <a:rPr lang="en-AU" sz="3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3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AU" sz="3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Rating</a:t>
            </a:r>
          </a:p>
          <a:p>
            <a:r>
              <a:rPr lang="en-AU" sz="3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3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AU" sz="3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3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daily_production</a:t>
            </a:r>
            <a:r>
              <a:rPr lang="en-AU" sz="3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3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dp</a:t>
            </a:r>
            <a:endParaRPr lang="en-AU" sz="36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3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36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r>
              <a:rPr lang="en-AU" sz="3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3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mining_sites</a:t>
            </a:r>
            <a:r>
              <a:rPr lang="en-AU" sz="3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3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ms</a:t>
            </a:r>
            <a:r>
              <a:rPr lang="en-AU" sz="3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3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AU" sz="3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3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dp</a:t>
            </a:r>
            <a:r>
              <a:rPr lang="en-AU" sz="36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AU" sz="3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site_id</a:t>
            </a:r>
            <a:r>
              <a:rPr lang="en-AU" sz="3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36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AU" sz="3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3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ms</a:t>
            </a:r>
            <a:r>
              <a:rPr lang="en-AU" sz="36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AU" sz="3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site_id</a:t>
            </a:r>
            <a:endParaRPr lang="en-AU" sz="36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3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3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</a:t>
            </a:r>
            <a:r>
              <a:rPr lang="en-US" sz="3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3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dp</a:t>
            </a:r>
            <a:r>
              <a:rPr lang="en-US" sz="36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3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production_date</a:t>
            </a:r>
            <a:r>
              <a:rPr lang="en-US" sz="3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36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3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@ReportDate</a:t>
            </a:r>
          </a:p>
          <a:p>
            <a:r>
              <a:rPr lang="en-US" sz="3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3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GROUP</a:t>
            </a:r>
            <a:r>
              <a:rPr lang="en-US" sz="3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3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BY</a:t>
            </a:r>
            <a:r>
              <a:rPr lang="en-US" sz="3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3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ms</a:t>
            </a:r>
            <a:r>
              <a:rPr lang="en-US" sz="36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3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site_name</a:t>
            </a:r>
            <a:endParaRPr lang="en-US" sz="36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3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3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ORDER</a:t>
            </a:r>
            <a:r>
              <a:rPr lang="en-AU" sz="3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3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BY</a:t>
            </a:r>
            <a:r>
              <a:rPr lang="en-AU" sz="3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3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AvgEfficiency</a:t>
            </a:r>
            <a:r>
              <a:rPr lang="en-AU" sz="3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3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DESC</a:t>
            </a:r>
            <a:r>
              <a:rPr lang="en-AU" sz="36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AU" sz="36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3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</a:p>
          <a:p>
            <a:r>
              <a:rPr lang="en-AU" sz="3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3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</a:t>
            </a:r>
            <a:r>
              <a:rPr lang="en-AU" sz="3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36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''</a:t>
            </a:r>
            <a:r>
              <a:rPr lang="en-AU" sz="36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AU" sz="3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1C3554A-E764-954C-B2A4-F0D805A02A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1957" y="5130635"/>
            <a:ext cx="4915586" cy="1181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570075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A8E7EE-0D14-A558-0BE7-95F6BC6A96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/>
              <a:t>Stored Procedure/DQL: Create Procedure and Query for </a:t>
            </a:r>
            <a:r>
              <a:rPr lang="en-AU" dirty="0" err="1"/>
              <a:t>DailyOperationsReport</a:t>
            </a:r>
            <a:r>
              <a:rPr lang="en-AU" dirty="0"/>
              <a:t>: Site Comparisons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517B44-731E-2702-18A1-C8DD9FCA92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775" y="2073275"/>
            <a:ext cx="8277225" cy="4351338"/>
          </a:xfrm>
        </p:spPr>
        <p:txBody>
          <a:bodyPr>
            <a:normAutofit fontScale="32500" lnSpcReduction="20000"/>
          </a:bodyPr>
          <a:lstStyle/>
          <a:p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DECLARE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@ReportDate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datetime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DATEADD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DAY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1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CAST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GETDATE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DATE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));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DECLARE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@PreviousDay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DATE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DATEADD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DAY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1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@ReportDate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ms</a:t>
            </a:r>
            <a:r>
              <a:rPr lang="en-AU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site_name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Site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SUM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CASE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WHEN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dp</a:t>
            </a:r>
            <a:r>
              <a:rPr lang="en-US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production_date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@ReportDate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THEN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dp</a:t>
            </a:r>
            <a:r>
              <a:rPr lang="en-US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ore_tonnes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ELSE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0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END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OreToday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SUM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CASE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WHEN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dp</a:t>
            </a:r>
            <a:r>
              <a:rPr lang="en-US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production_date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@PreviousDay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THEN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dp</a:t>
            </a:r>
            <a:r>
              <a:rPr lang="en-US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ore_tonnes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ELSE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0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END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OreYesterday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SUM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CASE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WHEN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dp</a:t>
            </a:r>
            <a:r>
              <a:rPr lang="en-US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production_date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@ReportDate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THEN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dp</a:t>
            </a:r>
            <a:r>
              <a:rPr lang="en-US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ore_tonnes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ELSE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0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END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SUM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CASE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WHEN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dp</a:t>
            </a:r>
            <a:r>
              <a:rPr lang="en-US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production_date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@PreviousDay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THEN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dp</a:t>
            </a:r>
            <a:r>
              <a:rPr lang="en-US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ore_tonnes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ELSE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0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END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Change_Tonnes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AU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ROUND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((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SUM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CASE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WHEN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dp</a:t>
            </a:r>
            <a:r>
              <a:rPr lang="en-US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production_date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@ReportDate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THEN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dp</a:t>
            </a:r>
            <a:r>
              <a:rPr lang="en-US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ore_tonnes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ELSE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0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END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SUM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CASE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WHEN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dp</a:t>
            </a:r>
            <a:r>
              <a:rPr lang="en-US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production_date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@PreviousDay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THEN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dp</a:t>
            </a:r>
            <a:r>
              <a:rPr lang="en-US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ore_tonnes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ELSE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0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END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))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NULLIF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SUM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CASE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WHEN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dp</a:t>
            </a:r>
            <a:r>
              <a:rPr lang="en-US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production_date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@PreviousDay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THEN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dp</a:t>
            </a:r>
            <a:r>
              <a:rPr lang="en-US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ore_tonnes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ELSE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0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END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0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))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*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100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2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ChangePercent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daily_production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dp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mining_sites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ms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dp</a:t>
            </a:r>
            <a:r>
              <a:rPr lang="en-AU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site_id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ms</a:t>
            </a:r>
            <a:r>
              <a:rPr lang="en-AU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site_id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dp</a:t>
            </a:r>
            <a:r>
              <a:rPr lang="en-US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production_date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@ReportDate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@PreviousDay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GROUP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BY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ms</a:t>
            </a:r>
            <a:r>
              <a:rPr lang="en-US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site_name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ORDER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BY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ChangePercent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DESC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A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93CB2F0-8EE4-2052-7905-795C9E9132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6920" y="5090951"/>
            <a:ext cx="4515480" cy="1162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583290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F46915-867B-3A96-634F-5D12BAF662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425" y="317500"/>
            <a:ext cx="11353800" cy="1325563"/>
          </a:xfrm>
        </p:spPr>
        <p:txBody>
          <a:bodyPr>
            <a:normAutofit fontScale="90000"/>
          </a:bodyPr>
          <a:lstStyle/>
          <a:p>
            <a:r>
              <a:rPr lang="en-AU" dirty="0"/>
              <a:t>Stored Procedure/DQL: Create Procedure and Query for </a:t>
            </a:r>
            <a:r>
              <a:rPr lang="en-AU" dirty="0" err="1"/>
              <a:t>DailyOperationsReport</a:t>
            </a:r>
            <a:r>
              <a:rPr lang="en-AU" dirty="0"/>
              <a:t>: SHIFT PERFORMANCE RANKINGS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9150ED-D2EB-EDB6-8680-7913A4B22B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086600" cy="4351338"/>
          </a:xfrm>
        </p:spPr>
        <p:txBody>
          <a:bodyPr>
            <a:normAutofit fontScale="40000" lnSpcReduction="20000"/>
          </a:bodyPr>
          <a:lstStyle/>
          <a:p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DECLARE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@ReportDate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datetime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DATEADD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DAY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1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CAST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GETDATE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DATE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));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ROW_NUMBER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OVER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ORDER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BY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SUM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dp</a:t>
            </a:r>
            <a:r>
              <a:rPr lang="en-US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ore_tonnes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DESC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Rank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ms</a:t>
            </a:r>
            <a:r>
              <a:rPr lang="en-AU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site_name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Site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dp</a:t>
            </a:r>
            <a:r>
              <a:rPr lang="en-AU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AU" sz="2800" dirty="0" err="1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shift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Shift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SUM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dp</a:t>
            </a:r>
            <a:r>
              <a:rPr lang="en-US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ore_tonnes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OreProduced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AVG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dp</a:t>
            </a:r>
            <a:r>
              <a:rPr lang="en-US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efficiency_percent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AvgEfficiency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CASE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WHEN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ROW_NUMBER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OVER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ORDER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BY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SUM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dp</a:t>
            </a:r>
            <a:r>
              <a:rPr lang="en-US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ore_tonnes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DESC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&lt;=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3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THEN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'🏆 Top Performer'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ELSE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''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END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Award</a:t>
            </a: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daily_production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dp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mining_sites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ms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dp</a:t>
            </a:r>
            <a:r>
              <a:rPr lang="en-AU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site_id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ms</a:t>
            </a:r>
            <a:r>
              <a:rPr lang="en-AU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site_id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dp</a:t>
            </a:r>
            <a:r>
              <a:rPr lang="en-US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production_date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@ReportDate</a:t>
            </a:r>
          </a:p>
          <a:p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GROUP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BY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ms</a:t>
            </a:r>
            <a:r>
              <a:rPr lang="en-US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site_name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dp</a:t>
            </a:r>
            <a:r>
              <a:rPr lang="en-US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 dirty="0" err="1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shift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ORDER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BY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OreProduced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DESC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A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288AE9F-392C-6A76-F29B-8FEC1F2A47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2459" y="4138328"/>
            <a:ext cx="4877481" cy="2038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906791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709F1D5-B0F1-4714-A239-E5B61C1619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28FB460-D3FF-4440-A020-05982A09E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40546" y="1011045"/>
            <a:ext cx="4369859" cy="4369859"/>
          </a:xfrm>
          <a:prstGeom prst="roundRect">
            <a:avLst>
              <a:gd name="adj" fmla="val 275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58F53D-F5B6-AF09-A2C3-0CB717121D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6826" y="1112969"/>
            <a:ext cx="3937298" cy="4166010"/>
          </a:xfrm>
        </p:spPr>
        <p:txBody>
          <a:bodyPr>
            <a:normAutofit/>
          </a:bodyPr>
          <a:lstStyle/>
          <a:p>
            <a:r>
              <a:rPr lang="en-AU" sz="3100">
                <a:solidFill>
                  <a:srgbClr val="FFFFFF"/>
                </a:solidFill>
              </a:rPr>
              <a:t>Stored Procedure/DQL: Create Procedure and Query for DailyOperationsReport: Executive Summary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4847E93-7DC1-4D4B-8829-B19AA7137C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30529" y="0"/>
            <a:ext cx="1155142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5566D6E1-03A1-4D73-A4E0-35D74D568A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961511" y="-1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F835A99-04AC-494A-A572-AFE8413CC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2936831"/>
            <a:ext cx="159741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4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274EC3-7F9C-455C-3D8D-A28B722F1D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93655" y="295504"/>
            <a:ext cx="5257799" cy="4889350"/>
          </a:xfrm>
        </p:spPr>
        <p:txBody>
          <a:bodyPr anchor="t">
            <a:noAutofit/>
          </a:bodyPr>
          <a:lstStyle/>
          <a:p>
            <a:r>
              <a:rPr lang="en-US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 DECLARE @ReportDate datetime = DATEADD(DAY, -1, CAST(GETDATE() AS DATE));</a:t>
            </a:r>
          </a:p>
          <a:p>
            <a:r>
              <a:rPr lang="en-AU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 -- Calculate totals</a:t>
            </a:r>
          </a:p>
          <a:p>
            <a:r>
              <a:rPr lang="en-AU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 DECLARE @TotalOre DECIMAL(12,2);</a:t>
            </a:r>
          </a:p>
          <a:p>
            <a:r>
              <a:rPr lang="en-AU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 DECLARE @TotalWaste DECIMAL(12,2);</a:t>
            </a:r>
          </a:p>
          <a:p>
            <a:r>
              <a:rPr lang="en-AU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 DECLARE @TotalIncidents INT;</a:t>
            </a:r>
          </a:p>
          <a:p>
            <a:r>
              <a:rPr lang="en-AU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 DECLARE @AvgEfficiency DECIMAL(5,2);</a:t>
            </a:r>
          </a:p>
          <a:p>
            <a:r>
              <a:rPr lang="en-AU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</a:p>
          <a:p>
            <a:r>
              <a:rPr lang="en-AU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 SELECT </a:t>
            </a:r>
          </a:p>
          <a:p>
            <a:r>
              <a:rPr lang="en-AU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     @TotalOre = SUM(</a:t>
            </a:r>
            <a:r>
              <a:rPr lang="en-AU" sz="8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ore_tonnes</a:t>
            </a:r>
            <a:r>
              <a:rPr lang="en-AU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</a:p>
          <a:p>
            <a:r>
              <a:rPr lang="en-AU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     @TotalWaste = SUM(</a:t>
            </a:r>
            <a:r>
              <a:rPr lang="en-AU" sz="8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waste_tonnes</a:t>
            </a:r>
            <a:r>
              <a:rPr lang="en-AU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</a:p>
          <a:p>
            <a:r>
              <a:rPr lang="en-AU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     @AvgEfficiency = AVG(</a:t>
            </a:r>
            <a:r>
              <a:rPr lang="en-AU" sz="8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efficiency_percent</a:t>
            </a:r>
            <a:r>
              <a:rPr lang="en-AU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</a:p>
          <a:p>
            <a:r>
              <a:rPr lang="en-AU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 FROM </a:t>
            </a:r>
            <a:r>
              <a:rPr lang="en-AU" sz="8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daily_production</a:t>
            </a:r>
            <a:endParaRPr lang="en-AU" sz="800" dirty="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 WHERE </a:t>
            </a:r>
            <a:r>
              <a:rPr lang="en-AU" sz="8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production_date</a:t>
            </a:r>
            <a:r>
              <a:rPr lang="en-AU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 = @ReportDate;</a:t>
            </a:r>
          </a:p>
          <a:p>
            <a:r>
              <a:rPr lang="en-AU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</a:p>
          <a:p>
            <a:r>
              <a:rPr lang="en-AU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 SELECT @TotalIncidents = COUNT(*)</a:t>
            </a:r>
          </a:p>
          <a:p>
            <a:r>
              <a:rPr lang="en-AU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 FROM </a:t>
            </a:r>
            <a:r>
              <a:rPr lang="en-AU" sz="8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safety_incidents</a:t>
            </a:r>
            <a:endParaRPr lang="en-AU" sz="800" dirty="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 WHERE resolved = 0;</a:t>
            </a:r>
          </a:p>
          <a:p>
            <a:r>
              <a:rPr lang="en-AU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</a:p>
          <a:p>
            <a:r>
              <a:rPr lang="en-AU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 PRINT '  Total Ore Produced: ' + FORMAT(@TotalOre, 'N2') + ' tonnes';</a:t>
            </a:r>
          </a:p>
          <a:p>
            <a:r>
              <a:rPr lang="en-US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 PRINT '  Total Waste Removed: ' + FORMAT(@TotalWaste, 'N2') + ' </a:t>
            </a:r>
            <a:r>
              <a:rPr lang="en-US" sz="8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tonnes</a:t>
            </a:r>
            <a:r>
              <a:rPr lang="en-US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';</a:t>
            </a:r>
          </a:p>
          <a:p>
            <a:r>
              <a:rPr lang="en-US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 PRINT '  Average Efficiency: ' + CAST(@AvgEfficiency AS NVARCHAR(10)) + '%';</a:t>
            </a:r>
          </a:p>
          <a:p>
            <a:r>
              <a:rPr lang="en-US" sz="800" dirty="0">
                <a:highlight>
                  <a:srgbClr val="FFFFFF"/>
                </a:highlight>
                <a:latin typeface="Cascadia Mono" panose="020B0609020000020004" pitchFamily="49" charset="0"/>
              </a:rPr>
              <a:t> PRINT '  Unresolved Incidents: ' + CAST(@TotalIncidents AS NVARCHAR(10));</a:t>
            </a:r>
          </a:p>
          <a:p>
            <a:endParaRPr lang="en-US" sz="800" dirty="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800" dirty="0"/>
              <a:t> --Total Ore Produced: 88,243.35 </a:t>
            </a:r>
            <a:r>
              <a:rPr lang="en-US" sz="800" dirty="0" err="1"/>
              <a:t>tonnes</a:t>
            </a:r>
            <a:endParaRPr lang="en-US" sz="800" dirty="0"/>
          </a:p>
          <a:p>
            <a:r>
              <a:rPr lang="en-US" sz="800" dirty="0"/>
              <a:t> -- Total Waste Removed: 128,953.99 </a:t>
            </a:r>
            <a:r>
              <a:rPr lang="en-US" sz="800" dirty="0" err="1"/>
              <a:t>tonnes</a:t>
            </a:r>
            <a:endParaRPr lang="en-US" sz="800" dirty="0"/>
          </a:p>
          <a:p>
            <a:r>
              <a:rPr lang="en-AU" sz="800" dirty="0"/>
              <a:t>  --Average Efficiency: 96.50%</a:t>
            </a:r>
          </a:p>
          <a:p>
            <a:r>
              <a:rPr lang="en-AU" sz="800" dirty="0"/>
              <a:t>  --Unresolved Incidents: 3</a:t>
            </a: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7B786209-1B0B-4CA9-9BDD-F7327066A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835649"/>
            <a:ext cx="1548180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2D2964BB-484D-45AE-AD66-D407D06296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418308" y="5717905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6691AC69-A76E-4DAB-B565-468B6B87A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132972" y="6258755"/>
            <a:ext cx="1565940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79450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709F1D5-B0F1-4714-A239-E5B61C1619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28FB460-D3FF-4440-A020-05982A09E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40546" y="1011045"/>
            <a:ext cx="4369859" cy="4369859"/>
          </a:xfrm>
          <a:prstGeom prst="roundRect">
            <a:avLst>
              <a:gd name="adj" fmla="val 275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3C64D2-A3AB-7482-D24D-60A238D99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6826" y="1112969"/>
            <a:ext cx="3937298" cy="4166010"/>
          </a:xfrm>
        </p:spPr>
        <p:txBody>
          <a:bodyPr>
            <a:normAutofit/>
          </a:bodyPr>
          <a:lstStyle/>
          <a:p>
            <a:r>
              <a:rPr lang="en-AU" sz="3100">
                <a:solidFill>
                  <a:srgbClr val="FFFFFF"/>
                </a:solidFill>
              </a:rPr>
              <a:t>Stored Procedure/DQL: Create Procedure and Query for DailyOperationsReport: Daily Operations Report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4847E93-7DC1-4D4B-8829-B19AA7137C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30529" y="0"/>
            <a:ext cx="1155142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5566D6E1-03A1-4D73-A4E0-35D74D568A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961511" y="-1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F835A99-04AC-494A-A572-AFE8413CC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2936831"/>
            <a:ext cx="159741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4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820DCD-FB04-79B6-0A24-64FB4614DA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820880"/>
            <a:ext cx="5257799" cy="4889350"/>
          </a:xfrm>
        </p:spPr>
        <p:txBody>
          <a:bodyPr anchor="t">
            <a:normAutofit/>
          </a:bodyPr>
          <a:lstStyle/>
          <a:p>
            <a:r>
              <a:rPr lang="en-AU">
                <a:highlight>
                  <a:srgbClr val="FFFFFF"/>
                </a:highlight>
                <a:latin typeface="Cascadia Mono" panose="020B0609020000020004" pitchFamily="49" charset="0"/>
              </a:rPr>
              <a:t>-- Execute the daily report</a:t>
            </a:r>
          </a:p>
          <a:p>
            <a:r>
              <a:rPr lang="en-AU">
                <a:highlight>
                  <a:srgbClr val="FFFFFF"/>
                </a:highlight>
                <a:latin typeface="Cascadia Mono" panose="020B0609020000020004" pitchFamily="49" charset="0"/>
              </a:rPr>
              <a:t>EXEC </a:t>
            </a:r>
            <a:r>
              <a:rPr lang="en-AU" err="1">
                <a:highlight>
                  <a:srgbClr val="FFFFFF"/>
                </a:highlight>
                <a:latin typeface="Cascadia Mono" panose="020B0609020000020004" pitchFamily="49" charset="0"/>
              </a:rPr>
              <a:t>DailyOperationsReport</a:t>
            </a:r>
            <a:r>
              <a:rPr lang="en-AU"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7B786209-1B0B-4CA9-9BDD-F7327066A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835649"/>
            <a:ext cx="1548180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2D2964BB-484D-45AE-AD66-D407D06296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418308" y="5717905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6691AC69-A76E-4DAB-B565-468B6B87A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132972" y="6258755"/>
            <a:ext cx="1565940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190593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525D32-5FEE-52CD-ADDB-FFF327BA0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AU" sz="2400">
                <a:solidFill>
                  <a:srgbClr val="FFFFFF"/>
                </a:solidFill>
              </a:rPr>
              <a:t>Stored Function/DQL: Create Function and Query for dbo.CalculateEfficiency Part 1  </a:t>
            </a:r>
            <a:br>
              <a:rPr lang="en-AU" sz="2400">
                <a:solidFill>
                  <a:srgbClr val="FFFFFF"/>
                </a:solidFill>
              </a:rPr>
            </a:br>
            <a:endParaRPr lang="en-AU" sz="2400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F2EBE3-D10B-F3F6-1452-07135C6CCC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en-US" sz="700">
                <a:highlight>
                  <a:srgbClr val="FFFFFF"/>
                </a:highlight>
                <a:latin typeface="Cascadia Mono" panose="020B0609020000020004" pitchFamily="49" charset="0"/>
              </a:rPr>
              <a:t>IF OBJECT_ID('</a:t>
            </a:r>
            <a:r>
              <a:rPr lang="en-US" sz="700" err="1">
                <a:highlight>
                  <a:srgbClr val="FFFFFF"/>
                </a:highlight>
                <a:latin typeface="Cascadia Mono" panose="020B0609020000020004" pitchFamily="49" charset="0"/>
              </a:rPr>
              <a:t>dbo.CalculateEfficiency</a:t>
            </a:r>
            <a:r>
              <a:rPr lang="en-US" sz="700">
                <a:highlight>
                  <a:srgbClr val="FFFFFF"/>
                </a:highlight>
                <a:latin typeface="Cascadia Mono" panose="020B0609020000020004" pitchFamily="49" charset="0"/>
              </a:rPr>
              <a:t>', 'FN') IS NOT NULL</a:t>
            </a:r>
          </a:p>
          <a:p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    DROP FUNCTION </a:t>
            </a:r>
            <a:r>
              <a:rPr lang="en-AU" sz="700" err="1">
                <a:highlight>
                  <a:srgbClr val="FFFFFF"/>
                </a:highlight>
                <a:latin typeface="Cascadia Mono" panose="020B0609020000020004" pitchFamily="49" charset="0"/>
              </a:rPr>
              <a:t>dbo.CalculateEfficiency</a:t>
            </a:r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GO</a:t>
            </a:r>
          </a:p>
          <a:p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CREATE FUNCTION </a:t>
            </a:r>
            <a:r>
              <a:rPr lang="en-AU" sz="700" err="1">
                <a:highlight>
                  <a:srgbClr val="FFFFFF"/>
                </a:highlight>
                <a:latin typeface="Cascadia Mono" panose="020B0609020000020004" pitchFamily="49" charset="0"/>
              </a:rPr>
              <a:t>dbo.CalculateEfficiency</a:t>
            </a:r>
            <a:endParaRPr lang="en-AU" sz="70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</a:p>
          <a:p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    @EquipmentHours DECIMAL(8,2),</a:t>
            </a:r>
          </a:p>
          <a:p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    @DowntimeHours DECIMAL(6,2)</a:t>
            </a:r>
          </a:p>
          <a:p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</a:p>
          <a:p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RETURNS DECIMAL(5,2)</a:t>
            </a:r>
          </a:p>
          <a:p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</a:p>
          <a:p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BEGIN</a:t>
            </a:r>
          </a:p>
          <a:p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    /*</a:t>
            </a:r>
          </a:p>
          <a:p>
            <a:r>
              <a:rPr lang="en-US" sz="700">
                <a:highlight>
                  <a:srgbClr val="FFFFFF"/>
                </a:highlight>
                <a:latin typeface="Cascadia Mono" panose="020B0609020000020004" pitchFamily="49" charset="0"/>
              </a:rPr>
              <a:t>    Purpose: Calculate equipment efficiency percentage</a:t>
            </a:r>
          </a:p>
          <a:p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    Parameters: @EquipmentHours, @DowntimeHours</a:t>
            </a:r>
          </a:p>
          <a:p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    Returns: Efficiency % (0-100)</a:t>
            </a:r>
          </a:p>
          <a:p>
            <a:r>
              <a:rPr lang="en-US" sz="700">
                <a:highlight>
                  <a:srgbClr val="FFFFFF"/>
                </a:highlight>
                <a:latin typeface="Cascadia Mono" panose="020B0609020000020004" pitchFamily="49" charset="0"/>
              </a:rPr>
              <a:t>    Example: SELECT </a:t>
            </a:r>
            <a:r>
              <a:rPr lang="en-US" sz="700" err="1">
                <a:highlight>
                  <a:srgbClr val="FFFFFF"/>
                </a:highlight>
                <a:latin typeface="Cascadia Mono" panose="020B0609020000020004" pitchFamily="49" charset="0"/>
              </a:rPr>
              <a:t>dbo.CalculateEfficiency</a:t>
            </a:r>
            <a:r>
              <a:rPr lang="en-US" sz="700">
                <a:highlight>
                  <a:srgbClr val="FFFFFF"/>
                </a:highlight>
                <a:latin typeface="Cascadia Mono" panose="020B0609020000020004" pitchFamily="49" charset="0"/>
              </a:rPr>
              <a:t>(20, 2) → 90.00</a:t>
            </a:r>
          </a:p>
          <a:p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    */</a:t>
            </a:r>
          </a:p>
          <a:p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    DECLARE @Efficiency DECIMAL(5,2);</a:t>
            </a:r>
          </a:p>
          <a:p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    IF @EquipmentHours &gt; 0</a:t>
            </a:r>
          </a:p>
          <a:p>
            <a:r>
              <a:rPr lang="da-DK" sz="700">
                <a:highlight>
                  <a:srgbClr val="FFFFFF"/>
                </a:highlight>
                <a:latin typeface="Cascadia Mono" panose="020B0609020000020004" pitchFamily="49" charset="0"/>
              </a:rPr>
              <a:t>        SET @Efficiency = ROUND(((@EquipmentHours - @DowntimeHours) / @EquipmentHours) * 100, 2);</a:t>
            </a:r>
          </a:p>
          <a:p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    ELSE</a:t>
            </a:r>
          </a:p>
          <a:p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        SET @Efficiency = 0;</a:t>
            </a:r>
          </a:p>
          <a:p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    RETURN @Efficiency;</a:t>
            </a:r>
          </a:p>
          <a:p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END</a:t>
            </a:r>
          </a:p>
          <a:p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GO</a:t>
            </a:r>
            <a:endParaRPr lang="en-AU" sz="700"/>
          </a:p>
        </p:txBody>
      </p:sp>
    </p:spTree>
    <p:extLst>
      <p:ext uri="{BB962C8B-B14F-4D97-AF65-F5344CB8AC3E}">
        <p14:creationId xmlns:p14="http://schemas.microsoft.com/office/powerpoint/2010/main" val="218988570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4DD90FC-4B77-A08D-B937-AEEA48DE6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AU" sz="2200" dirty="0">
                <a:solidFill>
                  <a:srgbClr val="FFFFFF"/>
                </a:solidFill>
              </a:rPr>
              <a:t>Stored Function/DQL: Create Function and Query for </a:t>
            </a:r>
            <a:r>
              <a:rPr lang="en-AU" sz="2200" dirty="0" err="1">
                <a:solidFill>
                  <a:srgbClr val="FFFFFF"/>
                </a:solidFill>
              </a:rPr>
              <a:t>dbo.CalculateEfficiency</a:t>
            </a:r>
            <a:r>
              <a:rPr lang="en-AU" sz="2200" dirty="0">
                <a:solidFill>
                  <a:srgbClr val="FFFFFF"/>
                </a:solidFill>
              </a:rPr>
              <a:t> Part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16649C-BF03-B2AF-0864-732774C485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81727" y="649480"/>
            <a:ext cx="3025303" cy="5546047"/>
          </a:xfrm>
        </p:spPr>
        <p:txBody>
          <a:bodyPr anchor="ctr">
            <a:normAutofit fontScale="92500"/>
          </a:bodyPr>
          <a:lstStyle/>
          <a:p>
            <a:r>
              <a:rPr lang="en-AU" sz="1600">
                <a:highlight>
                  <a:srgbClr val="FFFFFF"/>
                </a:highlight>
                <a:latin typeface="Cascadia Mono" panose="020B0609020000020004" pitchFamily="49" charset="0"/>
              </a:rPr>
              <a:t>SELECT </a:t>
            </a:r>
          </a:p>
          <a:p>
            <a:r>
              <a:rPr lang="en-AU" sz="1600">
                <a:highlight>
                  <a:srgbClr val="FFFFFF"/>
                </a:highlight>
                <a:latin typeface="Cascadia Mono" panose="020B0609020000020004" pitchFamily="49" charset="0"/>
              </a:rPr>
              <a:t>    site_id,</a:t>
            </a:r>
          </a:p>
          <a:p>
            <a:r>
              <a:rPr lang="en-AU" sz="1600">
                <a:highlight>
                  <a:srgbClr val="FFFFFF"/>
                </a:highlight>
                <a:latin typeface="Cascadia Mono" panose="020B0609020000020004" pitchFamily="49" charset="0"/>
              </a:rPr>
              <a:t>    production_date,</a:t>
            </a:r>
          </a:p>
          <a:p>
            <a:r>
              <a:rPr lang="en-AU" sz="1600">
                <a:highlight>
                  <a:srgbClr val="FFFFFF"/>
                </a:highlight>
                <a:latin typeface="Cascadia Mono" panose="020B0609020000020004" pitchFamily="49" charset="0"/>
              </a:rPr>
              <a:t>    shift,</a:t>
            </a:r>
          </a:p>
          <a:p>
            <a:r>
              <a:rPr lang="en-AU" sz="1600">
                <a:highlight>
                  <a:srgbClr val="FFFFFF"/>
                </a:highlight>
                <a:latin typeface="Cascadia Mono" panose="020B0609020000020004" pitchFamily="49" charset="0"/>
              </a:rPr>
              <a:t>    equipment_hours,</a:t>
            </a:r>
          </a:p>
          <a:p>
            <a:r>
              <a:rPr lang="en-AU" sz="1600">
                <a:highlight>
                  <a:srgbClr val="FFFFFF"/>
                </a:highlight>
                <a:latin typeface="Cascadia Mono" panose="020B0609020000020004" pitchFamily="49" charset="0"/>
              </a:rPr>
              <a:t>    downtime_hours,</a:t>
            </a:r>
          </a:p>
          <a:p>
            <a:r>
              <a:rPr lang="en-US" sz="1600">
                <a:highlight>
                  <a:srgbClr val="FFFFFF"/>
                </a:highlight>
                <a:latin typeface="Cascadia Mono" panose="020B0609020000020004" pitchFamily="49" charset="0"/>
              </a:rPr>
              <a:t>    dbo.CalculateEfficiency(equipment_hours, downtime_hours) AS calculated_efficiency,</a:t>
            </a:r>
          </a:p>
          <a:p>
            <a:r>
              <a:rPr lang="en-US" sz="1600">
                <a:highlight>
                  <a:srgbClr val="FFFFFF"/>
                </a:highlight>
                <a:latin typeface="Cascadia Mono" panose="020B0609020000020004" pitchFamily="49" charset="0"/>
              </a:rPr>
              <a:t>    efficiency_percent AS stored_efficiency</a:t>
            </a:r>
          </a:p>
          <a:p>
            <a:r>
              <a:rPr lang="en-AU" sz="1600">
                <a:highlight>
                  <a:srgbClr val="FFFFFF"/>
                </a:highlight>
                <a:latin typeface="Cascadia Mono" panose="020B0609020000020004" pitchFamily="49" charset="0"/>
              </a:rPr>
              <a:t>FROM daily_production</a:t>
            </a:r>
          </a:p>
          <a:p>
            <a:r>
              <a:rPr lang="en-US" sz="1600">
                <a:highlight>
                  <a:srgbClr val="FFFFFF"/>
                </a:highlight>
                <a:latin typeface="Cascadia Mono" panose="020B0609020000020004" pitchFamily="49" charset="0"/>
              </a:rPr>
              <a:t>WHERE production_date = (SELECT MAX(production_date) FROM daily_production)</a:t>
            </a:r>
          </a:p>
          <a:p>
            <a:r>
              <a:rPr lang="en-US" sz="1600">
                <a:highlight>
                  <a:srgbClr val="FFFFFF"/>
                </a:highlight>
                <a:latin typeface="Cascadia Mono" panose="020B0609020000020004" pitchFamily="49" charset="0"/>
              </a:rPr>
              <a:t>ORDER BY site_id, shift;</a:t>
            </a:r>
          </a:p>
          <a:p>
            <a:endParaRPr lang="en-US" sz="16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2F5D314-7B59-AB26-9BD5-A6756355A5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7030" y="4822843"/>
            <a:ext cx="4407027" cy="1568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038690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E2F850-8AA6-F61F-2226-D3FD65D355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AU" sz="2100">
                <a:solidFill>
                  <a:srgbClr val="FFFFFF"/>
                </a:solidFill>
              </a:rPr>
              <a:t>Stored Function/DQL: Create Function and Query for dbo.GetHighDowntimeSites Part 1</a:t>
            </a:r>
            <a:br>
              <a:rPr lang="en-AU" sz="2100">
                <a:solidFill>
                  <a:srgbClr val="FFFFFF"/>
                </a:solidFill>
              </a:rPr>
            </a:br>
            <a:endParaRPr lang="en-AU" sz="2100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BBE60E-4385-B499-4A35-E24FBD8E1D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 lnSpcReduction="10000"/>
          </a:bodyPr>
          <a:lstStyle/>
          <a:p>
            <a:r>
              <a:rPr lang="en-US">
                <a:highlight>
                  <a:srgbClr val="FFFFFF"/>
                </a:highlight>
                <a:latin typeface="Cascadia Mono" panose="020B0609020000020004" pitchFamily="49" charset="0"/>
              </a:rPr>
              <a:t>IF OBJECT_ID('</a:t>
            </a:r>
            <a:r>
              <a:rPr lang="en-US" err="1">
                <a:highlight>
                  <a:srgbClr val="FFFFFF"/>
                </a:highlight>
                <a:latin typeface="Cascadia Mono" panose="020B0609020000020004" pitchFamily="49" charset="0"/>
              </a:rPr>
              <a:t>dbo.GetHighDowntimeSites</a:t>
            </a:r>
            <a:r>
              <a:rPr lang="en-US">
                <a:highlight>
                  <a:srgbClr val="FFFFFF"/>
                </a:highlight>
                <a:latin typeface="Cascadia Mono" panose="020B0609020000020004" pitchFamily="49" charset="0"/>
              </a:rPr>
              <a:t>', 'IF') IS NOT NULL</a:t>
            </a:r>
          </a:p>
          <a:p>
            <a:r>
              <a:rPr lang="en-AU">
                <a:highlight>
                  <a:srgbClr val="FFFFFF"/>
                </a:highlight>
                <a:latin typeface="Cascadia Mono" panose="020B0609020000020004" pitchFamily="49" charset="0"/>
              </a:rPr>
              <a:t>    DROP FUNCTION </a:t>
            </a:r>
            <a:r>
              <a:rPr lang="en-AU" err="1">
                <a:highlight>
                  <a:srgbClr val="FFFFFF"/>
                </a:highlight>
                <a:latin typeface="Cascadia Mono" panose="020B0609020000020004" pitchFamily="49" charset="0"/>
              </a:rPr>
              <a:t>dbo.GetHighDowntimeSites</a:t>
            </a:r>
            <a:r>
              <a:rPr lang="en-AU"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AU">
                <a:highlight>
                  <a:srgbClr val="FFFFFF"/>
                </a:highlight>
                <a:latin typeface="Cascadia Mono" panose="020B0609020000020004" pitchFamily="49" charset="0"/>
              </a:rPr>
              <a:t>GO</a:t>
            </a:r>
          </a:p>
          <a:p>
            <a:endParaRPr lang="en-AU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>
                <a:highlight>
                  <a:srgbClr val="FFFFFF"/>
                </a:highlight>
                <a:latin typeface="Cascadia Mono" panose="020B0609020000020004" pitchFamily="49" charset="0"/>
              </a:rPr>
              <a:t>CREATE FUNCTION </a:t>
            </a:r>
            <a:r>
              <a:rPr lang="en-AU" err="1">
                <a:highlight>
                  <a:srgbClr val="FFFFFF"/>
                </a:highlight>
                <a:latin typeface="Cascadia Mono" panose="020B0609020000020004" pitchFamily="49" charset="0"/>
              </a:rPr>
              <a:t>dbo.GetHighDowntimeSites</a:t>
            </a:r>
            <a:endParaRPr lang="en-AU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</a:p>
          <a:p>
            <a:r>
              <a:rPr lang="en-AU">
                <a:highlight>
                  <a:srgbClr val="FFFFFF"/>
                </a:highlight>
                <a:latin typeface="Cascadia Mono" panose="020B0609020000020004" pitchFamily="49" charset="0"/>
              </a:rPr>
              <a:t>    @ThresholdPercent DECIMAL(5,2)</a:t>
            </a:r>
          </a:p>
          <a:p>
            <a:r>
              <a:rPr lang="en-AU"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58653375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51CEBA-FA22-5F2B-120C-18F9C5AD80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AU" sz="2100">
                <a:solidFill>
                  <a:srgbClr val="FFFFFF"/>
                </a:solidFill>
              </a:rPr>
              <a:t>Stored Function/DQL: Create Function and Query for dbo.GetHighDowntimeSites Part 2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99B9E7-2B81-2513-1F27-BE65899FE3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 lnSpcReduction="10000"/>
          </a:bodyPr>
          <a:lstStyle/>
          <a:p>
            <a:r>
              <a:rPr lang="en-AU" sz="2200">
                <a:highlight>
                  <a:srgbClr val="FFFFFF"/>
                </a:highlight>
                <a:latin typeface="Cascadia Mono" panose="020B0609020000020004" pitchFamily="49" charset="0"/>
              </a:rPr>
              <a:t>RETURNS TABLE</a:t>
            </a:r>
          </a:p>
          <a:p>
            <a:r>
              <a:rPr lang="en-AU" sz="2200"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</a:p>
          <a:p>
            <a:r>
              <a:rPr lang="en-AU" sz="2200"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</a:p>
          <a:p>
            <a:r>
              <a:rPr lang="en-AU" sz="2200"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</a:p>
          <a:p>
            <a:r>
              <a:rPr lang="en-AU" sz="2200">
                <a:highlight>
                  <a:srgbClr val="FFFFFF"/>
                </a:highlight>
                <a:latin typeface="Cascadia Mono" panose="020B0609020000020004" pitchFamily="49" charset="0"/>
              </a:rPr>
              <a:t>    /*</a:t>
            </a:r>
          </a:p>
          <a:p>
            <a:r>
              <a:rPr lang="en-US" sz="2200">
                <a:highlight>
                  <a:srgbClr val="FFFFFF"/>
                </a:highlight>
                <a:latin typeface="Cascadia Mono" panose="020B0609020000020004" pitchFamily="49" charset="0"/>
              </a:rPr>
              <a:t>    Purpose: Return sites with downtime above threshold</a:t>
            </a:r>
          </a:p>
          <a:p>
            <a:r>
              <a:rPr lang="en-AU" sz="2200">
                <a:highlight>
                  <a:srgbClr val="FFFFFF"/>
                </a:highlight>
                <a:latin typeface="Cascadia Mono" panose="020B0609020000020004" pitchFamily="49" charset="0"/>
              </a:rPr>
              <a:t>    Parameters: @ThresholdPercent (e.g., 5.0 for 5%)</a:t>
            </a:r>
          </a:p>
          <a:p>
            <a:r>
              <a:rPr lang="en-US" sz="2200">
                <a:highlight>
                  <a:srgbClr val="FFFFFF"/>
                </a:highlight>
                <a:latin typeface="Cascadia Mono" panose="020B0609020000020004" pitchFamily="49" charset="0"/>
              </a:rPr>
              <a:t>    Returns: Table with site details and downtime metrics</a:t>
            </a:r>
          </a:p>
          <a:p>
            <a:r>
              <a:rPr lang="en-US" sz="2200">
                <a:highlight>
                  <a:srgbClr val="FFFFFF"/>
                </a:highlight>
                <a:latin typeface="Cascadia Mono" panose="020B0609020000020004" pitchFamily="49" charset="0"/>
              </a:rPr>
              <a:t>    Example: SELECT * FROM </a:t>
            </a:r>
            <a:r>
              <a:rPr lang="en-US" sz="2200" err="1">
                <a:highlight>
                  <a:srgbClr val="FFFFFF"/>
                </a:highlight>
                <a:latin typeface="Cascadia Mono" panose="020B0609020000020004" pitchFamily="49" charset="0"/>
              </a:rPr>
              <a:t>dbo.GetHighDowntimeSites</a:t>
            </a:r>
            <a:r>
              <a:rPr lang="en-US" sz="2200">
                <a:highlight>
                  <a:srgbClr val="FFFFFF"/>
                </a:highlight>
                <a:latin typeface="Cascadia Mono" panose="020B0609020000020004" pitchFamily="49" charset="0"/>
              </a:rPr>
              <a:t>(5.0);</a:t>
            </a:r>
          </a:p>
          <a:p>
            <a:r>
              <a:rPr lang="en-AU" sz="2200">
                <a:highlight>
                  <a:srgbClr val="FFFFFF"/>
                </a:highlight>
                <a:latin typeface="Cascadia Mono" panose="020B0609020000020004" pitchFamily="49" charset="0"/>
              </a:rPr>
              <a:t>    */</a:t>
            </a:r>
          </a:p>
          <a:p>
            <a:r>
              <a:rPr lang="en-AU" sz="220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</a:p>
          <a:p>
            <a:endParaRPr lang="en-AU" sz="2200"/>
          </a:p>
        </p:txBody>
      </p:sp>
    </p:spTree>
    <p:extLst>
      <p:ext uri="{BB962C8B-B14F-4D97-AF65-F5344CB8AC3E}">
        <p14:creationId xmlns:p14="http://schemas.microsoft.com/office/powerpoint/2010/main" val="255742725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A5C56E-277A-4F32-1B36-17D7013B2D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AU" sz="2100">
                <a:solidFill>
                  <a:srgbClr val="FFFFFF"/>
                </a:solidFill>
              </a:rPr>
              <a:t>Stored Function/DQL: Create Function and Query for dbo.GetHighDowntimeSites Part 3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9AA333-245C-349D-EE23-EA139E1A20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en-AU" sz="900">
                <a:highlight>
                  <a:srgbClr val="FFFFFF"/>
                </a:highlight>
                <a:latin typeface="Cascadia Mono" panose="020B0609020000020004" pitchFamily="49" charset="0"/>
              </a:rPr>
              <a:t> SELECT </a:t>
            </a:r>
          </a:p>
          <a:p>
            <a:r>
              <a:rPr lang="en-AU" sz="900"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AU" sz="900" err="1">
                <a:highlight>
                  <a:srgbClr val="FFFFFF"/>
                </a:highlight>
                <a:latin typeface="Cascadia Mono" panose="020B0609020000020004" pitchFamily="49" charset="0"/>
              </a:rPr>
              <a:t>ms.site_name</a:t>
            </a:r>
            <a:r>
              <a:rPr lang="en-AU" sz="90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sz="900"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AU" sz="900" err="1">
                <a:highlight>
                  <a:srgbClr val="FFFFFF"/>
                </a:highlight>
                <a:latin typeface="Cascadia Mono" panose="020B0609020000020004" pitchFamily="49" charset="0"/>
              </a:rPr>
              <a:t>ms.site_location</a:t>
            </a:r>
            <a:r>
              <a:rPr lang="en-AU" sz="90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sz="900"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AU" sz="900" err="1">
                <a:highlight>
                  <a:srgbClr val="FFFFFF"/>
                </a:highlight>
                <a:latin typeface="Cascadia Mono" panose="020B0609020000020004" pitchFamily="49" charset="0"/>
              </a:rPr>
              <a:t>ms.state</a:t>
            </a:r>
            <a:r>
              <a:rPr lang="en-AU" sz="90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US" sz="900">
                <a:highlight>
                  <a:srgbClr val="FFFFFF"/>
                </a:highlight>
                <a:latin typeface="Cascadia Mono" panose="020B0609020000020004" pitchFamily="49" charset="0"/>
              </a:rPr>
              <a:t>        SUM(</a:t>
            </a:r>
            <a:r>
              <a:rPr lang="en-US" sz="900" err="1">
                <a:highlight>
                  <a:srgbClr val="FFFFFF"/>
                </a:highlight>
                <a:latin typeface="Cascadia Mono" panose="020B0609020000020004" pitchFamily="49" charset="0"/>
              </a:rPr>
              <a:t>dp.downtime_hours</a:t>
            </a:r>
            <a:r>
              <a:rPr lang="en-US" sz="900">
                <a:highlight>
                  <a:srgbClr val="FFFFFF"/>
                </a:highlight>
                <a:latin typeface="Cascadia Mono" panose="020B0609020000020004" pitchFamily="49" charset="0"/>
              </a:rPr>
              <a:t>) AS </a:t>
            </a:r>
            <a:r>
              <a:rPr lang="en-US" sz="900" err="1">
                <a:highlight>
                  <a:srgbClr val="FFFFFF"/>
                </a:highlight>
                <a:latin typeface="Cascadia Mono" panose="020B0609020000020004" pitchFamily="49" charset="0"/>
              </a:rPr>
              <a:t>total_downtime_hours</a:t>
            </a:r>
            <a:r>
              <a:rPr lang="en-US" sz="90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US" sz="900">
                <a:highlight>
                  <a:srgbClr val="FFFFFF"/>
                </a:highlight>
                <a:latin typeface="Cascadia Mono" panose="020B0609020000020004" pitchFamily="49" charset="0"/>
              </a:rPr>
              <a:t>        SUM(</a:t>
            </a:r>
            <a:r>
              <a:rPr lang="en-US" sz="900" err="1">
                <a:highlight>
                  <a:srgbClr val="FFFFFF"/>
                </a:highlight>
                <a:latin typeface="Cascadia Mono" panose="020B0609020000020004" pitchFamily="49" charset="0"/>
              </a:rPr>
              <a:t>dp.equipment_hours</a:t>
            </a:r>
            <a:r>
              <a:rPr lang="en-US" sz="900">
                <a:highlight>
                  <a:srgbClr val="FFFFFF"/>
                </a:highlight>
                <a:latin typeface="Cascadia Mono" panose="020B0609020000020004" pitchFamily="49" charset="0"/>
              </a:rPr>
              <a:t>) AS </a:t>
            </a:r>
            <a:r>
              <a:rPr lang="en-US" sz="900" err="1">
                <a:highlight>
                  <a:srgbClr val="FFFFFF"/>
                </a:highlight>
                <a:latin typeface="Cascadia Mono" panose="020B0609020000020004" pitchFamily="49" charset="0"/>
              </a:rPr>
              <a:t>total_equipment_hours</a:t>
            </a:r>
            <a:r>
              <a:rPr lang="en-US" sz="90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US" sz="900">
                <a:highlight>
                  <a:srgbClr val="FFFFFF"/>
                </a:highlight>
                <a:latin typeface="Cascadia Mono" panose="020B0609020000020004" pitchFamily="49" charset="0"/>
              </a:rPr>
              <a:t>        ROUND((SUM(</a:t>
            </a:r>
            <a:r>
              <a:rPr lang="en-US" sz="900" err="1">
                <a:highlight>
                  <a:srgbClr val="FFFFFF"/>
                </a:highlight>
                <a:latin typeface="Cascadia Mono" panose="020B0609020000020004" pitchFamily="49" charset="0"/>
              </a:rPr>
              <a:t>dp.downtime_hours</a:t>
            </a:r>
            <a:r>
              <a:rPr lang="en-US" sz="900">
                <a:highlight>
                  <a:srgbClr val="FFFFFF"/>
                </a:highlight>
                <a:latin typeface="Cascadia Mono" panose="020B0609020000020004" pitchFamily="49" charset="0"/>
              </a:rPr>
              <a:t>) / NULLIF(SUM(</a:t>
            </a:r>
            <a:r>
              <a:rPr lang="en-US" sz="900" err="1">
                <a:highlight>
                  <a:srgbClr val="FFFFFF"/>
                </a:highlight>
                <a:latin typeface="Cascadia Mono" panose="020B0609020000020004" pitchFamily="49" charset="0"/>
              </a:rPr>
              <a:t>dp.equipment_hours</a:t>
            </a:r>
            <a:r>
              <a:rPr lang="en-US" sz="900">
                <a:highlight>
                  <a:srgbClr val="FFFFFF"/>
                </a:highlight>
                <a:latin typeface="Cascadia Mono" panose="020B0609020000020004" pitchFamily="49" charset="0"/>
              </a:rPr>
              <a:t>), 0)) * 100, 2) AS </a:t>
            </a:r>
            <a:r>
              <a:rPr lang="en-US" sz="900" err="1">
                <a:highlight>
                  <a:srgbClr val="FFFFFF"/>
                </a:highlight>
                <a:latin typeface="Cascadia Mono" panose="020B0609020000020004" pitchFamily="49" charset="0"/>
              </a:rPr>
              <a:t>downtime_percent</a:t>
            </a:r>
            <a:r>
              <a:rPr lang="en-US" sz="90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sz="900">
                <a:highlight>
                  <a:srgbClr val="FFFFFF"/>
                </a:highlight>
                <a:latin typeface="Cascadia Mono" panose="020B0609020000020004" pitchFamily="49" charset="0"/>
              </a:rPr>
              <a:t>        CASE </a:t>
            </a:r>
          </a:p>
          <a:p>
            <a:r>
              <a:rPr lang="en-US" sz="900">
                <a:highlight>
                  <a:srgbClr val="FFFFFF"/>
                </a:highlight>
                <a:latin typeface="Cascadia Mono" panose="020B0609020000020004" pitchFamily="49" charset="0"/>
              </a:rPr>
              <a:t>            WHEN ROUND((SUM(</a:t>
            </a:r>
            <a:r>
              <a:rPr lang="en-US" sz="900" err="1">
                <a:highlight>
                  <a:srgbClr val="FFFFFF"/>
                </a:highlight>
                <a:latin typeface="Cascadia Mono" panose="020B0609020000020004" pitchFamily="49" charset="0"/>
              </a:rPr>
              <a:t>dp.downtime_hours</a:t>
            </a:r>
            <a:r>
              <a:rPr lang="en-US" sz="900">
                <a:highlight>
                  <a:srgbClr val="FFFFFF"/>
                </a:highlight>
                <a:latin typeface="Cascadia Mono" panose="020B0609020000020004" pitchFamily="49" charset="0"/>
              </a:rPr>
              <a:t>) / NULLIF(SUM(</a:t>
            </a:r>
            <a:r>
              <a:rPr lang="en-US" sz="900" err="1">
                <a:highlight>
                  <a:srgbClr val="FFFFFF"/>
                </a:highlight>
                <a:latin typeface="Cascadia Mono" panose="020B0609020000020004" pitchFamily="49" charset="0"/>
              </a:rPr>
              <a:t>dp.equipment_hours</a:t>
            </a:r>
            <a:r>
              <a:rPr lang="en-US" sz="900">
                <a:highlight>
                  <a:srgbClr val="FFFFFF"/>
                </a:highlight>
                <a:latin typeface="Cascadia Mono" panose="020B0609020000020004" pitchFamily="49" charset="0"/>
              </a:rPr>
              <a:t>), 0)) * 100, 2) &gt; 10 THEN 'Critical'</a:t>
            </a:r>
          </a:p>
          <a:p>
            <a:r>
              <a:rPr lang="en-US" sz="900">
                <a:highlight>
                  <a:srgbClr val="FFFFFF"/>
                </a:highlight>
                <a:latin typeface="Cascadia Mono" panose="020B0609020000020004" pitchFamily="49" charset="0"/>
              </a:rPr>
              <a:t>            WHEN ROUND((SUM(</a:t>
            </a:r>
            <a:r>
              <a:rPr lang="en-US" sz="900" err="1">
                <a:highlight>
                  <a:srgbClr val="FFFFFF"/>
                </a:highlight>
                <a:latin typeface="Cascadia Mono" panose="020B0609020000020004" pitchFamily="49" charset="0"/>
              </a:rPr>
              <a:t>dp.downtime_hours</a:t>
            </a:r>
            <a:r>
              <a:rPr lang="en-US" sz="900">
                <a:highlight>
                  <a:srgbClr val="FFFFFF"/>
                </a:highlight>
                <a:latin typeface="Cascadia Mono" panose="020B0609020000020004" pitchFamily="49" charset="0"/>
              </a:rPr>
              <a:t>) / NULLIF(SUM(</a:t>
            </a:r>
            <a:r>
              <a:rPr lang="en-US" sz="900" err="1">
                <a:highlight>
                  <a:srgbClr val="FFFFFF"/>
                </a:highlight>
                <a:latin typeface="Cascadia Mono" panose="020B0609020000020004" pitchFamily="49" charset="0"/>
              </a:rPr>
              <a:t>dp.equipment_hours</a:t>
            </a:r>
            <a:r>
              <a:rPr lang="en-US" sz="900">
                <a:highlight>
                  <a:srgbClr val="FFFFFF"/>
                </a:highlight>
                <a:latin typeface="Cascadia Mono" panose="020B0609020000020004" pitchFamily="49" charset="0"/>
              </a:rPr>
              <a:t>), 0)) * 100, 2) &gt; 5 THEN 'Warning'</a:t>
            </a:r>
          </a:p>
          <a:p>
            <a:r>
              <a:rPr lang="en-AU" sz="900">
                <a:highlight>
                  <a:srgbClr val="FFFFFF"/>
                </a:highlight>
                <a:latin typeface="Cascadia Mono" panose="020B0609020000020004" pitchFamily="49" charset="0"/>
              </a:rPr>
              <a:t>            ELSE 'Normal'</a:t>
            </a:r>
          </a:p>
          <a:p>
            <a:r>
              <a:rPr lang="en-AU" sz="900">
                <a:highlight>
                  <a:srgbClr val="FFFFFF"/>
                </a:highlight>
                <a:latin typeface="Cascadia Mono" panose="020B0609020000020004" pitchFamily="49" charset="0"/>
              </a:rPr>
              <a:t>        END AS status</a:t>
            </a:r>
          </a:p>
          <a:p>
            <a:r>
              <a:rPr lang="en-AU" sz="900">
                <a:highlight>
                  <a:srgbClr val="FFFFFF"/>
                </a:highlight>
                <a:latin typeface="Cascadia Mono" panose="020B0609020000020004" pitchFamily="49" charset="0"/>
              </a:rPr>
              <a:t>    FROM </a:t>
            </a:r>
            <a:r>
              <a:rPr lang="en-AU" sz="900" err="1">
                <a:highlight>
                  <a:srgbClr val="FFFFFF"/>
                </a:highlight>
                <a:latin typeface="Cascadia Mono" panose="020B0609020000020004" pitchFamily="49" charset="0"/>
              </a:rPr>
              <a:t>daily_production</a:t>
            </a:r>
            <a:r>
              <a:rPr lang="en-AU" sz="900"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900" err="1">
                <a:highlight>
                  <a:srgbClr val="FFFFFF"/>
                </a:highlight>
                <a:latin typeface="Cascadia Mono" panose="020B0609020000020004" pitchFamily="49" charset="0"/>
              </a:rPr>
              <a:t>dp</a:t>
            </a:r>
            <a:endParaRPr lang="en-AU" sz="90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900">
                <a:highlight>
                  <a:srgbClr val="FFFFFF"/>
                </a:highlight>
                <a:latin typeface="Cascadia Mono" panose="020B0609020000020004" pitchFamily="49" charset="0"/>
              </a:rPr>
              <a:t>    JOIN </a:t>
            </a:r>
            <a:r>
              <a:rPr lang="en-AU" sz="900" err="1">
                <a:highlight>
                  <a:srgbClr val="FFFFFF"/>
                </a:highlight>
                <a:latin typeface="Cascadia Mono" panose="020B0609020000020004" pitchFamily="49" charset="0"/>
              </a:rPr>
              <a:t>mining_sites</a:t>
            </a:r>
            <a:r>
              <a:rPr lang="en-AU" sz="900"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900" err="1">
                <a:highlight>
                  <a:srgbClr val="FFFFFF"/>
                </a:highlight>
                <a:latin typeface="Cascadia Mono" panose="020B0609020000020004" pitchFamily="49" charset="0"/>
              </a:rPr>
              <a:t>ms</a:t>
            </a:r>
            <a:r>
              <a:rPr lang="en-AU" sz="900">
                <a:highlight>
                  <a:srgbClr val="FFFFFF"/>
                </a:highlight>
                <a:latin typeface="Cascadia Mono" panose="020B0609020000020004" pitchFamily="49" charset="0"/>
              </a:rPr>
              <a:t> ON </a:t>
            </a:r>
            <a:r>
              <a:rPr lang="en-AU" sz="900" err="1">
                <a:highlight>
                  <a:srgbClr val="FFFFFF"/>
                </a:highlight>
                <a:latin typeface="Cascadia Mono" panose="020B0609020000020004" pitchFamily="49" charset="0"/>
              </a:rPr>
              <a:t>dp.site_id</a:t>
            </a:r>
            <a:r>
              <a:rPr lang="en-AU" sz="900"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en-AU" sz="900" err="1">
                <a:highlight>
                  <a:srgbClr val="FFFFFF"/>
                </a:highlight>
                <a:latin typeface="Cascadia Mono" panose="020B0609020000020004" pitchFamily="49" charset="0"/>
              </a:rPr>
              <a:t>ms.site_id</a:t>
            </a:r>
            <a:endParaRPr lang="en-AU" sz="90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900">
                <a:highlight>
                  <a:srgbClr val="FFFFFF"/>
                </a:highlight>
                <a:latin typeface="Cascadia Mono" panose="020B0609020000020004" pitchFamily="49" charset="0"/>
              </a:rPr>
              <a:t>    WHERE </a:t>
            </a:r>
            <a:r>
              <a:rPr lang="en-US" sz="900" err="1">
                <a:highlight>
                  <a:srgbClr val="FFFFFF"/>
                </a:highlight>
                <a:latin typeface="Cascadia Mono" panose="020B0609020000020004" pitchFamily="49" charset="0"/>
              </a:rPr>
              <a:t>dp.production_date</a:t>
            </a:r>
            <a:r>
              <a:rPr lang="en-US" sz="900">
                <a:highlight>
                  <a:srgbClr val="FFFFFF"/>
                </a:highlight>
                <a:latin typeface="Cascadia Mono" panose="020B0609020000020004" pitchFamily="49" charset="0"/>
              </a:rPr>
              <a:t> &gt;= DATEADD(DAY, -7, GETDATE())</a:t>
            </a:r>
          </a:p>
          <a:p>
            <a:r>
              <a:rPr lang="en-US" sz="900">
                <a:highlight>
                  <a:srgbClr val="FFFFFF"/>
                </a:highlight>
                <a:latin typeface="Cascadia Mono" panose="020B0609020000020004" pitchFamily="49" charset="0"/>
              </a:rPr>
              <a:t>    GROUP BY </a:t>
            </a:r>
            <a:r>
              <a:rPr lang="en-US" sz="900" err="1">
                <a:highlight>
                  <a:srgbClr val="FFFFFF"/>
                </a:highlight>
                <a:latin typeface="Cascadia Mono" panose="020B0609020000020004" pitchFamily="49" charset="0"/>
              </a:rPr>
              <a:t>ms.site_name</a:t>
            </a:r>
            <a:r>
              <a:rPr lang="en-US" sz="900"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sz="900" err="1">
                <a:highlight>
                  <a:srgbClr val="FFFFFF"/>
                </a:highlight>
                <a:latin typeface="Cascadia Mono" panose="020B0609020000020004" pitchFamily="49" charset="0"/>
              </a:rPr>
              <a:t>ms.site_location</a:t>
            </a:r>
            <a:r>
              <a:rPr lang="en-US" sz="900"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sz="900" err="1">
                <a:highlight>
                  <a:srgbClr val="FFFFFF"/>
                </a:highlight>
                <a:latin typeface="Cascadia Mono" panose="020B0609020000020004" pitchFamily="49" charset="0"/>
              </a:rPr>
              <a:t>ms.state</a:t>
            </a:r>
            <a:endParaRPr lang="en-US" sz="90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900">
                <a:highlight>
                  <a:srgbClr val="FFFFFF"/>
                </a:highlight>
                <a:latin typeface="Cascadia Mono" panose="020B0609020000020004" pitchFamily="49" charset="0"/>
              </a:rPr>
              <a:t>    HAVING ROUND((SUM(</a:t>
            </a:r>
            <a:r>
              <a:rPr lang="en-US" sz="900" err="1">
                <a:highlight>
                  <a:srgbClr val="FFFFFF"/>
                </a:highlight>
                <a:latin typeface="Cascadia Mono" panose="020B0609020000020004" pitchFamily="49" charset="0"/>
              </a:rPr>
              <a:t>dp.downtime_hours</a:t>
            </a:r>
            <a:r>
              <a:rPr lang="en-US" sz="900">
                <a:highlight>
                  <a:srgbClr val="FFFFFF"/>
                </a:highlight>
                <a:latin typeface="Cascadia Mono" panose="020B0609020000020004" pitchFamily="49" charset="0"/>
              </a:rPr>
              <a:t>) / NULLIF(SUM(</a:t>
            </a:r>
            <a:r>
              <a:rPr lang="en-US" sz="900" err="1">
                <a:highlight>
                  <a:srgbClr val="FFFFFF"/>
                </a:highlight>
                <a:latin typeface="Cascadia Mono" panose="020B0609020000020004" pitchFamily="49" charset="0"/>
              </a:rPr>
              <a:t>dp.equipment_hours</a:t>
            </a:r>
            <a:r>
              <a:rPr lang="en-US" sz="900">
                <a:highlight>
                  <a:srgbClr val="FFFFFF"/>
                </a:highlight>
                <a:latin typeface="Cascadia Mono" panose="020B0609020000020004" pitchFamily="49" charset="0"/>
              </a:rPr>
              <a:t>), 0)) * 100, 2) &gt; @ThresholdPercent</a:t>
            </a:r>
          </a:p>
          <a:p>
            <a:r>
              <a:rPr lang="en-AU" sz="900"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en-AU" sz="900">
                <a:highlight>
                  <a:srgbClr val="FFFFFF"/>
                </a:highlight>
                <a:latin typeface="Cascadia Mono" panose="020B0609020000020004" pitchFamily="49" charset="0"/>
              </a:rPr>
              <a:t>GO</a:t>
            </a:r>
            <a:endParaRPr lang="en-AU" sz="900"/>
          </a:p>
        </p:txBody>
      </p:sp>
    </p:spTree>
    <p:extLst>
      <p:ext uri="{BB962C8B-B14F-4D97-AF65-F5344CB8AC3E}">
        <p14:creationId xmlns:p14="http://schemas.microsoft.com/office/powerpoint/2010/main" val="304636417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4DD6B-2AF9-4F49-06DA-3B7AADD4A5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/>
              <a:t>Stored Function/DQL: Create Function and Query for </a:t>
            </a:r>
            <a:r>
              <a:rPr lang="en-AU" dirty="0" err="1"/>
              <a:t>dbo.GetHighDowntimeSites</a:t>
            </a:r>
            <a:r>
              <a:rPr lang="en-AU" dirty="0"/>
              <a:t>: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2E0332-286A-2826-3CB3-349377AA5E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934075" cy="4351338"/>
          </a:xfrm>
        </p:spPr>
        <p:txBody>
          <a:bodyPr>
            <a:normAutofit fontScale="47500" lnSpcReduction="20000"/>
          </a:bodyPr>
          <a:lstStyle/>
          <a:p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'✅ Function created: </a:t>
            </a:r>
            <a:r>
              <a:rPr lang="en-US" sz="28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dbo.GetHighDowntimeSites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''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'Using table-valued function...'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''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'--- Sites with downtime &gt; 3% ---'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*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dbo</a:t>
            </a:r>
            <a:r>
              <a:rPr lang="en-US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GetHighDowntimeSites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3.0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ORDER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BY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downtime_percent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DESC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''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'--- Sites with downtime &gt; 5% ---'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*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dbo</a:t>
            </a:r>
            <a:r>
              <a:rPr lang="en-US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GetHighDowntimeSites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5.0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ORDER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BY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downtime_percent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DESC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''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GO</a:t>
            </a:r>
            <a:endParaRPr lang="en-A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9DC13B4-5023-0BB1-D474-2E341D00F7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9238" y="4438537"/>
            <a:ext cx="6792273" cy="1619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881334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40A613-90D0-1E23-E5F6-825A169E2F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AU" sz="2400">
                <a:solidFill>
                  <a:srgbClr val="FFFFFF"/>
                </a:solidFill>
              </a:rPr>
              <a:t>Stored Procedure/DQL: Create Procedure and Query for GetIncidentsBySeverity Part 1</a:t>
            </a:r>
            <a:br>
              <a:rPr lang="en-AU" sz="2400">
                <a:solidFill>
                  <a:srgbClr val="FFFFFF"/>
                </a:solidFill>
              </a:rPr>
            </a:br>
            <a:endParaRPr lang="en-AU" sz="2400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B390DA-0B86-E9BB-D037-CB8BA25C40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 fontScale="92500" lnSpcReduction="10000"/>
          </a:bodyPr>
          <a:lstStyle/>
          <a:p>
            <a:endParaRPr lang="en-AU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>
                <a:highlight>
                  <a:srgbClr val="FFFFFF"/>
                </a:highlight>
                <a:latin typeface="Cascadia Mono" panose="020B0609020000020004" pitchFamily="49" charset="0"/>
              </a:rPr>
              <a:t>-- SOLUTION 1: </a:t>
            </a:r>
            <a:r>
              <a:rPr lang="en-AU" err="1">
                <a:highlight>
                  <a:srgbClr val="FFFFFF"/>
                </a:highlight>
                <a:latin typeface="Cascadia Mono" panose="020B0609020000020004" pitchFamily="49" charset="0"/>
              </a:rPr>
              <a:t>GetIncidentsBySeverity</a:t>
            </a:r>
            <a:endParaRPr lang="en-AU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>
                <a:highlight>
                  <a:srgbClr val="FFFFFF"/>
                </a:highlight>
                <a:latin typeface="Cascadia Mono" panose="020B0609020000020004" pitchFamily="49" charset="0"/>
              </a:rPr>
              <a:t>PRINT '--- SOLUTION 1: </a:t>
            </a:r>
            <a:r>
              <a:rPr lang="en-US" err="1">
                <a:highlight>
                  <a:srgbClr val="FFFFFF"/>
                </a:highlight>
                <a:latin typeface="Cascadia Mono" panose="020B0609020000020004" pitchFamily="49" charset="0"/>
              </a:rPr>
              <a:t>GetIncidentsBySeverity</a:t>
            </a:r>
            <a:r>
              <a:rPr lang="en-US">
                <a:highlight>
                  <a:srgbClr val="FFFFFF"/>
                </a:highlight>
                <a:latin typeface="Cascadia Mono" panose="020B0609020000020004" pitchFamily="49" charset="0"/>
              </a:rPr>
              <a:t> Procedure ---';</a:t>
            </a:r>
          </a:p>
          <a:p>
            <a:r>
              <a:rPr lang="en-AU">
                <a:highlight>
                  <a:srgbClr val="FFFFFF"/>
                </a:highlight>
                <a:latin typeface="Cascadia Mono" panose="020B0609020000020004" pitchFamily="49" charset="0"/>
              </a:rPr>
              <a:t>PRINT '';</a:t>
            </a:r>
          </a:p>
          <a:p>
            <a:endParaRPr lang="en-AU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>
                <a:highlight>
                  <a:srgbClr val="FFFFFF"/>
                </a:highlight>
                <a:latin typeface="Cascadia Mono" panose="020B0609020000020004" pitchFamily="49" charset="0"/>
              </a:rPr>
              <a:t>IF OBJECT_ID('</a:t>
            </a:r>
            <a:r>
              <a:rPr lang="en-US" err="1">
                <a:highlight>
                  <a:srgbClr val="FFFFFF"/>
                </a:highlight>
                <a:latin typeface="Cascadia Mono" panose="020B0609020000020004" pitchFamily="49" charset="0"/>
              </a:rPr>
              <a:t>GetIncidentsBySeverity</a:t>
            </a:r>
            <a:r>
              <a:rPr lang="en-US">
                <a:highlight>
                  <a:srgbClr val="FFFFFF"/>
                </a:highlight>
                <a:latin typeface="Cascadia Mono" panose="020B0609020000020004" pitchFamily="49" charset="0"/>
              </a:rPr>
              <a:t>', 'P') IS NOT NULL</a:t>
            </a:r>
          </a:p>
          <a:p>
            <a:r>
              <a:rPr lang="en-AU">
                <a:highlight>
                  <a:srgbClr val="FFFFFF"/>
                </a:highlight>
                <a:latin typeface="Cascadia Mono" panose="020B0609020000020004" pitchFamily="49" charset="0"/>
              </a:rPr>
              <a:t>    DROP PROCEDURE </a:t>
            </a:r>
            <a:r>
              <a:rPr lang="en-AU" err="1">
                <a:highlight>
                  <a:srgbClr val="FFFFFF"/>
                </a:highlight>
                <a:latin typeface="Cascadia Mono" panose="020B0609020000020004" pitchFamily="49" charset="0"/>
              </a:rPr>
              <a:t>GetIncidentsBySeverity</a:t>
            </a:r>
            <a:r>
              <a:rPr lang="en-AU"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AU">
                <a:highlight>
                  <a:srgbClr val="FFFFFF"/>
                </a:highlight>
                <a:latin typeface="Cascadia Mono" panose="020B0609020000020004" pitchFamily="49" charset="0"/>
              </a:rPr>
              <a:t>GO</a:t>
            </a:r>
          </a:p>
          <a:p>
            <a:endParaRPr lang="en-AU">
              <a:highlight>
                <a:srgbClr val="FFFFFF"/>
              </a:highlight>
              <a:latin typeface="Cascadia Mono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224212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1E13E7C-C2F1-FAC1-2171-B6C3419D67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AU" sz="2400">
                <a:solidFill>
                  <a:srgbClr val="FFFFFF"/>
                </a:solidFill>
              </a:rPr>
              <a:t>Stored Procedure/DQL: Create Procedure and Query for GetIncidentsBySeverity Part 2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E49C74-6140-48C1-D95F-D8C37E49E4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 fontScale="92500" lnSpcReduction="20000"/>
          </a:bodyPr>
          <a:lstStyle/>
          <a:p>
            <a:r>
              <a:rPr lang="en-AU" sz="1100" dirty="0">
                <a:highlight>
                  <a:srgbClr val="FFFFFF"/>
                </a:highlight>
                <a:latin typeface="Cascadia Mono" panose="020B0609020000020004" pitchFamily="49" charset="0"/>
              </a:rPr>
              <a:t>CREATE PROCEDURE </a:t>
            </a:r>
            <a:r>
              <a:rPr lang="en-AU" sz="11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GetIncidentsBySeverity</a:t>
            </a:r>
            <a:endParaRPr lang="en-AU" sz="1100" dirty="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1100" dirty="0">
                <a:highlight>
                  <a:srgbClr val="FFFFFF"/>
                </a:highlight>
                <a:latin typeface="Cascadia Mono" panose="020B0609020000020004" pitchFamily="49" charset="0"/>
              </a:rPr>
              <a:t>    @Severity NVARCHAR(20)</a:t>
            </a:r>
          </a:p>
          <a:p>
            <a:r>
              <a:rPr lang="en-AU" sz="1100" dirty="0"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</a:p>
          <a:p>
            <a:r>
              <a:rPr lang="en-AU" sz="1100" dirty="0">
                <a:highlight>
                  <a:srgbClr val="FFFFFF"/>
                </a:highlight>
                <a:latin typeface="Cascadia Mono" panose="020B0609020000020004" pitchFamily="49" charset="0"/>
              </a:rPr>
              <a:t>BEGIN</a:t>
            </a:r>
          </a:p>
          <a:p>
            <a:r>
              <a:rPr lang="en-AU" sz="1100" dirty="0">
                <a:highlight>
                  <a:srgbClr val="FFFFFF"/>
                </a:highlight>
                <a:latin typeface="Cascadia Mono" panose="020B0609020000020004" pitchFamily="49" charset="0"/>
              </a:rPr>
              <a:t>    SELECT </a:t>
            </a:r>
          </a:p>
          <a:p>
            <a:r>
              <a:rPr lang="en-AU" sz="11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AU" sz="11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si.incident_id</a:t>
            </a:r>
            <a:r>
              <a:rPr lang="en-AU" sz="1100" dirty="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sz="11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AU" sz="11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si.incident_date</a:t>
            </a:r>
            <a:r>
              <a:rPr lang="en-AU" sz="1100" dirty="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sz="11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AU" sz="11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ms.site_name</a:t>
            </a:r>
            <a:r>
              <a:rPr lang="en-AU" sz="1100" dirty="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sz="11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AU" sz="11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ms.state</a:t>
            </a:r>
            <a:r>
              <a:rPr lang="en-AU" sz="1100" dirty="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sz="11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AU" sz="11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si.severity</a:t>
            </a:r>
            <a:r>
              <a:rPr lang="en-AU" sz="1100" dirty="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sz="11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AU" sz="11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si.incident_type</a:t>
            </a:r>
            <a:r>
              <a:rPr lang="en-AU" sz="1100" dirty="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sz="11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AU" sz="11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si.description</a:t>
            </a:r>
            <a:r>
              <a:rPr lang="en-AU" sz="1100" dirty="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US" sz="11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CASE WHEN </a:t>
            </a:r>
            <a:r>
              <a:rPr lang="en-US" sz="11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si.resolved</a:t>
            </a:r>
            <a:r>
              <a:rPr lang="en-US" sz="1100" dirty="0">
                <a:highlight>
                  <a:srgbClr val="FFFFFF"/>
                </a:highlight>
                <a:latin typeface="Cascadia Mono" panose="020B0609020000020004" pitchFamily="49" charset="0"/>
              </a:rPr>
              <a:t> = 1 THEN 'Resolved' ELSE 'Open' END AS status,</a:t>
            </a:r>
          </a:p>
          <a:p>
            <a:r>
              <a:rPr lang="en-AU" sz="11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AU" sz="11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si.resolved_date</a:t>
            </a:r>
            <a:r>
              <a:rPr lang="en-AU" sz="1100" dirty="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sz="11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CASE </a:t>
            </a:r>
          </a:p>
          <a:p>
            <a:r>
              <a:rPr lang="en-US" sz="11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    WHEN </a:t>
            </a:r>
            <a:r>
              <a:rPr lang="en-US" sz="11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si.resolved</a:t>
            </a:r>
            <a:r>
              <a:rPr lang="en-US" sz="1100" dirty="0">
                <a:highlight>
                  <a:srgbClr val="FFFFFF"/>
                </a:highlight>
                <a:latin typeface="Cascadia Mono" panose="020B0609020000020004" pitchFamily="49" charset="0"/>
              </a:rPr>
              <a:t> = 0 THEN DATEDIFF(DAY, </a:t>
            </a:r>
            <a:r>
              <a:rPr lang="en-US" sz="11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si.incident_date</a:t>
            </a:r>
            <a:r>
              <a:rPr lang="en-US" sz="1100" dirty="0">
                <a:highlight>
                  <a:srgbClr val="FFFFFF"/>
                </a:highlight>
                <a:latin typeface="Cascadia Mono" panose="020B0609020000020004" pitchFamily="49" charset="0"/>
              </a:rPr>
              <a:t>, GETDATE())</a:t>
            </a:r>
          </a:p>
          <a:p>
            <a:r>
              <a:rPr lang="en-US" sz="11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    ELSE DATEDIFF(DAY, </a:t>
            </a:r>
            <a:r>
              <a:rPr lang="en-US" sz="11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si.incident_date</a:t>
            </a:r>
            <a:r>
              <a:rPr lang="en-US" sz="1100" dirty="0"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sz="11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si.resolved_date</a:t>
            </a:r>
            <a:r>
              <a:rPr lang="en-US" sz="1100" dirty="0"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</a:p>
          <a:p>
            <a:r>
              <a:rPr lang="en-US" sz="11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END AS </a:t>
            </a:r>
            <a:r>
              <a:rPr lang="en-US" sz="11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days_to_resolution</a:t>
            </a:r>
            <a:endParaRPr lang="en-US" sz="1100" dirty="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1100" dirty="0">
                <a:highlight>
                  <a:srgbClr val="FFFFFF"/>
                </a:highlight>
                <a:latin typeface="Cascadia Mono" panose="020B0609020000020004" pitchFamily="49" charset="0"/>
              </a:rPr>
              <a:t>    FROM </a:t>
            </a:r>
            <a:r>
              <a:rPr lang="en-AU" sz="11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safety_incidents</a:t>
            </a:r>
            <a:r>
              <a:rPr lang="en-AU" sz="1100" dirty="0"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11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si</a:t>
            </a:r>
            <a:endParaRPr lang="en-AU" sz="1100" dirty="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100" dirty="0">
                <a:highlight>
                  <a:srgbClr val="FFFFFF"/>
                </a:highlight>
                <a:latin typeface="Cascadia Mono" panose="020B0609020000020004" pitchFamily="49" charset="0"/>
              </a:rPr>
              <a:t>    JOIN </a:t>
            </a:r>
            <a:r>
              <a:rPr lang="en-US" sz="11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mining_sites</a:t>
            </a:r>
            <a:r>
              <a:rPr lang="en-US" sz="1100" dirty="0"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1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ms</a:t>
            </a:r>
            <a:r>
              <a:rPr lang="en-US" sz="1100" dirty="0">
                <a:highlight>
                  <a:srgbClr val="FFFFFF"/>
                </a:highlight>
                <a:latin typeface="Cascadia Mono" panose="020B0609020000020004" pitchFamily="49" charset="0"/>
              </a:rPr>
              <a:t> ON </a:t>
            </a:r>
            <a:r>
              <a:rPr lang="en-US" sz="11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si.site_id</a:t>
            </a:r>
            <a:r>
              <a:rPr lang="en-US" sz="1100" dirty="0"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en-US" sz="11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ms.site_id</a:t>
            </a:r>
            <a:endParaRPr lang="en-US" sz="1100" dirty="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1100" dirty="0">
                <a:highlight>
                  <a:srgbClr val="FFFFFF"/>
                </a:highlight>
                <a:latin typeface="Cascadia Mono" panose="020B0609020000020004" pitchFamily="49" charset="0"/>
              </a:rPr>
              <a:t>    WHERE </a:t>
            </a:r>
            <a:r>
              <a:rPr lang="en-AU" sz="11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si.severity</a:t>
            </a:r>
            <a:r>
              <a:rPr lang="en-AU" sz="1100" dirty="0">
                <a:highlight>
                  <a:srgbClr val="FFFFFF"/>
                </a:highlight>
                <a:latin typeface="Cascadia Mono" panose="020B0609020000020004" pitchFamily="49" charset="0"/>
              </a:rPr>
              <a:t> = @Severity</a:t>
            </a:r>
          </a:p>
          <a:p>
            <a:r>
              <a:rPr lang="en-US" sz="1100" dirty="0">
                <a:highlight>
                  <a:srgbClr val="FFFFFF"/>
                </a:highlight>
                <a:latin typeface="Cascadia Mono" panose="020B0609020000020004" pitchFamily="49" charset="0"/>
              </a:rPr>
              <a:t>    ORDER BY </a:t>
            </a:r>
            <a:r>
              <a:rPr lang="en-US" sz="11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si.incident_date</a:t>
            </a:r>
            <a:r>
              <a:rPr lang="en-US" sz="1100" dirty="0">
                <a:highlight>
                  <a:srgbClr val="FFFFFF"/>
                </a:highlight>
                <a:latin typeface="Cascadia Mono" panose="020B0609020000020004" pitchFamily="49" charset="0"/>
              </a:rPr>
              <a:t> DESC;</a:t>
            </a:r>
          </a:p>
          <a:p>
            <a:r>
              <a:rPr lang="en-AU" sz="1100" dirty="0">
                <a:highlight>
                  <a:srgbClr val="FFFFFF"/>
                </a:highlight>
                <a:latin typeface="Cascadia Mono" panose="020B0609020000020004" pitchFamily="49" charset="0"/>
              </a:rPr>
              <a:t>END</a:t>
            </a:r>
          </a:p>
          <a:p>
            <a:r>
              <a:rPr lang="en-AU" sz="1100" dirty="0">
                <a:highlight>
                  <a:srgbClr val="FFFFFF"/>
                </a:highlight>
                <a:latin typeface="Cascadia Mono" panose="020B0609020000020004" pitchFamily="49" charset="0"/>
              </a:rPr>
              <a:t>GO</a:t>
            </a:r>
          </a:p>
          <a:p>
            <a:endParaRPr lang="en-AU" sz="700" dirty="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AU" sz="700" dirty="0"/>
          </a:p>
        </p:txBody>
      </p:sp>
    </p:spTree>
    <p:extLst>
      <p:ext uri="{BB962C8B-B14F-4D97-AF65-F5344CB8AC3E}">
        <p14:creationId xmlns:p14="http://schemas.microsoft.com/office/powerpoint/2010/main" val="427242550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915AA-462A-C9CF-663A-39204DE823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Stored Procedure/DQL: Create Procedure and Query for </a:t>
            </a:r>
            <a:r>
              <a:rPr lang="en-AU" dirty="0" err="1"/>
              <a:t>GetIncidentsBySeverity</a:t>
            </a:r>
            <a:r>
              <a:rPr lang="en-AU" dirty="0"/>
              <a:t> Part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534291-955C-6BC6-F9DF-DF8AE8DEC6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'Testing: EXEC </a:t>
            </a:r>
            <a:r>
              <a:rPr lang="en-US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GetIncidentsBySeverity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@Severity = ''Moderate'';'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EXEC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GetIncidentsBySeverity</a:t>
            </a:r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@Severity 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'Moderate'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''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GO</a:t>
            </a:r>
            <a:endParaRPr lang="en-AU" dirty="0"/>
          </a:p>
          <a:p>
            <a:endParaRPr lang="en-A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6BEE90-8FAE-4532-0636-71E6E07A54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181" y="5038676"/>
            <a:ext cx="9583487" cy="704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95545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BD3C41-04F3-5DE4-DFB3-C87EE19F7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/>
              <a:t>Stored Procedure/DQL: Create Procedure and Query for </a:t>
            </a:r>
            <a:r>
              <a:rPr lang="en-AU" dirty="0" err="1"/>
              <a:t>GetProductionSummary</a:t>
            </a:r>
            <a:br>
              <a:rPr lang="en-AU" dirty="0"/>
            </a:b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A9C537-623B-CB5F-F923-DF86EDED04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sz="28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SOLUTION 2: </a:t>
            </a:r>
            <a:r>
              <a:rPr lang="en-US" sz="2800" dirty="0" err="1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GetProductionSummary</a:t>
            </a:r>
            <a:r>
              <a:rPr lang="en-US" sz="28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with Defaults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'--- SOLUTION 2: </a:t>
            </a:r>
            <a:r>
              <a:rPr lang="en-US" sz="28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GetProductionSummary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with Defaults ---'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''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IF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OBJECT_ID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</a:t>
            </a:r>
            <a:r>
              <a:rPr lang="en-US" sz="28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GetProductionSummary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'P'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IS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NOT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NULL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DROP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PROCEDURE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GetProductionSummary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GO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CREATE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PROCEDURE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GetProductionSummary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@StartDate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DATE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NULL,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@EndDate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DATE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NULL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490018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3B51D-53A6-E9B2-5FE2-E54A3C6030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63624"/>
          </a:xfrm>
        </p:spPr>
        <p:txBody>
          <a:bodyPr>
            <a:normAutofit fontScale="90000"/>
          </a:bodyPr>
          <a:lstStyle/>
          <a:p>
            <a:r>
              <a:rPr lang="en-AU" dirty="0"/>
              <a:t>Stored Procedure/DQL: Create Procedure and Query for </a:t>
            </a:r>
            <a:r>
              <a:rPr lang="en-AU" dirty="0" err="1"/>
              <a:t>GetProductionSummary</a:t>
            </a:r>
            <a:r>
              <a:rPr lang="en-AU" dirty="0"/>
              <a:t> Part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D4349F-F7A4-59E7-5CEB-D53A87245E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8450"/>
            <a:ext cx="10515600" cy="4351338"/>
          </a:xfrm>
        </p:spPr>
        <p:txBody>
          <a:bodyPr>
            <a:normAutofit fontScale="25000" lnSpcReduction="20000"/>
          </a:bodyPr>
          <a:lstStyle/>
          <a:p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BEGIN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Default to last 7 days if not provided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IF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@StartDate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IS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NULL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@StartDate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DATEADD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DAY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7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GETDATE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());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IF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@EndDate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IS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NULL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@EndDate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CAST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GETDATE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DATE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AU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ms</a:t>
            </a:r>
            <a:r>
              <a:rPr lang="en-AU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AU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site_name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AU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ms</a:t>
            </a:r>
            <a:r>
              <a:rPr lang="en-AU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AU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state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AU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SUM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AU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dp</a:t>
            </a:r>
            <a:r>
              <a:rPr lang="en-AU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AU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ore_tonnes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total_ore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SUM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dp</a:t>
            </a:r>
            <a:r>
              <a:rPr lang="en-US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waste_tonnes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total_waste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ROUND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SUM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dp</a:t>
            </a:r>
            <a:r>
              <a:rPr lang="en-US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ore_tonnes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NULLIF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SUM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dp</a:t>
            </a:r>
            <a:r>
              <a:rPr lang="en-US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waste_tonnes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0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2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ore_to_waste_ratio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AU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COUNT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(*)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shift_count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AVG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dp</a:t>
            </a:r>
            <a:r>
              <a:rPr lang="en-US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efficiency_percent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avg_efficiency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SUM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dp</a:t>
            </a:r>
            <a:r>
              <a:rPr lang="en-US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downtime_hours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total_downtime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daily_production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dp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mining_sites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ms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dp</a:t>
            </a:r>
            <a:r>
              <a:rPr lang="en-AU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AU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site_id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ms</a:t>
            </a:r>
            <a:r>
              <a:rPr lang="en-AU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AU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site_id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dp</a:t>
            </a:r>
            <a:r>
              <a:rPr lang="en-US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production_date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BETWEEN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@StartDate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AND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@EndDate</a:t>
            </a: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GROUP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BY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ms</a:t>
            </a:r>
            <a:r>
              <a:rPr lang="en-US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site_name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ms</a:t>
            </a:r>
            <a:r>
              <a:rPr lang="en-US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state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ORDER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BY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total_ore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DESC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END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GO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'Testing: EXEC </a:t>
            </a:r>
            <a:r>
              <a:rPr lang="en-US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GetProductionSummary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 (uses defaults)'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EXEC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GetProductionSummary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''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GO</a:t>
            </a:r>
            <a:endParaRPr lang="en-AU" dirty="0"/>
          </a:p>
          <a:p>
            <a:endParaRPr lang="en-A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5F7918-AD55-B1F3-A35F-00AF1E96DE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454" y="5348208"/>
            <a:ext cx="6563641" cy="1143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750925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38A32E-8583-57BF-615D-359AAA7B91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AU" sz="1800">
                <a:solidFill>
                  <a:srgbClr val="FFFFFF"/>
                </a:solidFill>
              </a:rPr>
              <a:t>Stored Function/DQL: Create Function and Query for dbo.CalculateOreToWasteRatio Part 1</a:t>
            </a:r>
            <a:br>
              <a:rPr lang="en-AU" sz="1800">
                <a:solidFill>
                  <a:srgbClr val="FFFFFF"/>
                </a:solidFill>
              </a:rPr>
            </a:br>
            <a:endParaRPr lang="en-AU" sz="1800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3664F4-6A30-C72C-FB73-1FC96493B1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Autofit/>
          </a:bodyPr>
          <a:lstStyle/>
          <a:p>
            <a:endParaRPr lang="en-AU" sz="1000" dirty="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000" dirty="0">
                <a:highlight>
                  <a:srgbClr val="FFFFFF"/>
                </a:highlight>
                <a:latin typeface="Cascadia Mono" panose="020B0609020000020004" pitchFamily="49" charset="0"/>
              </a:rPr>
              <a:t>-- SOLUTION 3: </a:t>
            </a:r>
            <a:r>
              <a:rPr lang="en-US" sz="10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CalculateOreToWasteRatio</a:t>
            </a:r>
            <a:r>
              <a:rPr lang="en-US" sz="1000" dirty="0">
                <a:highlight>
                  <a:srgbClr val="FFFFFF"/>
                </a:highlight>
                <a:latin typeface="Cascadia Mono" panose="020B0609020000020004" pitchFamily="49" charset="0"/>
              </a:rPr>
              <a:t> Scalar Function</a:t>
            </a:r>
          </a:p>
          <a:p>
            <a:r>
              <a:rPr lang="en-AU" sz="1000" dirty="0">
                <a:highlight>
                  <a:srgbClr val="FFFFFF"/>
                </a:highlight>
                <a:latin typeface="Cascadia Mono" panose="020B0609020000020004" pitchFamily="49" charset="0"/>
              </a:rPr>
              <a:t>PRINT '--- SOLUTION 3: </a:t>
            </a:r>
            <a:r>
              <a:rPr lang="en-AU" sz="10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CalculateOreToWasteRatio</a:t>
            </a:r>
            <a:r>
              <a:rPr lang="en-AU" sz="1000" dirty="0">
                <a:highlight>
                  <a:srgbClr val="FFFFFF"/>
                </a:highlight>
                <a:latin typeface="Cascadia Mono" panose="020B0609020000020004" pitchFamily="49" charset="0"/>
              </a:rPr>
              <a:t> Function ---';</a:t>
            </a:r>
          </a:p>
          <a:p>
            <a:r>
              <a:rPr lang="en-AU" sz="1000" dirty="0">
                <a:highlight>
                  <a:srgbClr val="FFFFFF"/>
                </a:highlight>
                <a:latin typeface="Cascadia Mono" panose="020B0609020000020004" pitchFamily="49" charset="0"/>
              </a:rPr>
              <a:t>PRINT '';</a:t>
            </a:r>
          </a:p>
          <a:p>
            <a:r>
              <a:rPr lang="en-US" sz="1000" dirty="0">
                <a:highlight>
                  <a:srgbClr val="FFFFFF"/>
                </a:highlight>
                <a:latin typeface="Cascadia Mono" panose="020B0609020000020004" pitchFamily="49" charset="0"/>
              </a:rPr>
              <a:t>IF OBJECT_ID('</a:t>
            </a:r>
            <a:r>
              <a:rPr lang="en-US" sz="10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dbo.CalculateOreToWasteRatio</a:t>
            </a:r>
            <a:r>
              <a:rPr lang="en-US" sz="1000" dirty="0">
                <a:highlight>
                  <a:srgbClr val="FFFFFF"/>
                </a:highlight>
                <a:latin typeface="Cascadia Mono" panose="020B0609020000020004" pitchFamily="49" charset="0"/>
              </a:rPr>
              <a:t>', 'FN') IS NOT NULL</a:t>
            </a:r>
          </a:p>
          <a:p>
            <a:r>
              <a:rPr lang="en-AU" sz="1000" dirty="0">
                <a:highlight>
                  <a:srgbClr val="FFFFFF"/>
                </a:highlight>
                <a:latin typeface="Cascadia Mono" panose="020B0609020000020004" pitchFamily="49" charset="0"/>
              </a:rPr>
              <a:t>    DROP FUNCTION </a:t>
            </a:r>
            <a:r>
              <a:rPr lang="en-AU" sz="10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dbo.CalculateOreToWasteRatio</a:t>
            </a:r>
            <a:r>
              <a:rPr lang="en-AU" sz="1000" dirty="0"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AU" sz="1000" dirty="0">
                <a:highlight>
                  <a:srgbClr val="FFFFFF"/>
                </a:highlight>
                <a:latin typeface="Cascadia Mono" panose="020B0609020000020004" pitchFamily="49" charset="0"/>
              </a:rPr>
              <a:t>GO</a:t>
            </a:r>
          </a:p>
          <a:p>
            <a:r>
              <a:rPr lang="en-AU" sz="1000" dirty="0">
                <a:highlight>
                  <a:srgbClr val="FFFFFF"/>
                </a:highlight>
                <a:latin typeface="Cascadia Mono" panose="020B0609020000020004" pitchFamily="49" charset="0"/>
              </a:rPr>
              <a:t>CREATE FUNCTION </a:t>
            </a:r>
            <a:r>
              <a:rPr lang="en-AU" sz="10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dbo.CalculateOreToWasteRatio</a:t>
            </a:r>
            <a:endParaRPr lang="en-AU" sz="1000" dirty="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1000" dirty="0"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</a:p>
          <a:p>
            <a:r>
              <a:rPr lang="en-AU" sz="1000" dirty="0">
                <a:highlight>
                  <a:srgbClr val="FFFFFF"/>
                </a:highlight>
                <a:latin typeface="Cascadia Mono" panose="020B0609020000020004" pitchFamily="49" charset="0"/>
              </a:rPr>
              <a:t>    @OreTonnes DECIMAL(12,2),</a:t>
            </a:r>
          </a:p>
          <a:p>
            <a:r>
              <a:rPr lang="en-AU" sz="1000" dirty="0">
                <a:highlight>
                  <a:srgbClr val="FFFFFF"/>
                </a:highlight>
                <a:latin typeface="Cascadia Mono" panose="020B0609020000020004" pitchFamily="49" charset="0"/>
              </a:rPr>
              <a:t>    @WasteTonnes DECIMAL(12,2)</a:t>
            </a:r>
          </a:p>
          <a:p>
            <a:r>
              <a:rPr lang="en-AU" sz="1000" dirty="0"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</a:p>
          <a:p>
            <a:r>
              <a:rPr lang="en-AU" sz="1000" dirty="0">
                <a:highlight>
                  <a:srgbClr val="FFFFFF"/>
                </a:highlight>
                <a:latin typeface="Cascadia Mono" panose="020B0609020000020004" pitchFamily="49" charset="0"/>
              </a:rPr>
              <a:t>RETURNS DECIMAL(5,2)</a:t>
            </a:r>
          </a:p>
          <a:p>
            <a:r>
              <a:rPr lang="en-AU" sz="1000" dirty="0"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</a:p>
          <a:p>
            <a:r>
              <a:rPr lang="en-AU" sz="1000" dirty="0">
                <a:highlight>
                  <a:srgbClr val="FFFFFF"/>
                </a:highlight>
                <a:latin typeface="Cascadia Mono" panose="020B0609020000020004" pitchFamily="49" charset="0"/>
              </a:rPr>
              <a:t>BEGIN</a:t>
            </a:r>
          </a:p>
          <a:p>
            <a:r>
              <a:rPr lang="en-AU" sz="1000" dirty="0">
                <a:highlight>
                  <a:srgbClr val="FFFFFF"/>
                </a:highlight>
                <a:latin typeface="Cascadia Mono" panose="020B0609020000020004" pitchFamily="49" charset="0"/>
              </a:rPr>
              <a:t>    DECLARE @Ratio DECIMAL(5,2);</a:t>
            </a:r>
          </a:p>
          <a:p>
            <a:r>
              <a:rPr lang="en-AU" sz="10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</a:p>
          <a:p>
            <a:r>
              <a:rPr lang="en-AU" sz="1000" dirty="0">
                <a:highlight>
                  <a:srgbClr val="FFFFFF"/>
                </a:highlight>
                <a:latin typeface="Cascadia Mono" panose="020B0609020000020004" pitchFamily="49" charset="0"/>
              </a:rPr>
              <a:t>    IF @WasteTonnes &gt; 0</a:t>
            </a:r>
          </a:p>
          <a:p>
            <a:r>
              <a:rPr lang="da-DK" sz="10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SET @Ratio = ROUND(@OreTonnes / @WasteTonnes, 2);</a:t>
            </a:r>
          </a:p>
          <a:p>
            <a:r>
              <a:rPr lang="en-AU" sz="1000" dirty="0">
                <a:highlight>
                  <a:srgbClr val="FFFFFF"/>
                </a:highlight>
                <a:latin typeface="Cascadia Mono" panose="020B0609020000020004" pitchFamily="49" charset="0"/>
              </a:rPr>
              <a:t>    ELSE</a:t>
            </a:r>
          </a:p>
          <a:p>
            <a:r>
              <a:rPr lang="en-AU" sz="1000" dirty="0">
                <a:highlight>
                  <a:srgbClr val="FFFFFF"/>
                </a:highlight>
                <a:latin typeface="Cascadia Mono" panose="020B0609020000020004" pitchFamily="49" charset="0"/>
              </a:rPr>
              <a:t>        SET @Ratio = 0;</a:t>
            </a:r>
          </a:p>
          <a:p>
            <a:r>
              <a:rPr lang="en-AU" sz="10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</a:p>
          <a:p>
            <a:r>
              <a:rPr lang="en-AU" sz="1000" dirty="0">
                <a:highlight>
                  <a:srgbClr val="FFFFFF"/>
                </a:highlight>
                <a:latin typeface="Cascadia Mono" panose="020B0609020000020004" pitchFamily="49" charset="0"/>
              </a:rPr>
              <a:t>    RETURN @Ratio;</a:t>
            </a:r>
          </a:p>
          <a:p>
            <a:r>
              <a:rPr lang="en-AU" sz="1000" dirty="0">
                <a:highlight>
                  <a:srgbClr val="FFFFFF"/>
                </a:highlight>
                <a:latin typeface="Cascadia Mono" panose="020B0609020000020004" pitchFamily="49" charset="0"/>
              </a:rPr>
              <a:t>END</a:t>
            </a:r>
          </a:p>
          <a:p>
            <a:r>
              <a:rPr lang="en-AU" sz="1000" dirty="0">
                <a:highlight>
                  <a:srgbClr val="FFFFFF"/>
                </a:highlight>
                <a:latin typeface="Cascadia Mono" panose="020B0609020000020004" pitchFamily="49" charset="0"/>
              </a:rPr>
              <a:t>GO</a:t>
            </a:r>
            <a:endParaRPr lang="en-AU" sz="1000" dirty="0"/>
          </a:p>
        </p:txBody>
      </p:sp>
    </p:spTree>
    <p:extLst>
      <p:ext uri="{BB962C8B-B14F-4D97-AF65-F5344CB8AC3E}">
        <p14:creationId xmlns:p14="http://schemas.microsoft.com/office/powerpoint/2010/main" val="8112398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2A27C1-6B5D-9993-0683-61F07F69E1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/>
              <a:t>Stored Function/DQL: Create Function and Query for </a:t>
            </a:r>
            <a:r>
              <a:rPr lang="en-AU" dirty="0" err="1"/>
              <a:t>dbo.CalculateOreToWasteRatio</a:t>
            </a:r>
            <a:r>
              <a:rPr lang="en-AU" dirty="0"/>
              <a:t> Part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96FC73-46D5-E04C-EE4D-F27E0F99CB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600825" cy="4351338"/>
          </a:xfrm>
        </p:spPr>
        <p:txBody>
          <a:bodyPr>
            <a:normAutofit fontScale="55000" lnSpcReduction="20000"/>
          </a:bodyPr>
          <a:lstStyle/>
          <a:p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'Testing: Using function in SELECT...'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TOP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10</a:t>
            </a: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site_id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production_date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shift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ore_tonnes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waste_tonnes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dbo</a:t>
            </a:r>
            <a:r>
              <a:rPr lang="en-US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CalculateOreToWasteRatio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ore_tonnes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waste_tonnes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ore_waste_ratio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daily_production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production_date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MAX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production_date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daily_production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ORDER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BY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site_id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shift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''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GO</a:t>
            </a:r>
            <a:endParaRPr lang="en-A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BE12A4-E464-1DAE-DDA5-FB04EB346D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2516" y="3629025"/>
            <a:ext cx="4420217" cy="2105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862144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CABFEC-8F46-2691-3534-E419CA35E1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/>
              <a:t>Stored Function/DQL: Create Function and Query for </a:t>
            </a:r>
            <a:r>
              <a:rPr lang="en-AU" dirty="0" err="1"/>
              <a:t>dbo.GetTopPerformingSites</a:t>
            </a:r>
            <a:r>
              <a:rPr lang="en-AU" dirty="0"/>
              <a:t> Part 1</a:t>
            </a:r>
            <a:br>
              <a:rPr lang="en-AU" dirty="0"/>
            </a:b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1DBCD1-82B3-FF2D-8837-4CB067C2B4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sz="28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 SOLUTION 4: </a:t>
            </a:r>
            <a:r>
              <a:rPr lang="en-US" sz="2800" dirty="0" err="1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GetTopPerformingSites</a:t>
            </a:r>
            <a:r>
              <a:rPr lang="en-US" sz="28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Table-Valued Function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'--- SOLUTION 4: </a:t>
            </a:r>
            <a:r>
              <a:rPr lang="en-US" sz="28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GetTopPerformingSites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Function ---'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''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IF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OBJECT_ID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</a:t>
            </a:r>
            <a:r>
              <a:rPr lang="en-US" sz="28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dbo.GetTopPerformingSites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'IF'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IS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NOT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NULL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DROP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FUNCTION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dbo</a:t>
            </a:r>
            <a:r>
              <a:rPr lang="en-AU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GetTopPerformingSites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GO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CREATE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FUNCTION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dbo</a:t>
            </a:r>
            <a:r>
              <a:rPr lang="en-AU" sz="2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GetTopPerformingSites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@TopN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671140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2A282D-915B-21A0-C440-25BCE527F3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dirty="0"/>
              <a:t>Stored Function/DQL: Create Function and Query for </a:t>
            </a:r>
            <a:r>
              <a:rPr lang="en-AU" dirty="0" err="1"/>
              <a:t>dbo.GetTopPerformingSites</a:t>
            </a:r>
            <a:r>
              <a:rPr lang="en-AU" dirty="0"/>
              <a:t> Part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EE10BF-1EB8-AC85-22F1-AE4E63F6B9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RETURNS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TABLE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TOP 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@TopN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AU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ms</a:t>
            </a:r>
            <a:r>
              <a:rPr lang="en-AU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AU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site_name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AU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ms</a:t>
            </a:r>
            <a:r>
              <a:rPr lang="en-AU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AU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state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AU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ms</a:t>
            </a:r>
            <a:r>
              <a:rPr lang="en-AU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AU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commodity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AU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SUM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AU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dp</a:t>
            </a:r>
            <a:r>
              <a:rPr lang="en-AU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AU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ore_tonnes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total_ore_tonnes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AVG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dp</a:t>
            </a:r>
            <a:r>
              <a:rPr lang="en-US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efficiency_percent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avg_efficiency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SUM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dp</a:t>
            </a:r>
            <a:r>
              <a:rPr lang="en-US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downtime_hours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total_downtime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AU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COUNT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(*)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production_records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daily_production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dp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JOIN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mining_sites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ms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dp</a:t>
            </a:r>
            <a:r>
              <a:rPr lang="en-AU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AU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site_id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ms</a:t>
            </a:r>
            <a:r>
              <a:rPr lang="en-AU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AU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site_id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dp</a:t>
            </a:r>
            <a:r>
              <a:rPr lang="en-US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production_date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&gt;=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DATEADD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DAY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7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GETDATE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())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GROUP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BY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ms</a:t>
            </a:r>
            <a:r>
              <a:rPr lang="en-US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site_name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ms</a:t>
            </a:r>
            <a:r>
              <a:rPr lang="en-US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state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ms</a:t>
            </a:r>
            <a:r>
              <a:rPr lang="en-US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commodity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ORDER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BY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SUM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dp</a:t>
            </a:r>
            <a:r>
              <a:rPr lang="en-US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ore_tonnes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DESC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GO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'Testing: SELECT * FROM </a:t>
            </a:r>
            <a:r>
              <a:rPr lang="en-AU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dbo.GetTopPerformingSites</a:t>
            </a:r>
            <a:r>
              <a:rPr lang="en-AU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(3);'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*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dbo</a:t>
            </a:r>
            <a:r>
              <a:rPr lang="en-US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GetTopPerformingSites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3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</a:t>
            </a:r>
            <a:r>
              <a:rPr lang="en-AU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''</a:t>
            </a:r>
            <a:r>
              <a:rPr lang="en-AU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AU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GO</a:t>
            </a:r>
            <a:endParaRPr lang="en-AU" dirty="0"/>
          </a:p>
          <a:p>
            <a:endParaRPr lang="en-A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CDF2F10-E757-4C9A-1132-305673DC66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2524" y="5559320"/>
            <a:ext cx="6277851" cy="752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908743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077B0C-036F-DAC4-9735-E2C215250D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AU" sz="2400">
                <a:solidFill>
                  <a:srgbClr val="FFFFFF"/>
                </a:solidFill>
              </a:rPr>
              <a:t>Stored Procedure/DQL: Create Procedure and Query for UpdateIncidentStatus Part 1 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C728A5-498A-FCD1-F5C0-37D88077C7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 fontScale="92500" lnSpcReduction="10000"/>
          </a:bodyPr>
          <a:lstStyle/>
          <a:p>
            <a:r>
              <a:rPr lang="en-US">
                <a:highlight>
                  <a:srgbClr val="FFFFFF"/>
                </a:highlight>
                <a:latin typeface="Cascadia Mono" panose="020B0609020000020004" pitchFamily="49" charset="0"/>
              </a:rPr>
              <a:t>-- SOLUTION 5: </a:t>
            </a:r>
            <a:r>
              <a:rPr lang="en-US" err="1">
                <a:highlight>
                  <a:srgbClr val="FFFFFF"/>
                </a:highlight>
                <a:latin typeface="Cascadia Mono" panose="020B0609020000020004" pitchFamily="49" charset="0"/>
              </a:rPr>
              <a:t>UpdateIncidentStatus</a:t>
            </a:r>
            <a:r>
              <a:rPr lang="en-US">
                <a:highlight>
                  <a:srgbClr val="FFFFFF"/>
                </a:highlight>
                <a:latin typeface="Cascadia Mono" panose="020B0609020000020004" pitchFamily="49" charset="0"/>
              </a:rPr>
              <a:t> with Error Handling</a:t>
            </a:r>
          </a:p>
          <a:p>
            <a:r>
              <a:rPr lang="en-US">
                <a:highlight>
                  <a:srgbClr val="FFFFFF"/>
                </a:highlight>
                <a:latin typeface="Cascadia Mono" panose="020B0609020000020004" pitchFamily="49" charset="0"/>
              </a:rPr>
              <a:t>PRINT '--- SOLUTION 5: </a:t>
            </a:r>
            <a:r>
              <a:rPr lang="en-US" err="1">
                <a:highlight>
                  <a:srgbClr val="FFFFFF"/>
                </a:highlight>
                <a:latin typeface="Cascadia Mono" panose="020B0609020000020004" pitchFamily="49" charset="0"/>
              </a:rPr>
              <a:t>UpdateIncidentStatus</a:t>
            </a:r>
            <a:r>
              <a:rPr lang="en-US">
                <a:highlight>
                  <a:srgbClr val="FFFFFF"/>
                </a:highlight>
                <a:latin typeface="Cascadia Mono" panose="020B0609020000020004" pitchFamily="49" charset="0"/>
              </a:rPr>
              <a:t> Procedure ---';</a:t>
            </a:r>
          </a:p>
          <a:p>
            <a:r>
              <a:rPr lang="en-AU">
                <a:highlight>
                  <a:srgbClr val="FFFFFF"/>
                </a:highlight>
                <a:latin typeface="Cascadia Mono" panose="020B0609020000020004" pitchFamily="49" charset="0"/>
              </a:rPr>
              <a:t>PRINT '';</a:t>
            </a:r>
          </a:p>
          <a:p>
            <a:endParaRPr lang="en-AU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>
                <a:highlight>
                  <a:srgbClr val="FFFFFF"/>
                </a:highlight>
                <a:latin typeface="Cascadia Mono" panose="020B0609020000020004" pitchFamily="49" charset="0"/>
              </a:rPr>
              <a:t>IF OBJECT_ID('</a:t>
            </a:r>
            <a:r>
              <a:rPr lang="en-US" err="1">
                <a:highlight>
                  <a:srgbClr val="FFFFFF"/>
                </a:highlight>
                <a:latin typeface="Cascadia Mono" panose="020B0609020000020004" pitchFamily="49" charset="0"/>
              </a:rPr>
              <a:t>UpdateIncidentStatus</a:t>
            </a:r>
            <a:r>
              <a:rPr lang="en-US">
                <a:highlight>
                  <a:srgbClr val="FFFFFF"/>
                </a:highlight>
                <a:latin typeface="Cascadia Mono" panose="020B0609020000020004" pitchFamily="49" charset="0"/>
              </a:rPr>
              <a:t>', 'P') IS NOT NULL</a:t>
            </a:r>
          </a:p>
          <a:p>
            <a:r>
              <a:rPr lang="en-AU">
                <a:highlight>
                  <a:srgbClr val="FFFFFF"/>
                </a:highlight>
                <a:latin typeface="Cascadia Mono" panose="020B0609020000020004" pitchFamily="49" charset="0"/>
              </a:rPr>
              <a:t>    DROP PROCEDURE </a:t>
            </a:r>
            <a:r>
              <a:rPr lang="en-AU" err="1">
                <a:highlight>
                  <a:srgbClr val="FFFFFF"/>
                </a:highlight>
                <a:latin typeface="Cascadia Mono" panose="020B0609020000020004" pitchFamily="49" charset="0"/>
              </a:rPr>
              <a:t>UpdateIncidentStatus</a:t>
            </a:r>
            <a:r>
              <a:rPr lang="en-AU"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AU">
                <a:highlight>
                  <a:srgbClr val="FFFFFF"/>
                </a:highlight>
                <a:latin typeface="Cascadia Mono" panose="020B0609020000020004" pitchFamily="49" charset="0"/>
              </a:rPr>
              <a:t>GO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5959292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A28A62-8C9C-3B30-D5C0-A1198F44F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AU" sz="2400">
                <a:solidFill>
                  <a:srgbClr val="FFFFFF"/>
                </a:solidFill>
              </a:rPr>
              <a:t>Stored Procedure/DQL: Create Procedure and Query for UpdateIncidentStatus Part 2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6C850F-00D2-4DD0-4F3B-2A315403B1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en-AU" sz="900">
                <a:highlight>
                  <a:srgbClr val="FFFFFF"/>
                </a:highlight>
                <a:latin typeface="Cascadia Mono" panose="020B0609020000020004" pitchFamily="49" charset="0"/>
              </a:rPr>
              <a:t>CREATE PROCEDURE </a:t>
            </a:r>
            <a:r>
              <a:rPr lang="en-AU" sz="900" err="1">
                <a:highlight>
                  <a:srgbClr val="FFFFFF"/>
                </a:highlight>
                <a:latin typeface="Cascadia Mono" panose="020B0609020000020004" pitchFamily="49" charset="0"/>
              </a:rPr>
              <a:t>UpdateIncidentStatus</a:t>
            </a:r>
            <a:endParaRPr lang="en-AU" sz="90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900">
                <a:highlight>
                  <a:srgbClr val="FFFFFF"/>
                </a:highlight>
                <a:latin typeface="Cascadia Mono" panose="020B0609020000020004" pitchFamily="49" charset="0"/>
              </a:rPr>
              <a:t>    @IncidentID INT,</a:t>
            </a:r>
          </a:p>
          <a:p>
            <a:r>
              <a:rPr lang="en-AU" sz="900">
                <a:highlight>
                  <a:srgbClr val="FFFFFF"/>
                </a:highlight>
                <a:latin typeface="Cascadia Mono" panose="020B0609020000020004" pitchFamily="49" charset="0"/>
              </a:rPr>
              <a:t>    @Resolved BIT</a:t>
            </a:r>
          </a:p>
          <a:p>
            <a:r>
              <a:rPr lang="en-AU" sz="900"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</a:p>
          <a:p>
            <a:r>
              <a:rPr lang="en-AU" sz="900">
                <a:highlight>
                  <a:srgbClr val="FFFFFF"/>
                </a:highlight>
                <a:latin typeface="Cascadia Mono" panose="020B0609020000020004" pitchFamily="49" charset="0"/>
              </a:rPr>
              <a:t>BEGIN</a:t>
            </a:r>
          </a:p>
          <a:p>
            <a:r>
              <a:rPr lang="en-AU" sz="900">
                <a:highlight>
                  <a:srgbClr val="FFFFFF"/>
                </a:highlight>
                <a:latin typeface="Cascadia Mono" panose="020B0609020000020004" pitchFamily="49" charset="0"/>
              </a:rPr>
              <a:t>    SET NOCOUNT ON;</a:t>
            </a:r>
          </a:p>
          <a:p>
            <a:r>
              <a:rPr lang="en-AU" sz="90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</a:p>
          <a:p>
            <a:r>
              <a:rPr lang="en-AU" sz="900">
                <a:highlight>
                  <a:srgbClr val="FFFFFF"/>
                </a:highlight>
                <a:latin typeface="Cascadia Mono" panose="020B0609020000020004" pitchFamily="49" charset="0"/>
              </a:rPr>
              <a:t>    BEGIN TRY</a:t>
            </a:r>
          </a:p>
          <a:p>
            <a:r>
              <a:rPr lang="en-US" sz="900">
                <a:highlight>
                  <a:srgbClr val="FFFFFF"/>
                </a:highlight>
                <a:latin typeface="Cascadia Mono" panose="020B0609020000020004" pitchFamily="49" charset="0"/>
              </a:rPr>
              <a:t>        -- Validation 1: Check incident exists</a:t>
            </a:r>
          </a:p>
          <a:p>
            <a:r>
              <a:rPr lang="en-US" sz="900">
                <a:highlight>
                  <a:srgbClr val="FFFFFF"/>
                </a:highlight>
                <a:latin typeface="Cascadia Mono" panose="020B0609020000020004" pitchFamily="49" charset="0"/>
              </a:rPr>
              <a:t>        IF NOT EXISTS (SELECT 1 FROM </a:t>
            </a:r>
            <a:r>
              <a:rPr lang="en-US" sz="900" err="1">
                <a:highlight>
                  <a:srgbClr val="FFFFFF"/>
                </a:highlight>
                <a:latin typeface="Cascadia Mono" panose="020B0609020000020004" pitchFamily="49" charset="0"/>
              </a:rPr>
              <a:t>safety_incidents</a:t>
            </a:r>
            <a:r>
              <a:rPr lang="en-US" sz="900">
                <a:highlight>
                  <a:srgbClr val="FFFFFF"/>
                </a:highlight>
                <a:latin typeface="Cascadia Mono" panose="020B0609020000020004" pitchFamily="49" charset="0"/>
              </a:rPr>
              <a:t> WHERE </a:t>
            </a:r>
            <a:r>
              <a:rPr lang="en-US" sz="900" err="1">
                <a:highlight>
                  <a:srgbClr val="FFFFFF"/>
                </a:highlight>
                <a:latin typeface="Cascadia Mono" panose="020B0609020000020004" pitchFamily="49" charset="0"/>
              </a:rPr>
              <a:t>incident_id</a:t>
            </a:r>
            <a:r>
              <a:rPr lang="en-US" sz="900">
                <a:highlight>
                  <a:srgbClr val="FFFFFF"/>
                </a:highlight>
                <a:latin typeface="Cascadia Mono" panose="020B0609020000020004" pitchFamily="49" charset="0"/>
              </a:rPr>
              <a:t> = @IncidentID)</a:t>
            </a:r>
          </a:p>
          <a:p>
            <a:r>
              <a:rPr lang="en-US" sz="900">
                <a:highlight>
                  <a:srgbClr val="FFFFFF"/>
                </a:highlight>
                <a:latin typeface="Cascadia Mono" panose="020B0609020000020004" pitchFamily="49" charset="0"/>
              </a:rPr>
              <a:t>            THROW 50001, 'Incident ID not found in database', 1;</a:t>
            </a:r>
          </a:p>
          <a:p>
            <a:r>
              <a:rPr lang="en-AU" sz="900"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</a:p>
          <a:p>
            <a:r>
              <a:rPr lang="en-US" sz="900">
                <a:highlight>
                  <a:srgbClr val="FFFFFF"/>
                </a:highlight>
                <a:latin typeface="Cascadia Mono" panose="020B0609020000020004" pitchFamily="49" charset="0"/>
              </a:rPr>
              <a:t>        -- Validation 2: Check if already in requested state</a:t>
            </a:r>
          </a:p>
          <a:p>
            <a:r>
              <a:rPr lang="en-US" sz="900">
                <a:highlight>
                  <a:srgbClr val="FFFFFF"/>
                </a:highlight>
                <a:latin typeface="Cascadia Mono" panose="020B0609020000020004" pitchFamily="49" charset="0"/>
              </a:rPr>
              <a:t>        IF EXISTS (SELECT 1 FROM </a:t>
            </a:r>
            <a:r>
              <a:rPr lang="en-US" sz="900" err="1">
                <a:highlight>
                  <a:srgbClr val="FFFFFF"/>
                </a:highlight>
                <a:latin typeface="Cascadia Mono" panose="020B0609020000020004" pitchFamily="49" charset="0"/>
              </a:rPr>
              <a:t>safety_incidents</a:t>
            </a:r>
            <a:r>
              <a:rPr lang="en-US" sz="900">
                <a:highlight>
                  <a:srgbClr val="FFFFFF"/>
                </a:highlight>
                <a:latin typeface="Cascadia Mono" panose="020B0609020000020004" pitchFamily="49" charset="0"/>
              </a:rPr>
              <a:t> WHERE </a:t>
            </a:r>
            <a:r>
              <a:rPr lang="en-US" sz="900" err="1">
                <a:highlight>
                  <a:srgbClr val="FFFFFF"/>
                </a:highlight>
                <a:latin typeface="Cascadia Mono" panose="020B0609020000020004" pitchFamily="49" charset="0"/>
              </a:rPr>
              <a:t>incident_id</a:t>
            </a:r>
            <a:r>
              <a:rPr lang="en-US" sz="900">
                <a:highlight>
                  <a:srgbClr val="FFFFFF"/>
                </a:highlight>
                <a:latin typeface="Cascadia Mono" panose="020B0609020000020004" pitchFamily="49" charset="0"/>
              </a:rPr>
              <a:t> = @IncidentID AND resolved = @Resolved)</a:t>
            </a:r>
          </a:p>
          <a:p>
            <a:r>
              <a:rPr lang="en-AU" sz="900">
                <a:highlight>
                  <a:srgbClr val="FFFFFF"/>
                </a:highlight>
                <a:latin typeface="Cascadia Mono" panose="020B0609020000020004" pitchFamily="49" charset="0"/>
              </a:rPr>
              <a:t>        BEGIN</a:t>
            </a:r>
          </a:p>
          <a:p>
            <a:r>
              <a:rPr lang="en-US" sz="900">
                <a:highlight>
                  <a:srgbClr val="FFFFFF"/>
                </a:highlight>
                <a:latin typeface="Cascadia Mono" panose="020B0609020000020004" pitchFamily="49" charset="0"/>
              </a:rPr>
              <a:t>            DECLARE @StatusMsg NVARCHAR(100) = CASE WHEN @Resolved = 1 THEN 'already resolved' ELSE 'already open' END;</a:t>
            </a:r>
          </a:p>
          <a:p>
            <a:r>
              <a:rPr lang="en-US" sz="900">
                <a:highlight>
                  <a:srgbClr val="FFFFFF"/>
                </a:highlight>
                <a:latin typeface="Cascadia Mono" panose="020B0609020000020004" pitchFamily="49" charset="0"/>
              </a:rPr>
              <a:t>            DECLARE @ErrMsg NVARCHAR(200) = 'Incident ' + CAST(@IncidentID AS NVARCHAR(10)) + ' is ' + @StatusMsg;</a:t>
            </a:r>
          </a:p>
          <a:p>
            <a:r>
              <a:rPr lang="en-AU" sz="900">
                <a:highlight>
                  <a:srgbClr val="FFFFFF"/>
                </a:highlight>
                <a:latin typeface="Cascadia Mono" panose="020B0609020000020004" pitchFamily="49" charset="0"/>
              </a:rPr>
              <a:t>            THROW 50002, @ErrMsg, 1;</a:t>
            </a:r>
          </a:p>
          <a:p>
            <a:r>
              <a:rPr lang="en-AU" sz="900">
                <a:highlight>
                  <a:srgbClr val="FFFFFF"/>
                </a:highlight>
                <a:latin typeface="Cascadia Mono" panose="020B0609020000020004" pitchFamily="49" charset="0"/>
              </a:rPr>
              <a:t>        END</a:t>
            </a:r>
          </a:p>
          <a:p>
            <a:r>
              <a:rPr lang="en-AU" sz="900"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</a:p>
          <a:p>
            <a:endParaRPr lang="en-AU" sz="900"/>
          </a:p>
        </p:txBody>
      </p:sp>
    </p:spTree>
    <p:extLst>
      <p:ext uri="{BB962C8B-B14F-4D97-AF65-F5344CB8AC3E}">
        <p14:creationId xmlns:p14="http://schemas.microsoft.com/office/powerpoint/2010/main" val="111993591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9D8EEE-40D9-C517-DAF4-F973211AAE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AU" sz="2400">
                <a:solidFill>
                  <a:srgbClr val="FFFFFF"/>
                </a:solidFill>
              </a:rPr>
              <a:t>Stored Procedure/DQL: Create Procedure and Query for UpdateIncidentStatus Part 3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EE5FFB-CBD2-8D45-BA43-33C6DE071C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 -- Update the incident</a:t>
            </a:r>
          </a:p>
          <a:p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        UPDATE </a:t>
            </a:r>
            <a:r>
              <a:rPr lang="en-AU" sz="700" err="1">
                <a:highlight>
                  <a:srgbClr val="FFFFFF"/>
                </a:highlight>
                <a:latin typeface="Cascadia Mono" panose="020B0609020000020004" pitchFamily="49" charset="0"/>
              </a:rPr>
              <a:t>safety_incidents</a:t>
            </a:r>
            <a:endParaRPr lang="en-AU" sz="70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        SET </a:t>
            </a:r>
          </a:p>
          <a:p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            resolved = @Resolved,</a:t>
            </a:r>
          </a:p>
          <a:p>
            <a:r>
              <a:rPr lang="en-US" sz="700"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US" sz="700" err="1">
                <a:highlight>
                  <a:srgbClr val="FFFFFF"/>
                </a:highlight>
                <a:latin typeface="Cascadia Mono" panose="020B0609020000020004" pitchFamily="49" charset="0"/>
              </a:rPr>
              <a:t>resolved_date</a:t>
            </a:r>
            <a:r>
              <a:rPr lang="en-US" sz="700">
                <a:highlight>
                  <a:srgbClr val="FFFFFF"/>
                </a:highlight>
                <a:latin typeface="Cascadia Mono" panose="020B0609020000020004" pitchFamily="49" charset="0"/>
              </a:rPr>
              <a:t> = CASE WHEN @Resolved = 1 THEN CAST(GETDATE() AS DATE) ELSE NULL END</a:t>
            </a:r>
          </a:p>
          <a:p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        WHERE </a:t>
            </a:r>
            <a:r>
              <a:rPr lang="en-AU" sz="700" err="1">
                <a:highlight>
                  <a:srgbClr val="FFFFFF"/>
                </a:highlight>
                <a:latin typeface="Cascadia Mono" panose="020B0609020000020004" pitchFamily="49" charset="0"/>
              </a:rPr>
              <a:t>incident_id</a:t>
            </a:r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 = @IncidentID;</a:t>
            </a:r>
          </a:p>
          <a:p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</a:p>
          <a:p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        -- Success message</a:t>
            </a:r>
          </a:p>
          <a:p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        DECLARE @SuccessMsg NVARCHAR(200);</a:t>
            </a:r>
          </a:p>
          <a:p>
            <a:r>
              <a:rPr lang="en-US" sz="700">
                <a:highlight>
                  <a:srgbClr val="FFFFFF"/>
                </a:highlight>
                <a:latin typeface="Cascadia Mono" panose="020B0609020000020004" pitchFamily="49" charset="0"/>
              </a:rPr>
              <a:t>        SET @SuccessMsg = '✅ Incident ' + CAST(@IncidentID AS NVARCHAR(10)) + </a:t>
            </a:r>
          </a:p>
          <a:p>
            <a:r>
              <a:rPr lang="en-US" sz="700">
                <a:highlight>
                  <a:srgbClr val="FFFFFF"/>
                </a:highlight>
                <a:latin typeface="Cascadia Mono" panose="020B0609020000020004" pitchFamily="49" charset="0"/>
              </a:rPr>
              <a:t>                          CASE WHEN @Resolved = 1 THEN ' marked as RESOLVED' ELSE ' reopened' END;</a:t>
            </a:r>
          </a:p>
          <a:p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        PRINT @SuccessMsg;</a:t>
            </a:r>
          </a:p>
          <a:p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</a:p>
          <a:p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        -- Show updated incident</a:t>
            </a:r>
          </a:p>
          <a:p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        SELECT </a:t>
            </a:r>
          </a:p>
          <a:p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AU" sz="700" err="1">
                <a:highlight>
                  <a:srgbClr val="FFFFFF"/>
                </a:highlight>
                <a:latin typeface="Cascadia Mono" panose="020B0609020000020004" pitchFamily="49" charset="0"/>
              </a:rPr>
              <a:t>incident_id</a:t>
            </a:r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AU" sz="700" err="1">
                <a:highlight>
                  <a:srgbClr val="FFFFFF"/>
                </a:highlight>
                <a:latin typeface="Cascadia Mono" panose="020B0609020000020004" pitchFamily="49" charset="0"/>
              </a:rPr>
              <a:t>incident_date</a:t>
            </a:r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            severity,</a:t>
            </a:r>
          </a:p>
          <a:p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AU" sz="700" err="1">
                <a:highlight>
                  <a:srgbClr val="FFFFFF"/>
                </a:highlight>
                <a:latin typeface="Cascadia Mono" panose="020B0609020000020004" pitchFamily="49" charset="0"/>
              </a:rPr>
              <a:t>incident_type</a:t>
            </a:r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US" sz="700">
                <a:highlight>
                  <a:srgbClr val="FFFFFF"/>
                </a:highlight>
                <a:latin typeface="Cascadia Mono" panose="020B0609020000020004" pitchFamily="49" charset="0"/>
              </a:rPr>
              <a:t>            CASE WHEN resolved = 1 THEN 'Resolved' ELSE 'Open' END AS status,</a:t>
            </a:r>
          </a:p>
          <a:p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AU" sz="700" err="1">
                <a:highlight>
                  <a:srgbClr val="FFFFFF"/>
                </a:highlight>
                <a:latin typeface="Cascadia Mono" panose="020B0609020000020004" pitchFamily="49" charset="0"/>
              </a:rPr>
              <a:t>resolved_date</a:t>
            </a:r>
            <a:endParaRPr lang="en-AU" sz="70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        FROM </a:t>
            </a:r>
            <a:r>
              <a:rPr lang="en-AU" sz="700" err="1">
                <a:highlight>
                  <a:srgbClr val="FFFFFF"/>
                </a:highlight>
                <a:latin typeface="Cascadia Mono" panose="020B0609020000020004" pitchFamily="49" charset="0"/>
              </a:rPr>
              <a:t>safety_incidents</a:t>
            </a:r>
            <a:endParaRPr lang="en-AU" sz="70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        WHERE </a:t>
            </a:r>
            <a:r>
              <a:rPr lang="en-AU" sz="700" err="1">
                <a:highlight>
                  <a:srgbClr val="FFFFFF"/>
                </a:highlight>
                <a:latin typeface="Cascadia Mono" panose="020B0609020000020004" pitchFamily="49" charset="0"/>
              </a:rPr>
              <a:t>incident_id</a:t>
            </a:r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 = @IncidentID;</a:t>
            </a:r>
          </a:p>
          <a:p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</a:p>
          <a:p>
            <a:r>
              <a:rPr lang="en-AU" sz="700">
                <a:highlight>
                  <a:srgbClr val="FFFFFF"/>
                </a:highlight>
                <a:latin typeface="Cascadia Mono" panose="020B0609020000020004" pitchFamily="49" charset="0"/>
              </a:rPr>
              <a:t>    END TRY</a:t>
            </a:r>
            <a:endParaRPr lang="en-AU" sz="700"/>
          </a:p>
        </p:txBody>
      </p:sp>
    </p:spTree>
    <p:extLst>
      <p:ext uri="{BB962C8B-B14F-4D97-AF65-F5344CB8AC3E}">
        <p14:creationId xmlns:p14="http://schemas.microsoft.com/office/powerpoint/2010/main" val="15246117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309E26-886D-2B85-8C09-3EC0407E93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AU" sz="2400">
                <a:solidFill>
                  <a:srgbClr val="FFFFFF"/>
                </a:solidFill>
              </a:rPr>
              <a:t>Stored Procedure/DQL: Create Procedure and Query for UpdateIncidentStatus Part 4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B475BC-266F-0C3A-DF25-8A302D5FFB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en-AU" sz="1800"/>
              <a:t> BEGIN CATCH</a:t>
            </a:r>
          </a:p>
          <a:p>
            <a:r>
              <a:rPr lang="en-AU" sz="1800"/>
              <a:t>        -- Log and display error</a:t>
            </a:r>
          </a:p>
          <a:p>
            <a:r>
              <a:rPr lang="es-ES" sz="1800"/>
              <a:t>        DECLARE @ErrorMessage NVARCHAR(4000) = ERROR_MESSAGE();</a:t>
            </a:r>
          </a:p>
          <a:p>
            <a:r>
              <a:rPr lang="en-US" sz="1800"/>
              <a:t>        DECLARE @ErrorSeverity INT = ERROR_SEVERITY();</a:t>
            </a:r>
          </a:p>
          <a:p>
            <a:r>
              <a:rPr lang="en-AU" sz="1800"/>
              <a:t>        </a:t>
            </a:r>
          </a:p>
          <a:p>
            <a:r>
              <a:rPr lang="en-AU" sz="1800"/>
              <a:t>        INSERT INTO </a:t>
            </a:r>
            <a:r>
              <a:rPr lang="en-AU" sz="1800" err="1"/>
              <a:t>error_log</a:t>
            </a:r>
            <a:r>
              <a:rPr lang="en-AU" sz="1800"/>
              <a:t> (</a:t>
            </a:r>
            <a:r>
              <a:rPr lang="en-AU" sz="1800" err="1"/>
              <a:t>error_message</a:t>
            </a:r>
            <a:r>
              <a:rPr lang="en-AU" sz="1800"/>
              <a:t>, </a:t>
            </a:r>
            <a:r>
              <a:rPr lang="en-AU" sz="1800" err="1"/>
              <a:t>error_procedure</a:t>
            </a:r>
            <a:r>
              <a:rPr lang="en-AU" sz="1800"/>
              <a:t>, </a:t>
            </a:r>
            <a:r>
              <a:rPr lang="en-AU" sz="1800" err="1"/>
              <a:t>error_line</a:t>
            </a:r>
            <a:r>
              <a:rPr lang="en-AU" sz="1800"/>
              <a:t>, </a:t>
            </a:r>
            <a:r>
              <a:rPr lang="en-AU" sz="1800" err="1"/>
              <a:t>error_severity</a:t>
            </a:r>
            <a:r>
              <a:rPr lang="en-AU" sz="1800"/>
              <a:t>, </a:t>
            </a:r>
            <a:r>
              <a:rPr lang="en-AU" sz="1800" err="1"/>
              <a:t>error_state</a:t>
            </a:r>
            <a:r>
              <a:rPr lang="en-AU" sz="1800"/>
              <a:t>)</a:t>
            </a:r>
          </a:p>
          <a:p>
            <a:r>
              <a:rPr lang="en-US" sz="1800"/>
              <a:t>        VALUES (@ErrorMessage, '</a:t>
            </a:r>
            <a:r>
              <a:rPr lang="en-US" sz="1800" err="1"/>
              <a:t>UpdateIncidentStatus</a:t>
            </a:r>
            <a:r>
              <a:rPr lang="en-US" sz="1800"/>
              <a:t>', ERROR_LINE(), @ErrorSeverity, ERROR_STATE());</a:t>
            </a:r>
          </a:p>
          <a:p>
            <a:r>
              <a:rPr lang="en-AU" sz="1800"/>
              <a:t>        </a:t>
            </a:r>
          </a:p>
          <a:p>
            <a:r>
              <a:rPr lang="en-AU" sz="1800"/>
              <a:t>        PRINT '❌ Error: ' + @ErrorMessage;</a:t>
            </a:r>
          </a:p>
          <a:p>
            <a:r>
              <a:rPr lang="en-AU" sz="1800"/>
              <a:t>        THROW;</a:t>
            </a:r>
          </a:p>
          <a:p>
            <a:r>
              <a:rPr lang="en-AU" sz="1800"/>
              <a:t>    END CATCH</a:t>
            </a:r>
          </a:p>
          <a:p>
            <a:r>
              <a:rPr lang="en-AU" sz="1800"/>
              <a:t>END</a:t>
            </a:r>
          </a:p>
          <a:p>
            <a:r>
              <a:rPr lang="en-AU" sz="1800"/>
              <a:t>GO</a:t>
            </a:r>
          </a:p>
        </p:txBody>
      </p:sp>
    </p:spTree>
    <p:extLst>
      <p:ext uri="{BB962C8B-B14F-4D97-AF65-F5344CB8AC3E}">
        <p14:creationId xmlns:p14="http://schemas.microsoft.com/office/powerpoint/2010/main" val="18698482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4ED8B3-5690-658D-38BD-3EC62DED8A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Stored Procedure/DQL: Create Procedure and Query for </a:t>
            </a:r>
            <a:r>
              <a:rPr lang="en-AU" dirty="0" err="1"/>
              <a:t>UpdateIncidentStatus</a:t>
            </a:r>
            <a:r>
              <a:rPr lang="en-AU" dirty="0"/>
              <a:t> Part 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3FBC48-EB7C-3FAC-D793-F467EAB362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'Testing: Updating incident status...'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‘’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'--- Test 1: Mark incident as resolved ---'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EXEC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UpdateIncidentStatus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@IncidentID 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5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@Resolved 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''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'--- Test 2: Try to resolve same incident again (should error) ---'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BEGIN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TRY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EXEC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UpdateIncidentStatus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@IncidentID 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5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@Resolved 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END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TRY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BEGIN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CATCH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'Caught expected error: '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+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ERROR_MESSAGE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END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CATCH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''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'--- Test 3: Invalid incident ID (should error) ---'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BEGIN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TRY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EXEC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UpdateIncidentStatus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@IncidentID 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9999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@Resolved 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END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TRY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BEGIN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CATCH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'Caught expected error: '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+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ERROR_MESSAGE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END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CATCH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''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GO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A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809563E-771F-DA83-0ADE-B24EB647D3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9986" y="5586381"/>
            <a:ext cx="4677428" cy="447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251350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982F39-D6CE-4EAB-B480-B381CEB7C2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AU" dirty="0"/>
              <a:t>FINAL DATA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E84A7E-4454-4486-02BA-04D34F3F91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1950" y="1213669"/>
            <a:ext cx="8629650" cy="4802187"/>
          </a:xfrm>
        </p:spPr>
        <p:txBody>
          <a:bodyPr>
            <a:normAutofit fontScale="77500" lnSpcReduction="20000"/>
          </a:bodyPr>
          <a:lstStyle/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'Database Objects Created'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Summary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COUNT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(*)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chemeClr val="accent6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sys.procedures</a:t>
            </a:r>
            <a:r>
              <a:rPr lang="en-US" sz="2800" dirty="0">
                <a:solidFill>
                  <a:schemeClr val="accent6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name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LIKE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'Get%'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OR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name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LIKE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'Update%'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OR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name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</a:t>
            </a:r>
            <a:r>
              <a:rPr lang="en-US" sz="28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DailyOperationsReport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chemeClr val="accent6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Procedures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COUNT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(*)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chemeClr val="accent6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sys.objects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type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'FN'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'IF'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'TF'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))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Functions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COUNT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(*)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chemeClr val="accent6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sys.tables</a:t>
            </a:r>
            <a:r>
              <a:rPr lang="en-US" sz="2800" dirty="0">
                <a:solidFill>
                  <a:schemeClr val="accent6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name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&lt;&gt;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</a:t>
            </a:r>
            <a:r>
              <a:rPr lang="en-US" sz="28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sysdiagrams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chemeClr val="accent6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Tables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'All objects created successfully! Database ready for use.'</a:t>
            </a:r>
            <a:r>
              <a:rPr lang="en-US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</a:t>
            </a:r>
            <a:r>
              <a:rPr lang="en-AU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AU" sz="28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''</a:t>
            </a:r>
            <a:r>
              <a:rPr lang="en-AU" sz="2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A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GO</a:t>
            </a:r>
            <a:endParaRPr lang="en-AU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A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2D725E6-0E65-AC09-4C1C-AD2C0DC0D6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636" y="5644331"/>
            <a:ext cx="6477677" cy="705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247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1416</TotalTime>
  <Words>8988</Words>
  <Application>Microsoft Office PowerPoint</Application>
  <PresentationFormat>Widescreen</PresentationFormat>
  <Paragraphs>1108</Paragraphs>
  <Slides>65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65</vt:i4>
      </vt:variant>
    </vt:vector>
  </HeadingPairs>
  <TitlesOfParts>
    <vt:vector size="71" baseType="lpstr">
      <vt:lpstr>Aptos</vt:lpstr>
      <vt:lpstr>Aptos Display</vt:lpstr>
      <vt:lpstr>Arial</vt:lpstr>
      <vt:lpstr>Calibri</vt:lpstr>
      <vt:lpstr>Cascadia Mono</vt:lpstr>
      <vt:lpstr>Office Theme</vt:lpstr>
      <vt:lpstr>BHP Mining Operations SQL Project</vt:lpstr>
      <vt:lpstr>Requirements </vt:lpstr>
      <vt:lpstr>Content</vt:lpstr>
      <vt:lpstr>Create Database for BHD Mining Operations </vt:lpstr>
      <vt:lpstr>DDL: Creating Tables for Mining Sites, Daily Production, Safety Incidents, Error Log Part 1 </vt:lpstr>
      <vt:lpstr>DDL: Creating Tables for Mining Sites, Daily Production, Safety Incidents, Error Log Part 2</vt:lpstr>
      <vt:lpstr>DML: Insert Values into Mining Sites, Daily Production Part 1 </vt:lpstr>
      <vt:lpstr>DML: Insert Values into Mining Sites, Daily Production Part 2</vt:lpstr>
      <vt:lpstr>DML: Insert Values into Mining Sites, Daily Production Part 3</vt:lpstr>
      <vt:lpstr>DML: Insert Values into Safety Incidents </vt:lpstr>
      <vt:lpstr>DQL: Validation Checks  </vt:lpstr>
      <vt:lpstr>Stored Procedure/DQL: Create Procedure and Query for GetSiteProduction Part 1 </vt:lpstr>
      <vt:lpstr>Stored Procedure/DQL: Create Procedure and Query for GetSiteProduction Part 2</vt:lpstr>
      <vt:lpstr>Stored Procedure/DQL: Create Procedure and Query for GetSiteProduction Part 3</vt:lpstr>
      <vt:lpstr>Stored Procedure/DQL: Create Procedure and Query for GetSiteProduction Results</vt:lpstr>
      <vt:lpstr>Stored Procedure/DQL: Create Procedure and Query for GetProductionByDateRange Part 1 </vt:lpstr>
      <vt:lpstr>Stored Procedure/DQL: Create Procedure and Query for GetProductionByDateRange Part 2</vt:lpstr>
      <vt:lpstr>Stored Procedure/DQL: Create Procedure and Query for GetProductionByDateRange Part 3</vt:lpstr>
      <vt:lpstr>Stored Procedure/DQL: Create Procedure and Query for GetProductionFlexible Part 1</vt:lpstr>
      <vt:lpstr>Stored Procedure/DQL: Create Procedure and Query for GetProductionFlexible Part 2</vt:lpstr>
      <vt:lpstr>Stored Procedure/DQL: Create Procedure and Query for GetProductionFlexible Part 3</vt:lpstr>
      <vt:lpstr>Stored Procedure/DQL: Create Procedure and Query for GetProductionFlexible Results</vt:lpstr>
      <vt:lpstr>Stored Procedure/DQL: Create Procedure and Query for GetSiteSummary Part 1</vt:lpstr>
      <vt:lpstr>Stored Procedure/DQL: Create Procedure and Query for GetSiteSummary Part 2</vt:lpstr>
      <vt:lpstr>Stored Procedure/DQL: Create Procedure and Query for GetSiteSummary Part 3</vt:lpstr>
      <vt:lpstr>Stored Procedure/DQL: Create Procedure and Query for GetSafeProductionReport Part 1 </vt:lpstr>
      <vt:lpstr>Stored Procedure/DQL: Create Procedure and Query for GetSafeProductionReport Part 2</vt:lpstr>
      <vt:lpstr>Stored Procedure/DQL: Create Procedure and Query for GetSafeProductionReport Part 3</vt:lpstr>
      <vt:lpstr>Stored Procedure/DQL: Create Procedure and Query for GetSafeProductionReport Part 4</vt:lpstr>
      <vt:lpstr>Stored Procedure/DQL: Create Procedure and Query for GetSafeProductionReport Part 5</vt:lpstr>
      <vt:lpstr>Stored Procedure/DQL: Create Procedure and Query for GetSafeProductionReport Results Part 1</vt:lpstr>
      <vt:lpstr>Stored Procedure/DQL: Create Procedure and Query for GetSafeProductionReport Results Part 2</vt:lpstr>
      <vt:lpstr>Stored Procedure/DQL: Create Procedure and Query for GetSafeProductionReport Results Part 3</vt:lpstr>
      <vt:lpstr>Stored Procedure/DQL: Create Procedure and Query for GetSafeProductionReport Results Part 4</vt:lpstr>
      <vt:lpstr>Stored Procedure/DQL: Create Procedure and Query for GetSafeProductionReport Results:  Show error log</vt:lpstr>
      <vt:lpstr>Stored Procedure/DQL: Create Procedure and Query for DailyOperationsReport</vt:lpstr>
      <vt:lpstr>Stored Procedure/DQL: Create Procedure and Query for DailyOperationsReport: Production Summary</vt:lpstr>
      <vt:lpstr>Stored Procedure/DQL: Create Procedure and Query for DailyOperationsReport: Equipment Downtime Analysis</vt:lpstr>
      <vt:lpstr>Stored Procedure/DQL: Create Procedure and Query for DailyOperationsReport: Safety Incidents</vt:lpstr>
      <vt:lpstr>Stored Procedure/DQL: Create Procedure and Query for DailyOperationsReport: Efficiency Metrics</vt:lpstr>
      <vt:lpstr>Stored Procedure/DQL: Create Procedure and Query for DailyOperationsReport: Site Comparisons</vt:lpstr>
      <vt:lpstr>Stored Procedure/DQL: Create Procedure and Query for DailyOperationsReport: SHIFT PERFORMANCE RANKINGS</vt:lpstr>
      <vt:lpstr>Stored Procedure/DQL: Create Procedure and Query for DailyOperationsReport: Executive Summary</vt:lpstr>
      <vt:lpstr>Stored Procedure/DQL: Create Procedure and Query for DailyOperationsReport: Daily Operations Report</vt:lpstr>
      <vt:lpstr>Stored Function/DQL: Create Function and Query for dbo.CalculateEfficiency Part 1   </vt:lpstr>
      <vt:lpstr>Stored Function/DQL: Create Function and Query for dbo.CalculateEfficiency Part 2</vt:lpstr>
      <vt:lpstr>Stored Function/DQL: Create Function and Query for dbo.GetHighDowntimeSites Part 1 </vt:lpstr>
      <vt:lpstr>Stored Function/DQL: Create Function and Query for dbo.GetHighDowntimeSites Part 2</vt:lpstr>
      <vt:lpstr>Stored Function/DQL: Create Function and Query for dbo.GetHighDowntimeSites Part 3</vt:lpstr>
      <vt:lpstr>Stored Function/DQL: Create Function and Query for dbo.GetHighDowntimeSites: Results</vt:lpstr>
      <vt:lpstr>Stored Procedure/DQL: Create Procedure and Query for GetIncidentsBySeverity Part 1 </vt:lpstr>
      <vt:lpstr>Stored Procedure/DQL: Create Procedure and Query for GetIncidentsBySeverity Part 2</vt:lpstr>
      <vt:lpstr>Stored Procedure/DQL: Create Procedure and Query for GetIncidentsBySeverity Part 3</vt:lpstr>
      <vt:lpstr>Stored Procedure/DQL: Create Procedure and Query for GetProductionSummary </vt:lpstr>
      <vt:lpstr>Stored Procedure/DQL: Create Procedure and Query for GetProductionSummary Part 2</vt:lpstr>
      <vt:lpstr>Stored Function/DQL: Create Function and Query for dbo.CalculateOreToWasteRatio Part 1 </vt:lpstr>
      <vt:lpstr>Stored Function/DQL: Create Function and Query for dbo.CalculateOreToWasteRatio Part 2</vt:lpstr>
      <vt:lpstr>Stored Function/DQL: Create Function and Query for dbo.GetTopPerformingSites Part 1 </vt:lpstr>
      <vt:lpstr>Stored Function/DQL: Create Function and Query for dbo.GetTopPerformingSites Part 2</vt:lpstr>
      <vt:lpstr>Stored Procedure/DQL: Create Procedure and Query for UpdateIncidentStatus Part 1 </vt:lpstr>
      <vt:lpstr>Stored Procedure/DQL: Create Procedure and Query for UpdateIncidentStatus Part 2</vt:lpstr>
      <vt:lpstr>Stored Procedure/DQL: Create Procedure and Query for UpdateIncidentStatus Part 3</vt:lpstr>
      <vt:lpstr>Stored Procedure/DQL: Create Procedure and Query for UpdateIncidentStatus Part 4</vt:lpstr>
      <vt:lpstr>Stored Procedure/DQL: Create Procedure and Query for UpdateIncidentStatus Part 5</vt:lpstr>
      <vt:lpstr>FINAL DATA 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LE</dc:creator>
  <cp:lastModifiedBy>Michael Le</cp:lastModifiedBy>
  <cp:revision>51</cp:revision>
  <dcterms:created xsi:type="dcterms:W3CDTF">2026-03-18T18:32:47Z</dcterms:created>
  <dcterms:modified xsi:type="dcterms:W3CDTF">2026-03-21T18:29:21Z</dcterms:modified>
</cp:coreProperties>
</file>