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1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120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hyperlink" Target="https://github.com/Mikele02171/Main-Stuff/tree/main/DA%20Bootcamp%202026%20Emergi%20Mentors/Week%202%20SQL%20Mastery/Module%203%20Intermediate%20SQL%20for%20Analytics%20Professionals/Qantas_Frequent_Flyer_Analysis" TargetMode="External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hyperlink" Target="https://github.com/Mikele02171/Main-Stuff/tree/main/DA%20Bootcamp%202026%20Emergi%20Mentors/Week%202%20SQL%20Mastery/Module%203%20Intermediate%20SQL%20for%20Analytics%20Professionals/Qantas_Frequent_Flyer_Analysis" TargetMode="External"/><Relationship Id="rId1" Type="http://schemas.openxmlformats.org/officeDocument/2006/relationships/image" Target="../media/image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6_2">
  <dgm:title val=""/>
  <dgm:desc val=""/>
  <dgm:catLst>
    <dgm:cat type="accent6" pri="16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DB96F2C-6D76-4680-9B47-B736E78355AB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bg_accent6_2" csCatId="accent6" phldr="1"/>
      <dgm:spPr/>
      <dgm:t>
        <a:bodyPr/>
        <a:lstStyle/>
        <a:p>
          <a:endParaRPr lang="en-US"/>
        </a:p>
      </dgm:t>
    </dgm:pt>
    <dgm:pt modelId="{BD81DCB8-9AF0-4738-A007-1335CE1DE629}">
      <dgm:prSet/>
      <dgm:spPr>
        <a:xfrm>
          <a:off x="1834517" y="1507711"/>
          <a:ext cx="3148942" cy="1335915"/>
        </a:xfrm>
      </dgm:spPr>
      <dgm:t>
        <a:bodyPr/>
        <a:lstStyle/>
        <a:p>
          <a:pPr>
            <a:lnSpc>
              <a:spcPct val="100000"/>
            </a:lnSpc>
            <a:defRPr cap="all"/>
          </a:pPr>
          <a:r>
            <a:rPr lang="en-AU" dirty="0">
              <a:solidFill>
                <a:schemeClr val="tx1"/>
              </a:solidFill>
              <a:latin typeface="Aptos" panose="02110004020202020204"/>
              <a:ea typeface="+mn-ea"/>
              <a:cs typeface="+mn-cs"/>
            </a:rPr>
            <a:t>Files and Sources: </a:t>
          </a:r>
          <a:r>
            <a:rPr lang="en-AU" dirty="0">
              <a:solidFill>
                <a:schemeClr val="tx1"/>
              </a:solidFill>
              <a:hlinkClick xmlns:r="http://schemas.openxmlformats.org/officeDocument/2006/relationships" r:id="rId1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Main-Stuff/DA Bootcamp 2026 </a:t>
          </a:r>
          <a:r>
            <a:rPr lang="en-AU" dirty="0" err="1">
              <a:solidFill>
                <a:schemeClr val="tx1"/>
              </a:solidFill>
              <a:hlinkClick xmlns:r="http://schemas.openxmlformats.org/officeDocument/2006/relationships" r:id="rId1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Emergi</a:t>
          </a:r>
          <a:r>
            <a:rPr lang="en-AU" dirty="0">
              <a:solidFill>
                <a:schemeClr val="tx1"/>
              </a:solidFill>
              <a:hlinkClick xmlns:r="http://schemas.openxmlformats.org/officeDocument/2006/relationships" r:id="rId1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 Mentors/Week 2 SQL Mastery/Module 3 Intermediate SQL for Analytics Professionals/</a:t>
          </a:r>
          <a:r>
            <a:rPr lang="en-AU" dirty="0" err="1">
              <a:solidFill>
                <a:schemeClr val="tx1"/>
              </a:solidFill>
              <a:hlinkClick xmlns:r="http://schemas.openxmlformats.org/officeDocument/2006/relationships" r:id="rId1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Qantas_Frequent_Flyer_Analysis</a:t>
          </a:r>
          <a:r>
            <a:rPr lang="en-AU" dirty="0">
              <a:solidFill>
                <a:schemeClr val="tx1"/>
              </a:solidFill>
              <a:hlinkClick xmlns:r="http://schemas.openxmlformats.org/officeDocument/2006/relationships" r:id="rId1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 at main · Mikele02171/Main-Stuff</a:t>
          </a:r>
          <a:r>
            <a:rPr lang="en-AU" dirty="0">
              <a:solidFill>
                <a:schemeClr val="tx1"/>
              </a:solidFill>
              <a:latin typeface="Aptos" panose="02110004020202020204"/>
              <a:ea typeface="+mn-ea"/>
              <a:cs typeface="+mn-cs"/>
            </a:rPr>
            <a:t>  </a:t>
          </a:r>
          <a:endParaRPr lang="en-US" dirty="0">
            <a:solidFill>
              <a:schemeClr val="tx1"/>
            </a:solidFill>
            <a:latin typeface="Aptos" panose="02110004020202020204"/>
            <a:ea typeface="+mn-ea"/>
            <a:cs typeface="+mn-cs"/>
          </a:endParaRPr>
        </a:p>
      </dgm:t>
    </dgm:pt>
    <dgm:pt modelId="{240BD9EC-A8C3-4DA9-B84D-DA9F9CD774B2}" type="parTrans" cxnId="{B77DAB2C-D5B9-4DF9-B3FB-DDFBFE40EC32}">
      <dgm:prSet/>
      <dgm:spPr/>
      <dgm:t>
        <a:bodyPr/>
        <a:lstStyle/>
        <a:p>
          <a:endParaRPr lang="en-US"/>
        </a:p>
      </dgm:t>
    </dgm:pt>
    <dgm:pt modelId="{F10848D6-4EB1-40E3-8359-12B4A6D54020}" type="sibTrans" cxnId="{B77DAB2C-D5B9-4DF9-B3FB-DDFBFE40EC32}">
      <dgm:prSet/>
      <dgm:spPr/>
      <dgm:t>
        <a:bodyPr/>
        <a:lstStyle/>
        <a:p>
          <a:endParaRPr lang="en-US"/>
        </a:p>
      </dgm:t>
    </dgm:pt>
    <dgm:pt modelId="{8B1F99F2-30B8-43D0-841C-E62AA8D4934E}">
      <dgm:prSet/>
      <dgm:spPr>
        <a:xfrm>
          <a:off x="7154322" y="1507711"/>
          <a:ext cx="3148942" cy="1335915"/>
        </a:xfrm>
      </dgm:spPr>
      <dgm:t>
        <a:bodyPr/>
        <a:lstStyle/>
        <a:p>
          <a:pPr>
            <a:lnSpc>
              <a:spcPct val="100000"/>
            </a:lnSpc>
            <a:defRPr cap="all"/>
          </a:pPr>
          <a:r>
            <a:rPr lang="en-AU">
              <a:latin typeface="Aptos" panose="02110004020202020204"/>
              <a:ea typeface="+mn-ea"/>
              <a:cs typeface="+mn-cs"/>
            </a:rPr>
            <a:t>Microsoft SQL Server Express (2022 or (2025 preferred))</a:t>
          </a:r>
          <a:endParaRPr lang="en-US">
            <a:latin typeface="Aptos" panose="02110004020202020204"/>
            <a:ea typeface="+mn-ea"/>
            <a:cs typeface="+mn-cs"/>
          </a:endParaRPr>
        </a:p>
      </dgm:t>
    </dgm:pt>
    <dgm:pt modelId="{C1EF2877-5A70-476B-A959-E6D241CD247A}" type="parTrans" cxnId="{CF886E8D-97C0-4B86-9557-64C21EECDD0D}">
      <dgm:prSet/>
      <dgm:spPr/>
      <dgm:t>
        <a:bodyPr/>
        <a:lstStyle/>
        <a:p>
          <a:endParaRPr lang="en-US"/>
        </a:p>
      </dgm:t>
    </dgm:pt>
    <dgm:pt modelId="{26B03D8D-D325-4FF1-8429-3F39EF7E478F}" type="sibTrans" cxnId="{CF886E8D-97C0-4B86-9557-64C21EECDD0D}">
      <dgm:prSet/>
      <dgm:spPr/>
      <dgm:t>
        <a:bodyPr/>
        <a:lstStyle/>
        <a:p>
          <a:endParaRPr lang="en-US"/>
        </a:p>
      </dgm:t>
    </dgm:pt>
    <dgm:pt modelId="{D4C9D6C7-D6B3-48AF-97B1-C7304A51AF96}" type="pres">
      <dgm:prSet presAssocID="{9DB96F2C-6D76-4680-9B47-B736E78355AB}" presName="root" presStyleCnt="0">
        <dgm:presLayoutVars>
          <dgm:dir/>
          <dgm:resizeHandles val="exact"/>
        </dgm:presLayoutVars>
      </dgm:prSet>
      <dgm:spPr/>
    </dgm:pt>
    <dgm:pt modelId="{4A9D8238-60AD-473E-BFEE-50DADFF2AABF}" type="pres">
      <dgm:prSet presAssocID="{BD81DCB8-9AF0-4738-A007-1335CE1DE629}" presName="compNode" presStyleCnt="0"/>
      <dgm:spPr/>
    </dgm:pt>
    <dgm:pt modelId="{595C8C76-19DD-4F35-8E1E-1A0058BD4659}" type="pres">
      <dgm:prSet presAssocID="{BD81DCB8-9AF0-4738-A007-1335CE1DE629}" presName="iconBgRect" presStyleLbl="bgShp" presStyleIdx="0" presStyleCnt="2"/>
      <dgm:spPr>
        <a:prstGeom prst="round2DiagRect">
          <a:avLst>
            <a:gd name="adj1" fmla="val 29727"/>
            <a:gd name="adj2" fmla="val 0"/>
          </a:avLst>
        </a:prstGeom>
      </dgm:spPr>
    </dgm:pt>
    <dgm:pt modelId="{D9EA4241-0411-4D2F-A234-F2141DB34D27}" type="pres">
      <dgm:prSet presAssocID="{BD81DCB8-9AF0-4738-A007-1335CE1DE629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B7E87CF0-8FEB-44B3-8C9D-5A9D140CB13E}" type="pres">
      <dgm:prSet presAssocID="{BD81DCB8-9AF0-4738-A007-1335CE1DE629}" presName="spaceRect" presStyleCnt="0"/>
      <dgm:spPr/>
    </dgm:pt>
    <dgm:pt modelId="{12694713-19C0-465D-AA11-6A0993727E26}" type="pres">
      <dgm:prSet presAssocID="{BD81DCB8-9AF0-4738-A007-1335CE1DE629}" presName="textRect" presStyleLbl="revTx" presStyleIdx="0" presStyleCnt="2">
        <dgm:presLayoutVars>
          <dgm:chMax val="1"/>
          <dgm:chPref val="1"/>
        </dgm:presLayoutVars>
      </dgm:prSet>
      <dgm:spPr/>
    </dgm:pt>
    <dgm:pt modelId="{C540C6C2-B602-484D-86E8-1B7795F4DA09}" type="pres">
      <dgm:prSet presAssocID="{F10848D6-4EB1-40E3-8359-12B4A6D54020}" presName="sibTrans" presStyleCnt="0"/>
      <dgm:spPr/>
    </dgm:pt>
    <dgm:pt modelId="{387B279C-6344-4A98-9979-8C8593CB9BBF}" type="pres">
      <dgm:prSet presAssocID="{8B1F99F2-30B8-43D0-841C-E62AA8D4934E}" presName="compNode" presStyleCnt="0"/>
      <dgm:spPr/>
    </dgm:pt>
    <dgm:pt modelId="{9F352ED8-EB5F-4677-8A54-C8D5B6ECC1C1}" type="pres">
      <dgm:prSet presAssocID="{8B1F99F2-30B8-43D0-841C-E62AA8D4934E}" presName="iconBgRect" presStyleLbl="bgShp" presStyleIdx="1" presStyleCnt="2"/>
      <dgm:spPr>
        <a:prstGeom prst="round2DiagRect">
          <a:avLst>
            <a:gd name="adj1" fmla="val 29727"/>
            <a:gd name="adj2" fmla="val 0"/>
          </a:avLst>
        </a:prstGeom>
      </dgm:spPr>
    </dgm:pt>
    <dgm:pt modelId="{8DF85412-BEAF-4EDE-BF23-90BA40767FB4}" type="pres">
      <dgm:prSet presAssocID="{8B1F99F2-30B8-43D0-841C-E62AA8D4934E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DC96193B-088E-43DE-B0F8-644DA993257F}" type="pres">
      <dgm:prSet presAssocID="{8B1F99F2-30B8-43D0-841C-E62AA8D4934E}" presName="spaceRect" presStyleCnt="0"/>
      <dgm:spPr/>
    </dgm:pt>
    <dgm:pt modelId="{019394A2-EB21-4DDE-99AC-4DA6827E8F5C}" type="pres">
      <dgm:prSet presAssocID="{8B1F99F2-30B8-43D0-841C-E62AA8D4934E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B77DAB2C-D5B9-4DF9-B3FB-DDFBFE40EC32}" srcId="{9DB96F2C-6D76-4680-9B47-B736E78355AB}" destId="{BD81DCB8-9AF0-4738-A007-1335CE1DE629}" srcOrd="0" destOrd="0" parTransId="{240BD9EC-A8C3-4DA9-B84D-DA9F9CD774B2}" sibTransId="{F10848D6-4EB1-40E3-8359-12B4A6D54020}"/>
    <dgm:cxn modelId="{09CD827E-B2F2-45E9-B7D7-3D9EDE2B1D63}" type="presOf" srcId="{9DB96F2C-6D76-4680-9B47-B736E78355AB}" destId="{D4C9D6C7-D6B3-48AF-97B1-C7304A51AF96}" srcOrd="0" destOrd="0" presId="urn:microsoft.com/office/officeart/2018/5/layout/IconLeafLabelList"/>
    <dgm:cxn modelId="{CF886E8D-97C0-4B86-9557-64C21EECDD0D}" srcId="{9DB96F2C-6D76-4680-9B47-B736E78355AB}" destId="{8B1F99F2-30B8-43D0-841C-E62AA8D4934E}" srcOrd="1" destOrd="0" parTransId="{C1EF2877-5A70-476B-A959-E6D241CD247A}" sibTransId="{26B03D8D-D325-4FF1-8429-3F39EF7E478F}"/>
    <dgm:cxn modelId="{644791B3-7ED0-46DB-84A5-77892D40853D}" type="presOf" srcId="{8B1F99F2-30B8-43D0-841C-E62AA8D4934E}" destId="{019394A2-EB21-4DDE-99AC-4DA6827E8F5C}" srcOrd="0" destOrd="0" presId="urn:microsoft.com/office/officeart/2018/5/layout/IconLeafLabelList"/>
    <dgm:cxn modelId="{4AAA28DF-90F3-4F19-9E88-B330A97A2698}" type="presOf" srcId="{BD81DCB8-9AF0-4738-A007-1335CE1DE629}" destId="{12694713-19C0-465D-AA11-6A0993727E26}" srcOrd="0" destOrd="0" presId="urn:microsoft.com/office/officeart/2018/5/layout/IconLeafLabelList"/>
    <dgm:cxn modelId="{BD7E6C42-120E-44A7-9839-B8A6AD2AE323}" type="presParOf" srcId="{D4C9D6C7-D6B3-48AF-97B1-C7304A51AF96}" destId="{4A9D8238-60AD-473E-BFEE-50DADFF2AABF}" srcOrd="0" destOrd="0" presId="urn:microsoft.com/office/officeart/2018/5/layout/IconLeafLabelList"/>
    <dgm:cxn modelId="{3B83CA97-00B9-4654-ABF4-08716D53C932}" type="presParOf" srcId="{4A9D8238-60AD-473E-BFEE-50DADFF2AABF}" destId="{595C8C76-19DD-4F35-8E1E-1A0058BD4659}" srcOrd="0" destOrd="0" presId="urn:microsoft.com/office/officeart/2018/5/layout/IconLeafLabelList"/>
    <dgm:cxn modelId="{63A0473E-70B5-42FE-9CF6-9E95916C71C8}" type="presParOf" srcId="{4A9D8238-60AD-473E-BFEE-50DADFF2AABF}" destId="{D9EA4241-0411-4D2F-A234-F2141DB34D27}" srcOrd="1" destOrd="0" presId="urn:microsoft.com/office/officeart/2018/5/layout/IconLeafLabelList"/>
    <dgm:cxn modelId="{04362B9A-DF66-4A68-AD0F-68C6FA265AA3}" type="presParOf" srcId="{4A9D8238-60AD-473E-BFEE-50DADFF2AABF}" destId="{B7E87CF0-8FEB-44B3-8C9D-5A9D140CB13E}" srcOrd="2" destOrd="0" presId="urn:microsoft.com/office/officeart/2018/5/layout/IconLeafLabelList"/>
    <dgm:cxn modelId="{D3108F9A-3736-4E52-91E7-E04076BBD08D}" type="presParOf" srcId="{4A9D8238-60AD-473E-BFEE-50DADFF2AABF}" destId="{12694713-19C0-465D-AA11-6A0993727E26}" srcOrd="3" destOrd="0" presId="urn:microsoft.com/office/officeart/2018/5/layout/IconLeafLabelList"/>
    <dgm:cxn modelId="{6A7ED7FB-80C3-45B0-9BE5-E4DCA49A9FDE}" type="presParOf" srcId="{D4C9D6C7-D6B3-48AF-97B1-C7304A51AF96}" destId="{C540C6C2-B602-484D-86E8-1B7795F4DA09}" srcOrd="1" destOrd="0" presId="urn:microsoft.com/office/officeart/2018/5/layout/IconLeafLabelList"/>
    <dgm:cxn modelId="{1BC27543-8CD7-429F-AD5E-A6E98A55B526}" type="presParOf" srcId="{D4C9D6C7-D6B3-48AF-97B1-C7304A51AF96}" destId="{387B279C-6344-4A98-9979-8C8593CB9BBF}" srcOrd="2" destOrd="0" presId="urn:microsoft.com/office/officeart/2018/5/layout/IconLeafLabelList"/>
    <dgm:cxn modelId="{3FE26078-773A-42BB-8BD2-2A36FCC96DE4}" type="presParOf" srcId="{387B279C-6344-4A98-9979-8C8593CB9BBF}" destId="{9F352ED8-EB5F-4677-8A54-C8D5B6ECC1C1}" srcOrd="0" destOrd="0" presId="urn:microsoft.com/office/officeart/2018/5/layout/IconLeafLabelList"/>
    <dgm:cxn modelId="{B6846261-924B-468A-965E-E2D38330A1A2}" type="presParOf" srcId="{387B279C-6344-4A98-9979-8C8593CB9BBF}" destId="{8DF85412-BEAF-4EDE-BF23-90BA40767FB4}" srcOrd="1" destOrd="0" presId="urn:microsoft.com/office/officeart/2018/5/layout/IconLeafLabelList"/>
    <dgm:cxn modelId="{77E5F52B-59C9-43B7-AC37-9CFF2EE4A2F2}" type="presParOf" srcId="{387B279C-6344-4A98-9979-8C8593CB9BBF}" destId="{DC96193B-088E-43DE-B0F8-644DA993257F}" srcOrd="2" destOrd="0" presId="urn:microsoft.com/office/officeart/2018/5/layout/IconLeafLabelList"/>
    <dgm:cxn modelId="{6B4303C8-7480-4E05-BAA4-1D0D5F295D5C}" type="presParOf" srcId="{387B279C-6344-4A98-9979-8C8593CB9BBF}" destId="{019394A2-EB21-4DDE-99AC-4DA6827E8F5C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5C8C76-19DD-4F35-8E1E-1A0058BD4659}">
      <dsp:nvSpPr>
        <dsp:cNvPr id="0" name=""/>
        <dsp:cNvSpPr/>
      </dsp:nvSpPr>
      <dsp:spPr>
        <a:xfrm>
          <a:off x="2044800" y="308168"/>
          <a:ext cx="2196000" cy="2196000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9EA4241-0411-4D2F-A234-F2141DB34D27}">
      <dsp:nvSpPr>
        <dsp:cNvPr id="0" name=""/>
        <dsp:cNvSpPr/>
      </dsp:nvSpPr>
      <dsp:spPr>
        <a:xfrm>
          <a:off x="2512800" y="776169"/>
          <a:ext cx="1260000" cy="126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694713-19C0-465D-AA11-6A0993727E26}">
      <dsp:nvSpPr>
        <dsp:cNvPr id="0" name=""/>
        <dsp:cNvSpPr/>
      </dsp:nvSpPr>
      <dsp:spPr>
        <a:xfrm>
          <a:off x="1342800" y="3188169"/>
          <a:ext cx="3600000" cy="85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AU" sz="1100" kern="1200" dirty="0">
              <a:solidFill>
                <a:schemeClr val="tx1"/>
              </a:solidFill>
              <a:latin typeface="Aptos" panose="02110004020202020204"/>
              <a:ea typeface="+mn-ea"/>
              <a:cs typeface="+mn-cs"/>
            </a:rPr>
            <a:t>Files and Sources: </a:t>
          </a:r>
          <a:r>
            <a:rPr lang="en-AU" sz="1100" kern="1200" dirty="0">
              <a:solidFill>
                <a:schemeClr val="tx1"/>
              </a:solidFill>
              <a:hlinkClick xmlns:r="http://schemas.openxmlformats.org/officeDocument/2006/relationships"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Main-Stuff/DA Bootcamp 2026 </a:t>
          </a:r>
          <a:r>
            <a:rPr lang="en-AU" sz="1100" kern="1200" dirty="0" err="1">
              <a:solidFill>
                <a:schemeClr val="tx1"/>
              </a:solidFill>
              <a:hlinkClick xmlns:r="http://schemas.openxmlformats.org/officeDocument/2006/relationships"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Emergi</a:t>
          </a:r>
          <a:r>
            <a:rPr lang="en-AU" sz="1100" kern="1200" dirty="0">
              <a:solidFill>
                <a:schemeClr val="tx1"/>
              </a:solidFill>
              <a:hlinkClick xmlns:r="http://schemas.openxmlformats.org/officeDocument/2006/relationships"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 Mentors/Week 2 SQL Mastery/Module 3 Intermediate SQL for Analytics Professionals/</a:t>
          </a:r>
          <a:r>
            <a:rPr lang="en-AU" sz="1100" kern="1200" dirty="0" err="1">
              <a:solidFill>
                <a:schemeClr val="tx1"/>
              </a:solidFill>
              <a:hlinkClick xmlns:r="http://schemas.openxmlformats.org/officeDocument/2006/relationships"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Qantas_Frequent_Flyer_Analysis</a:t>
          </a:r>
          <a:r>
            <a:rPr lang="en-AU" sz="1100" kern="1200" dirty="0">
              <a:solidFill>
                <a:schemeClr val="tx1"/>
              </a:solidFill>
              <a:hlinkClick xmlns:r="http://schemas.openxmlformats.org/officeDocument/2006/relationships"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 at main · Mikele02171/Main-Stuff</a:t>
          </a:r>
          <a:r>
            <a:rPr lang="en-AU" sz="1100" kern="1200" dirty="0">
              <a:solidFill>
                <a:schemeClr val="tx1"/>
              </a:solidFill>
              <a:latin typeface="Aptos" panose="02110004020202020204"/>
              <a:ea typeface="+mn-ea"/>
              <a:cs typeface="+mn-cs"/>
            </a:rPr>
            <a:t>  </a:t>
          </a:r>
          <a:endParaRPr lang="en-US" sz="1100" kern="1200" dirty="0">
            <a:solidFill>
              <a:schemeClr val="tx1"/>
            </a:solidFill>
            <a:latin typeface="Aptos" panose="02110004020202020204"/>
            <a:ea typeface="+mn-ea"/>
            <a:cs typeface="+mn-cs"/>
          </a:endParaRPr>
        </a:p>
      </dsp:txBody>
      <dsp:txXfrm>
        <a:off x="1342800" y="3188169"/>
        <a:ext cx="3600000" cy="855000"/>
      </dsp:txXfrm>
    </dsp:sp>
    <dsp:sp modelId="{9F352ED8-EB5F-4677-8A54-C8D5B6ECC1C1}">
      <dsp:nvSpPr>
        <dsp:cNvPr id="0" name=""/>
        <dsp:cNvSpPr/>
      </dsp:nvSpPr>
      <dsp:spPr>
        <a:xfrm>
          <a:off x="6274800" y="308168"/>
          <a:ext cx="2196000" cy="2196000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F85412-BEAF-4EDE-BF23-90BA40767FB4}">
      <dsp:nvSpPr>
        <dsp:cNvPr id="0" name=""/>
        <dsp:cNvSpPr/>
      </dsp:nvSpPr>
      <dsp:spPr>
        <a:xfrm>
          <a:off x="6742800" y="776169"/>
          <a:ext cx="1260000" cy="126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9394A2-EB21-4DDE-99AC-4DA6827E8F5C}">
      <dsp:nvSpPr>
        <dsp:cNvPr id="0" name=""/>
        <dsp:cNvSpPr/>
      </dsp:nvSpPr>
      <dsp:spPr>
        <a:xfrm>
          <a:off x="5572800" y="3188169"/>
          <a:ext cx="3600000" cy="85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AU" sz="1100" kern="1200">
              <a:latin typeface="Aptos" panose="02110004020202020204"/>
              <a:ea typeface="+mn-ea"/>
              <a:cs typeface="+mn-cs"/>
            </a:rPr>
            <a:t>Microsoft SQL Server Express (2022 or (2025 preferred))</a:t>
          </a:r>
          <a:endParaRPr lang="en-US" sz="1100" kern="1200">
            <a:latin typeface="Aptos" panose="02110004020202020204"/>
            <a:ea typeface="+mn-ea"/>
            <a:cs typeface="+mn-cs"/>
          </a:endParaRPr>
        </a:p>
      </dsp:txBody>
      <dsp:txXfrm>
        <a:off x="5572800" y="3188169"/>
        <a:ext cx="3600000" cy="855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8750C-4D8A-2296-5251-7B9D136BF4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0D79A5-C32A-5E4D-054F-A6AC41743B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FA986C-5767-E2FF-C3CA-D0359A1F8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04721-0ECF-4191-87E3-FEA8883992AD}" type="datetimeFigureOut">
              <a:rPr lang="en-AU" smtClean="0"/>
              <a:t>18/03/2026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293518-44EC-3A6B-021A-8DC97DDE9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C4C19C-886E-7FC4-CD90-E0D66E39E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9AA1D-D324-475A-BEAB-FD43E999C0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009187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91755-FBCC-94CC-8B03-DAFBFA96D4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AB86DE-5677-6195-606E-B1C56ADC65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0C3AC2-E98A-C591-74EC-0DE4CF514E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04721-0ECF-4191-87E3-FEA8883992AD}" type="datetimeFigureOut">
              <a:rPr lang="en-AU" smtClean="0"/>
              <a:t>18/03/2026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6EFF80-3CA8-8119-2AA9-C6A18146F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771CC1-ED88-FD43-BB25-32BA69FAA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9AA1D-D324-475A-BEAB-FD43E999C0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664710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07D56-96C5-CEE0-02AD-745A9F8D3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41003B-498B-343E-3CB0-70043562A0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2E69B1-C43D-F8DE-C900-85150B270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04721-0ECF-4191-87E3-FEA8883992AD}" type="datetimeFigureOut">
              <a:rPr lang="en-AU" smtClean="0"/>
              <a:t>18/03/2026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EE672E-5EB0-507E-BB89-9200CE2E9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993683-6C69-7220-74E0-3E42335ED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9AA1D-D324-475A-BEAB-FD43E999C0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658706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1835C-FCA8-C8D0-6F2E-7691678E9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40028A-E087-D952-B721-31FDF3F66D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34E572-6DDA-181F-5359-D0CE2F87AA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8019E5-5EAB-7A07-A232-8FF4ACAA7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04721-0ECF-4191-87E3-FEA8883992AD}" type="datetimeFigureOut">
              <a:rPr lang="en-AU" smtClean="0"/>
              <a:t>18/03/2026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56F8E7-7323-1DB6-9E08-F5FDD2232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DB0971-9BDF-4025-60D8-1816215ED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9AA1D-D324-475A-BEAB-FD43E999C0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152799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A2D00-4195-3C07-9695-F8B9D2B1F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D5670E-AEA8-EFF1-C627-D6B49875FA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C6C7E-281E-E5D5-2813-C4FCE1E872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518558-B8DC-04BC-D1BE-BDBD45DD41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786E4A-C8F3-40AF-1442-90B71BFD73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0DD8F7C-78D6-147D-B9A0-33DD94889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04721-0ECF-4191-87E3-FEA8883992AD}" type="datetimeFigureOut">
              <a:rPr lang="en-AU" smtClean="0"/>
              <a:t>18/03/2026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F1CB3B-E52F-EBFC-AF11-B0662C873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941D73-1515-420B-2721-88C3D95BE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9AA1D-D324-475A-BEAB-FD43E999C0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512225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04E5A-15F8-6526-B5E1-2C7694EA1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F04D30-8C87-F46E-C47E-D80EAE2E0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04721-0ECF-4191-87E3-FEA8883992AD}" type="datetimeFigureOut">
              <a:rPr lang="en-AU" smtClean="0"/>
              <a:t>18/03/2026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710DA0-51A5-C467-BE3B-C0D59ADDD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E2695C-DDCE-BE95-160B-C8197D1E6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9AA1D-D324-475A-BEAB-FD43E999C0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721975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5BA1EE-EFA8-8D09-AAC8-920DC85C2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04721-0ECF-4191-87E3-FEA8883992AD}" type="datetimeFigureOut">
              <a:rPr lang="en-AU" smtClean="0"/>
              <a:t>18/03/2026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245E17-73B5-F7FB-A6FF-B15FFCE19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9AAD51-867D-0C02-EFEB-B4EC63000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9AA1D-D324-475A-BEAB-FD43E999C0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622544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ABDB3-ECB2-2248-DE79-3ED74EB18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AEB2F8-611C-6916-4725-FB9ABBA979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701DA1-69D3-9E9C-ED65-6144D204B7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3AB4F5-1566-54E5-BF5F-4B00597E1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04721-0ECF-4191-87E3-FEA8883992AD}" type="datetimeFigureOut">
              <a:rPr lang="en-AU" smtClean="0"/>
              <a:t>18/03/2026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1DC1F7-FEF2-9D4D-F1D6-0EDE26F718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B2A73E-8339-FA6B-E8FE-E10F0FD7A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9AA1D-D324-475A-BEAB-FD43E999C0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727785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D65D6-BB18-AE49-1828-9FE0A9EA7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BC7CE8-CDD3-B995-5861-1F58E0FD45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5BF0E1-2D35-2A88-2256-2D557123D6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9899C3-D6C0-B2D2-C01F-B18C750A29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04721-0ECF-4191-87E3-FEA8883992AD}" type="datetimeFigureOut">
              <a:rPr lang="en-AU" smtClean="0"/>
              <a:t>18/03/2026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871362-B7CE-A1DE-AAC9-A17DC9399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4EB907-44CE-CAB1-1E68-9B3A61514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9AA1D-D324-475A-BEAB-FD43E999C0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189660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C279E-2BE4-CD3D-BD3C-42A87CC55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64A3CD-0985-FE35-5FB1-F42ACC8658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A1813-B607-3281-277F-58C9AAA3B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04721-0ECF-4191-87E3-FEA8883992AD}" type="datetimeFigureOut">
              <a:rPr lang="en-AU" smtClean="0"/>
              <a:t>18/03/2026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198F2-5541-01A3-F80B-594DA2B29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014A82-ADB1-2689-0919-F4F843726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9AA1D-D324-475A-BEAB-FD43E999C0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337616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CA64A54-EC90-89FD-27EF-60A55AC22E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1375BF-CE21-B9F2-BF5D-7CE36F46E7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95B21E-F2D2-1E98-7603-D7707B7513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04721-0ECF-4191-87E3-FEA8883992AD}" type="datetimeFigureOut">
              <a:rPr lang="en-AU" smtClean="0"/>
              <a:t>18/03/2026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684C12-2E8B-695D-BBBA-DDA09BDB7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138D51-2BD1-ED4F-137A-2A492DA83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9AA1D-D324-475A-BEAB-FD43E999C0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89043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68F3D9-C0B6-2CA7-2A2F-17897F803C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60BD23-E6FC-E1F7-EAD1-B995587AC1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3019FB-83A8-7675-577A-680E8DE95A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804721-0ECF-4191-87E3-FEA8883992AD}" type="datetimeFigureOut">
              <a:rPr lang="en-AU" smtClean="0"/>
              <a:t>18/03/2026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BE26AA-823E-DCB9-AEED-5455988F2C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E6B30F-9698-FCAD-7D2C-BF42BCAD1B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49AA1D-D324-475A-BEAB-FD43E999C0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386756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F47C45-7A56-E6D1-7B69-72015B86E24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63"/>
          <a:stretch>
            <a:fillRect/>
          </a:stretch>
        </p:blipFill>
        <p:spPr>
          <a:xfrm>
            <a:off x="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D613548-8D97-2D0E-8602-DB9EBDAED2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357281"/>
            <a:ext cx="9144000" cy="2900518"/>
          </a:xfrm>
        </p:spPr>
        <p:txBody>
          <a:bodyPr>
            <a:normAutofit/>
          </a:bodyPr>
          <a:lstStyle/>
          <a:p>
            <a:r>
              <a:rPr lang="en-AU" dirty="0">
                <a:solidFill>
                  <a:srgbClr val="FFFFFF"/>
                </a:solidFill>
              </a:rPr>
              <a:t>Qantas Airlines SQL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7F0800-AC4B-7DB9-E982-05F4595E66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210407"/>
            <a:ext cx="9144000" cy="1098395"/>
          </a:xfrm>
        </p:spPr>
        <p:txBody>
          <a:bodyPr>
            <a:normAutofit/>
          </a:bodyPr>
          <a:lstStyle/>
          <a:p>
            <a:r>
              <a:rPr lang="en-AU" dirty="0">
                <a:solidFill>
                  <a:srgbClr val="FFFFFF"/>
                </a:solidFill>
              </a:rPr>
              <a:t>Michael Le </a:t>
            </a:r>
          </a:p>
        </p:txBody>
      </p:sp>
    </p:spTree>
    <p:extLst>
      <p:ext uri="{BB962C8B-B14F-4D97-AF65-F5344CB8AC3E}">
        <p14:creationId xmlns:p14="http://schemas.microsoft.com/office/powerpoint/2010/main" val="38117294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C349983-CD05-C731-A164-433F78CDE200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88" r="3056" b="-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3E573DE-543A-8FD1-3B49-0F0136627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AU" dirty="0"/>
              <a:t>Requirements 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2AE82F7-6503-A0A1-14B2-100D3B33EE0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64250804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0982608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CC7D015-0DD8-420F-A568-AC4FEDC41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C595556-C814-4F1F-B0E5-71812F38A8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Aircraft wing above clouds">
            <a:extLst>
              <a:ext uri="{FF2B5EF4-FFF2-40B4-BE49-F238E27FC236}">
                <a16:creationId xmlns:a16="http://schemas.microsoft.com/office/drawing/2014/main" id="{39A1C19D-62CF-6DB0-008E-ACAEB92B9C8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t="13595" b="2135"/>
          <a:stretch>
            <a:fillRect/>
          </a:stretch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4CD7E7F-2863-F8F6-6E8B-D9105067D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9"/>
            <a:ext cx="4155825" cy="5571898"/>
          </a:xfrm>
        </p:spPr>
        <p:txBody>
          <a:bodyPr>
            <a:normAutofit/>
          </a:bodyPr>
          <a:lstStyle/>
          <a:p>
            <a:r>
              <a:rPr lang="en-AU">
                <a:solidFill>
                  <a:srgbClr val="FFFFFF"/>
                </a:solidFill>
              </a:rPr>
              <a:t>Content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019DAA-B7D8-D5AE-69EE-1C56006DC6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6552" y="557189"/>
            <a:ext cx="6167246" cy="5571898"/>
          </a:xfrm>
        </p:spPr>
        <p:txBody>
          <a:bodyPr anchor="ctr">
            <a:normAutofit/>
          </a:bodyPr>
          <a:lstStyle/>
          <a:p>
            <a:r>
              <a:rPr lang="en-AU" sz="1700" dirty="0">
                <a:solidFill>
                  <a:srgbClr val="FFFFFF"/>
                </a:solidFill>
              </a:rPr>
              <a:t>Create Database for Qantas </a:t>
            </a:r>
          </a:p>
          <a:p>
            <a:r>
              <a:rPr lang="en-AU" sz="1700" dirty="0">
                <a:solidFill>
                  <a:srgbClr val="FFFFFF"/>
                </a:solidFill>
              </a:rPr>
              <a:t>DDL: Create members, flights </a:t>
            </a:r>
          </a:p>
          <a:p>
            <a:r>
              <a:rPr lang="en-AU" sz="1700" dirty="0">
                <a:solidFill>
                  <a:srgbClr val="FFFFFF"/>
                </a:solidFill>
              </a:rPr>
              <a:t>DML: Insert values into members, flights</a:t>
            </a:r>
          </a:p>
          <a:p>
            <a:r>
              <a:rPr lang="en-AU" sz="1700" dirty="0">
                <a:solidFill>
                  <a:srgbClr val="FFFFFF"/>
                </a:solidFill>
              </a:rPr>
              <a:t>DQL: Validation</a:t>
            </a:r>
          </a:p>
          <a:p>
            <a:r>
              <a:rPr lang="en-AU" sz="1700" dirty="0">
                <a:solidFill>
                  <a:srgbClr val="FFFFFF"/>
                </a:solidFill>
              </a:rPr>
              <a:t>DQL: Member flight Summary using Subquery</a:t>
            </a:r>
          </a:p>
          <a:p>
            <a:r>
              <a:rPr lang="en-AU" sz="1700" dirty="0">
                <a:solidFill>
                  <a:srgbClr val="FFFFFF"/>
                </a:solidFill>
              </a:rPr>
              <a:t>DQL: Member flight Summary using CTE</a:t>
            </a:r>
          </a:p>
          <a:p>
            <a:r>
              <a:rPr lang="en-AU" sz="1700" dirty="0">
                <a:solidFill>
                  <a:srgbClr val="FFFFFF"/>
                </a:solidFill>
              </a:rPr>
              <a:t>DQL: Combine Status credits, eligible flights and last flight date per member</a:t>
            </a:r>
          </a:p>
          <a:p>
            <a:r>
              <a:rPr lang="en-AU" sz="1700" dirty="0">
                <a:solidFill>
                  <a:srgbClr val="FFFFFF"/>
                </a:solidFill>
              </a:rPr>
              <a:t>DQL: Calculate total SC per member, tier earned, mismatches and upgrade opportunities </a:t>
            </a:r>
          </a:p>
          <a:p>
            <a:r>
              <a:rPr lang="en-AU" sz="1700" dirty="0">
                <a:solidFill>
                  <a:srgbClr val="FFFFFF"/>
                </a:solidFill>
              </a:rPr>
              <a:t>DQL: Tier close Campaign</a:t>
            </a:r>
          </a:p>
          <a:p>
            <a:r>
              <a:rPr lang="en-AU" sz="1700" dirty="0">
                <a:solidFill>
                  <a:srgbClr val="FFFFFF"/>
                </a:solidFill>
              </a:rPr>
              <a:t>DQL: Member Flight Summary with 3+ flights</a:t>
            </a:r>
          </a:p>
          <a:p>
            <a:r>
              <a:rPr lang="en-AU" sz="1700" dirty="0">
                <a:solidFill>
                  <a:srgbClr val="FFFFFF"/>
                </a:solidFill>
              </a:rPr>
              <a:t>DQL: Premium vs. Economy </a:t>
            </a:r>
          </a:p>
          <a:p>
            <a:r>
              <a:rPr lang="en-AU" sz="1700" dirty="0">
                <a:solidFill>
                  <a:srgbClr val="FFFFFF"/>
                </a:solidFill>
              </a:rPr>
              <a:t>DQL: CTE Chain – Route Popularity </a:t>
            </a:r>
          </a:p>
          <a:p>
            <a:r>
              <a:rPr lang="en-AU" sz="1700" dirty="0">
                <a:solidFill>
                  <a:srgbClr val="FFFFFF"/>
                </a:solidFill>
              </a:rPr>
              <a:t>DQL: Tier Upgrade Candidates </a:t>
            </a:r>
          </a:p>
          <a:p>
            <a:r>
              <a:rPr lang="en-AU" sz="1700" dirty="0">
                <a:solidFill>
                  <a:srgbClr val="FFFFFF"/>
                </a:solidFill>
              </a:rPr>
              <a:t>DQL: Inactive High-Value Members </a:t>
            </a:r>
          </a:p>
        </p:txBody>
      </p:sp>
    </p:spTree>
    <p:extLst>
      <p:ext uri="{BB962C8B-B14F-4D97-AF65-F5344CB8AC3E}">
        <p14:creationId xmlns:p14="http://schemas.microsoft.com/office/powerpoint/2010/main" val="27680946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37B2035-1FCB-439A-B421-095E136C7E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76D6CDF-C512-4739-B158-55EE955EFA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503" y="-1"/>
            <a:ext cx="12192000" cy="6857999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8C4D92-1610-0D3A-0D32-7052C9EE4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3" y="670559"/>
            <a:ext cx="4683321" cy="2148841"/>
          </a:xfrm>
        </p:spPr>
        <p:txBody>
          <a:bodyPr anchor="t">
            <a:normAutofit/>
          </a:bodyPr>
          <a:lstStyle/>
          <a:p>
            <a:r>
              <a:rPr lang="en-AU" dirty="0"/>
              <a:t>Create Database for Qantas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BC8FAB-C5BB-E19D-A0C5-8B6D822549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36" b="147"/>
          <a:stretch>
            <a:fillRect/>
          </a:stretch>
        </p:blipFill>
        <p:spPr>
          <a:xfrm>
            <a:off x="1" y="3105151"/>
            <a:ext cx="6448424" cy="3752849"/>
          </a:xfrm>
          <a:custGeom>
            <a:avLst/>
            <a:gdLst/>
            <a:ahLst/>
            <a:cxnLst/>
            <a:rect l="l" t="t" r="r" b="b"/>
            <a:pathLst>
              <a:path w="6448424" h="3752849">
                <a:moveTo>
                  <a:pt x="0" y="0"/>
                </a:moveTo>
                <a:lnTo>
                  <a:pt x="137978" y="22215"/>
                </a:lnTo>
                <a:cubicBezTo>
                  <a:pt x="196046" y="32277"/>
                  <a:pt x="252469" y="42437"/>
                  <a:pt x="295660" y="49771"/>
                </a:cubicBezTo>
                <a:cubicBezTo>
                  <a:pt x="364885" y="66610"/>
                  <a:pt x="403214" y="32071"/>
                  <a:pt x="456941" y="65635"/>
                </a:cubicBezTo>
                <a:cubicBezTo>
                  <a:pt x="529612" y="69090"/>
                  <a:pt x="662508" y="71245"/>
                  <a:pt x="731691" y="70501"/>
                </a:cubicBezTo>
                <a:cubicBezTo>
                  <a:pt x="768741" y="62400"/>
                  <a:pt x="808263" y="64633"/>
                  <a:pt x="841820" y="61171"/>
                </a:cubicBezTo>
                <a:cubicBezTo>
                  <a:pt x="958973" y="43639"/>
                  <a:pt x="1009730" y="45863"/>
                  <a:pt x="1068219" y="39136"/>
                </a:cubicBezTo>
                <a:cubicBezTo>
                  <a:pt x="1104329" y="33447"/>
                  <a:pt x="1156536" y="44203"/>
                  <a:pt x="1174190" y="38808"/>
                </a:cubicBezTo>
                <a:cubicBezTo>
                  <a:pt x="1188943" y="36385"/>
                  <a:pt x="1213832" y="14880"/>
                  <a:pt x="1225923" y="34507"/>
                </a:cubicBezTo>
                <a:cubicBezTo>
                  <a:pt x="1305283" y="8501"/>
                  <a:pt x="1319617" y="30839"/>
                  <a:pt x="1385617" y="18003"/>
                </a:cubicBezTo>
                <a:cubicBezTo>
                  <a:pt x="1461876" y="-26747"/>
                  <a:pt x="1519510" y="56342"/>
                  <a:pt x="1563967" y="4638"/>
                </a:cubicBezTo>
                <a:lnTo>
                  <a:pt x="1676634" y="10582"/>
                </a:lnTo>
                <a:lnTo>
                  <a:pt x="1769429" y="20265"/>
                </a:lnTo>
                <a:cubicBezTo>
                  <a:pt x="1790625" y="23534"/>
                  <a:pt x="1880369" y="18448"/>
                  <a:pt x="1900584" y="27732"/>
                </a:cubicBezTo>
                <a:cubicBezTo>
                  <a:pt x="2072430" y="22762"/>
                  <a:pt x="2014935" y="5831"/>
                  <a:pt x="2127041" y="22101"/>
                </a:cubicBezTo>
                <a:cubicBezTo>
                  <a:pt x="2168847" y="65820"/>
                  <a:pt x="2153052" y="28773"/>
                  <a:pt x="2211644" y="44507"/>
                </a:cubicBezTo>
                <a:cubicBezTo>
                  <a:pt x="2211201" y="9921"/>
                  <a:pt x="2277596" y="73686"/>
                  <a:pt x="2299605" y="38004"/>
                </a:cubicBezTo>
                <a:cubicBezTo>
                  <a:pt x="2309570" y="41997"/>
                  <a:pt x="2318531" y="46991"/>
                  <a:pt x="2327359" y="52270"/>
                </a:cubicBezTo>
                <a:lnTo>
                  <a:pt x="2331995" y="55017"/>
                </a:lnTo>
                <a:lnTo>
                  <a:pt x="2353777" y="59755"/>
                </a:lnTo>
                <a:lnTo>
                  <a:pt x="2355893" y="68914"/>
                </a:lnTo>
                <a:lnTo>
                  <a:pt x="2385794" y="81650"/>
                </a:lnTo>
                <a:cubicBezTo>
                  <a:pt x="2397613" y="85211"/>
                  <a:pt x="2411061" y="87627"/>
                  <a:pt x="2427010" y="88184"/>
                </a:cubicBezTo>
                <a:cubicBezTo>
                  <a:pt x="2486314" y="76422"/>
                  <a:pt x="2553170" y="126870"/>
                  <a:pt x="2627153" y="110451"/>
                </a:cubicBezTo>
                <a:cubicBezTo>
                  <a:pt x="2653722" y="107383"/>
                  <a:pt x="2732043" y="116068"/>
                  <a:pt x="2744462" y="128780"/>
                </a:cubicBezTo>
                <a:cubicBezTo>
                  <a:pt x="2760299" y="132873"/>
                  <a:pt x="2780248" y="130843"/>
                  <a:pt x="2785202" y="143610"/>
                </a:cubicBezTo>
                <a:cubicBezTo>
                  <a:pt x="2794558" y="159316"/>
                  <a:pt x="2856498" y="142821"/>
                  <a:pt x="2844667" y="159029"/>
                </a:cubicBezTo>
                <a:cubicBezTo>
                  <a:pt x="2888530" y="147871"/>
                  <a:pt x="2914187" y="181391"/>
                  <a:pt x="2946649" y="192330"/>
                </a:cubicBezTo>
                <a:cubicBezTo>
                  <a:pt x="2981872" y="180417"/>
                  <a:pt x="3015239" y="215115"/>
                  <a:pt x="3088812" y="226485"/>
                </a:cubicBezTo>
                <a:cubicBezTo>
                  <a:pt x="3127734" y="212524"/>
                  <a:pt x="3138301" y="234381"/>
                  <a:pt x="3208669" y="217774"/>
                </a:cubicBezTo>
                <a:cubicBezTo>
                  <a:pt x="3242208" y="219284"/>
                  <a:pt x="3229623" y="233297"/>
                  <a:pt x="3290045" y="235553"/>
                </a:cubicBezTo>
                <a:cubicBezTo>
                  <a:pt x="3399655" y="215239"/>
                  <a:pt x="3444518" y="245862"/>
                  <a:pt x="3529335" y="249571"/>
                </a:cubicBezTo>
                <a:cubicBezTo>
                  <a:pt x="3623697" y="257405"/>
                  <a:pt x="3587652" y="268832"/>
                  <a:pt x="3716766" y="252690"/>
                </a:cubicBezTo>
                <a:cubicBezTo>
                  <a:pt x="3723469" y="267318"/>
                  <a:pt x="3737863" y="269842"/>
                  <a:pt x="3765333" y="266823"/>
                </a:cubicBezTo>
                <a:cubicBezTo>
                  <a:pt x="3810754" y="271601"/>
                  <a:pt x="3792745" y="303866"/>
                  <a:pt x="3846897" y="290090"/>
                </a:cubicBezTo>
                <a:cubicBezTo>
                  <a:pt x="3830941" y="306608"/>
                  <a:pt x="3929114" y="308026"/>
                  <a:pt x="3900217" y="323590"/>
                </a:cubicBezTo>
                <a:cubicBezTo>
                  <a:pt x="3922367" y="343425"/>
                  <a:pt x="3948574" y="318948"/>
                  <a:pt x="3971444" y="336662"/>
                </a:cubicBezTo>
                <a:cubicBezTo>
                  <a:pt x="4002781" y="344193"/>
                  <a:pt x="3960997" y="315419"/>
                  <a:pt x="3997868" y="318867"/>
                </a:cubicBezTo>
                <a:cubicBezTo>
                  <a:pt x="4041159" y="326219"/>
                  <a:pt x="4055435" y="293981"/>
                  <a:pt x="4070852" y="339615"/>
                </a:cubicBezTo>
                <a:cubicBezTo>
                  <a:pt x="4121286" y="335828"/>
                  <a:pt x="4121920" y="355506"/>
                  <a:pt x="4180483" y="373369"/>
                </a:cubicBezTo>
                <a:cubicBezTo>
                  <a:pt x="4211379" y="366707"/>
                  <a:pt x="4230171" y="374664"/>
                  <a:pt x="4246264" y="387458"/>
                </a:cubicBezTo>
                <a:cubicBezTo>
                  <a:pt x="4308508" y="393310"/>
                  <a:pt x="4357326" y="416142"/>
                  <a:pt x="4423169" y="431783"/>
                </a:cubicBezTo>
                <a:lnTo>
                  <a:pt x="4446752" y="435383"/>
                </a:lnTo>
                <a:lnTo>
                  <a:pt x="4446954" y="435566"/>
                </a:lnTo>
                <a:cubicBezTo>
                  <a:pt x="4508528" y="480137"/>
                  <a:pt x="4617740" y="529869"/>
                  <a:pt x="4662523" y="553169"/>
                </a:cubicBezTo>
                <a:cubicBezTo>
                  <a:pt x="4720320" y="547046"/>
                  <a:pt x="4678644" y="560102"/>
                  <a:pt x="4715641" y="575354"/>
                </a:cubicBezTo>
                <a:cubicBezTo>
                  <a:pt x="4682056" y="593278"/>
                  <a:pt x="4768370" y="586520"/>
                  <a:pt x="4742071" y="614016"/>
                </a:cubicBezTo>
                <a:cubicBezTo>
                  <a:pt x="4749637" y="615922"/>
                  <a:pt x="4757797" y="616899"/>
                  <a:pt x="4766183" y="617675"/>
                </a:cubicBezTo>
                <a:lnTo>
                  <a:pt x="4770562" y="618094"/>
                </a:lnTo>
                <a:lnTo>
                  <a:pt x="4783240" y="624350"/>
                </a:lnTo>
                <a:lnTo>
                  <a:pt x="4792882" y="620401"/>
                </a:lnTo>
                <a:lnTo>
                  <a:pt x="4816310" y="625721"/>
                </a:lnTo>
                <a:cubicBezTo>
                  <a:pt x="4824144" y="628595"/>
                  <a:pt x="4831482" y="632720"/>
                  <a:pt x="4837953" y="638824"/>
                </a:cubicBezTo>
                <a:cubicBezTo>
                  <a:pt x="4848645" y="668753"/>
                  <a:pt x="4922266" y="669148"/>
                  <a:pt x="4933914" y="707398"/>
                </a:cubicBezTo>
                <a:cubicBezTo>
                  <a:pt x="4940833" y="719653"/>
                  <a:pt x="4978358" y="746502"/>
                  <a:pt x="4995259" y="744825"/>
                </a:cubicBezTo>
                <a:cubicBezTo>
                  <a:pt x="5005107" y="749034"/>
                  <a:pt x="5010567" y="758092"/>
                  <a:pt x="5024744" y="753396"/>
                </a:cubicBezTo>
                <a:cubicBezTo>
                  <a:pt x="5047511" y="761361"/>
                  <a:pt x="5109162" y="783016"/>
                  <a:pt x="5131877" y="792613"/>
                </a:cubicBezTo>
                <a:cubicBezTo>
                  <a:pt x="5132671" y="802792"/>
                  <a:pt x="5144554" y="806683"/>
                  <a:pt x="5161031" y="810975"/>
                </a:cubicBezTo>
                <a:lnTo>
                  <a:pt x="5176815" y="815342"/>
                </a:lnTo>
                <a:lnTo>
                  <a:pt x="5180064" y="831233"/>
                </a:lnTo>
                <a:cubicBezTo>
                  <a:pt x="5202966" y="819270"/>
                  <a:pt x="5188976" y="863361"/>
                  <a:pt x="5215059" y="865080"/>
                </a:cubicBezTo>
                <a:cubicBezTo>
                  <a:pt x="5235765" y="864786"/>
                  <a:pt x="5236347" y="878098"/>
                  <a:pt x="5245643" y="887119"/>
                </a:cubicBezTo>
                <a:cubicBezTo>
                  <a:pt x="5267660" y="891609"/>
                  <a:pt x="5295742" y="939348"/>
                  <a:pt x="5295952" y="957174"/>
                </a:cubicBezTo>
                <a:cubicBezTo>
                  <a:pt x="5284322" y="1008946"/>
                  <a:pt x="5374979" y="1038019"/>
                  <a:pt x="5367826" y="1079140"/>
                </a:cubicBezTo>
                <a:cubicBezTo>
                  <a:pt x="5371668" y="1089190"/>
                  <a:pt x="5377921" y="1097135"/>
                  <a:pt x="5385646" y="1103730"/>
                </a:cubicBezTo>
                <a:lnTo>
                  <a:pt x="5410965" y="1119397"/>
                </a:lnTo>
                <a:lnTo>
                  <a:pt x="5436960" y="1130910"/>
                </a:lnTo>
                <a:lnTo>
                  <a:pt x="5442083" y="1133134"/>
                </a:lnTo>
                <a:cubicBezTo>
                  <a:pt x="5451910" y="1137346"/>
                  <a:pt x="5457170" y="1169188"/>
                  <a:pt x="5465219" y="1174479"/>
                </a:cubicBezTo>
                <a:cubicBezTo>
                  <a:pt x="5488744" y="1195184"/>
                  <a:pt x="5467141" y="1223401"/>
                  <a:pt x="5488171" y="1238604"/>
                </a:cubicBezTo>
                <a:cubicBezTo>
                  <a:pt x="5523491" y="1271811"/>
                  <a:pt x="5486623" y="1305961"/>
                  <a:pt x="5562172" y="1320840"/>
                </a:cubicBezTo>
                <a:cubicBezTo>
                  <a:pt x="5601634" y="1385316"/>
                  <a:pt x="5636528" y="1453139"/>
                  <a:pt x="5686905" y="1512529"/>
                </a:cubicBezTo>
                <a:cubicBezTo>
                  <a:pt x="5729049" y="1575678"/>
                  <a:pt x="5699691" y="1553768"/>
                  <a:pt x="5748726" y="1623716"/>
                </a:cubicBezTo>
                <a:cubicBezTo>
                  <a:pt x="5783098" y="1689734"/>
                  <a:pt x="5789710" y="1639740"/>
                  <a:pt x="5842593" y="1726595"/>
                </a:cubicBezTo>
                <a:cubicBezTo>
                  <a:pt x="5837824" y="1733043"/>
                  <a:pt x="5862023" y="1845188"/>
                  <a:pt x="5861042" y="1851837"/>
                </a:cubicBezTo>
                <a:cubicBezTo>
                  <a:pt x="5874156" y="1887981"/>
                  <a:pt x="5901790" y="1919218"/>
                  <a:pt x="5921290" y="1943460"/>
                </a:cubicBezTo>
                <a:lnTo>
                  <a:pt x="5978046" y="1997284"/>
                </a:lnTo>
                <a:lnTo>
                  <a:pt x="5992479" y="2056720"/>
                </a:lnTo>
                <a:cubicBezTo>
                  <a:pt x="6011078" y="2079033"/>
                  <a:pt x="6072687" y="2117397"/>
                  <a:pt x="6089639" y="2131171"/>
                </a:cubicBezTo>
                <a:lnTo>
                  <a:pt x="6094199" y="2139379"/>
                </a:lnTo>
                <a:lnTo>
                  <a:pt x="6094822" y="2139386"/>
                </a:lnTo>
                <a:cubicBezTo>
                  <a:pt x="6096947" y="2140841"/>
                  <a:pt x="6098876" y="2143416"/>
                  <a:pt x="6100692" y="2147736"/>
                </a:cubicBezTo>
                <a:lnTo>
                  <a:pt x="6102516" y="2154343"/>
                </a:lnTo>
                <a:lnTo>
                  <a:pt x="6111361" y="2170264"/>
                </a:lnTo>
                <a:lnTo>
                  <a:pt x="6215475" y="2270153"/>
                </a:lnTo>
                <a:lnTo>
                  <a:pt x="6255966" y="2335401"/>
                </a:lnTo>
                <a:lnTo>
                  <a:pt x="6272711" y="2385144"/>
                </a:lnTo>
                <a:cubicBezTo>
                  <a:pt x="6282320" y="2406495"/>
                  <a:pt x="6299066" y="2405139"/>
                  <a:pt x="6304347" y="2439388"/>
                </a:cubicBezTo>
                <a:cubicBezTo>
                  <a:pt x="6297131" y="2486231"/>
                  <a:pt x="6325530" y="2500962"/>
                  <a:pt x="6326729" y="2549400"/>
                </a:cubicBezTo>
                <a:cubicBezTo>
                  <a:pt x="6325926" y="2572066"/>
                  <a:pt x="6339111" y="2599957"/>
                  <a:pt x="6344663" y="2628839"/>
                </a:cubicBezTo>
                <a:lnTo>
                  <a:pt x="6375811" y="2639204"/>
                </a:lnTo>
                <a:cubicBezTo>
                  <a:pt x="6375427" y="2643533"/>
                  <a:pt x="6375041" y="2647863"/>
                  <a:pt x="6374657" y="2652193"/>
                </a:cubicBezTo>
                <a:cubicBezTo>
                  <a:pt x="6373555" y="2658134"/>
                  <a:pt x="6371943" y="2662665"/>
                  <a:pt x="6369740" y="2664642"/>
                </a:cubicBezTo>
                <a:cubicBezTo>
                  <a:pt x="6368032" y="2674540"/>
                  <a:pt x="6371528" y="2686899"/>
                  <a:pt x="6361964" y="2690172"/>
                </a:cubicBezTo>
                <a:cubicBezTo>
                  <a:pt x="6350507" y="2696218"/>
                  <a:pt x="6369375" y="2734440"/>
                  <a:pt x="6355511" y="2727335"/>
                </a:cubicBezTo>
                <a:cubicBezTo>
                  <a:pt x="6358746" y="2734104"/>
                  <a:pt x="6360434" y="2742096"/>
                  <a:pt x="6361058" y="2750592"/>
                </a:cubicBezTo>
                <a:cubicBezTo>
                  <a:pt x="6361013" y="2751998"/>
                  <a:pt x="6360970" y="2753408"/>
                  <a:pt x="6360926" y="2754814"/>
                </a:cubicBezTo>
                <a:lnTo>
                  <a:pt x="6339285" y="2810353"/>
                </a:lnTo>
                <a:cubicBezTo>
                  <a:pt x="6360091" y="2854187"/>
                  <a:pt x="6313103" y="2870086"/>
                  <a:pt x="6325672" y="2908809"/>
                </a:cubicBezTo>
                <a:cubicBezTo>
                  <a:pt x="6341563" y="2966972"/>
                  <a:pt x="6291836" y="2935388"/>
                  <a:pt x="6333498" y="3009772"/>
                </a:cubicBezTo>
                <a:cubicBezTo>
                  <a:pt x="6345476" y="3039254"/>
                  <a:pt x="6345955" y="3068963"/>
                  <a:pt x="6334947" y="3095405"/>
                </a:cubicBezTo>
                <a:lnTo>
                  <a:pt x="6344768" y="3155941"/>
                </a:lnTo>
                <a:cubicBezTo>
                  <a:pt x="6348643" y="3153663"/>
                  <a:pt x="6311793" y="3186588"/>
                  <a:pt x="6314754" y="3197987"/>
                </a:cubicBezTo>
                <a:cubicBezTo>
                  <a:pt x="6318695" y="3221971"/>
                  <a:pt x="6319257" y="3226752"/>
                  <a:pt x="6304230" y="3239690"/>
                </a:cubicBezTo>
                <a:cubicBezTo>
                  <a:pt x="6306321" y="3248567"/>
                  <a:pt x="6307305" y="3254005"/>
                  <a:pt x="6308837" y="3264003"/>
                </a:cubicBezTo>
                <a:cubicBezTo>
                  <a:pt x="6301812" y="3288243"/>
                  <a:pt x="6298529" y="3302527"/>
                  <a:pt x="6309285" y="3324103"/>
                </a:cubicBezTo>
                <a:cubicBezTo>
                  <a:pt x="6301188" y="3343007"/>
                  <a:pt x="6329285" y="3359307"/>
                  <a:pt x="6342503" y="3405661"/>
                </a:cubicBezTo>
                <a:cubicBezTo>
                  <a:pt x="6338012" y="3447477"/>
                  <a:pt x="6408325" y="3505721"/>
                  <a:pt x="6401531" y="3550593"/>
                </a:cubicBezTo>
                <a:cubicBezTo>
                  <a:pt x="6395655" y="3579549"/>
                  <a:pt x="6423437" y="3594758"/>
                  <a:pt x="6427705" y="3624684"/>
                </a:cubicBezTo>
                <a:cubicBezTo>
                  <a:pt x="6416402" y="3629199"/>
                  <a:pt x="6435787" y="3639516"/>
                  <a:pt x="6448424" y="3657106"/>
                </a:cubicBezTo>
                <a:lnTo>
                  <a:pt x="6444014" y="3752742"/>
                </a:lnTo>
                <a:cubicBezTo>
                  <a:pt x="6443990" y="3752777"/>
                  <a:pt x="6443967" y="3752813"/>
                  <a:pt x="6443946" y="3752849"/>
                </a:cubicBezTo>
                <a:lnTo>
                  <a:pt x="0" y="3752849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F4C992-5F75-D8DD-2507-6D628CDFC1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97004" y="670559"/>
            <a:ext cx="4555782" cy="5445076"/>
          </a:xfrm>
        </p:spPr>
        <p:txBody>
          <a:bodyPr anchor="t">
            <a:normAutofit/>
          </a:bodyPr>
          <a:lstStyle/>
          <a:p>
            <a:r>
              <a:rPr lang="en-AU" sz="1000">
                <a:highlight>
                  <a:srgbClr val="FFFFFF"/>
                </a:highlight>
                <a:latin typeface="Cascadia Mono" panose="020B0609020000020004" pitchFamily="49" charset="0"/>
              </a:rPr>
              <a:t>USE master;</a:t>
            </a:r>
          </a:p>
          <a:p>
            <a:r>
              <a:rPr lang="en-AU" sz="1000">
                <a:highlight>
                  <a:srgbClr val="FFFFFF"/>
                </a:highlight>
                <a:latin typeface="Cascadia Mono" panose="020B0609020000020004" pitchFamily="49" charset="0"/>
              </a:rPr>
              <a:t>GO</a:t>
            </a:r>
          </a:p>
          <a:p>
            <a:endParaRPr lang="en-AU" sz="100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000">
                <a:highlight>
                  <a:srgbClr val="FFFFFF"/>
                </a:highlight>
                <a:latin typeface="Cascadia Mono" panose="020B0609020000020004" pitchFamily="49" charset="0"/>
              </a:rPr>
              <a:t>-- Drop database if exists (fresh start)</a:t>
            </a:r>
          </a:p>
          <a:p>
            <a:r>
              <a:rPr lang="en-US" sz="1000">
                <a:highlight>
                  <a:srgbClr val="FFFFFF"/>
                </a:highlight>
                <a:latin typeface="Cascadia Mono" panose="020B0609020000020004" pitchFamily="49" charset="0"/>
              </a:rPr>
              <a:t>IF EXISTS (SELECT name FROM sys.databases WHERE name = 'Qandas_FrequentFlyer')</a:t>
            </a:r>
          </a:p>
          <a:p>
            <a:r>
              <a:rPr lang="en-AU" sz="1000">
                <a:highlight>
                  <a:srgbClr val="FFFFFF"/>
                </a:highlight>
                <a:latin typeface="Cascadia Mono" panose="020B0609020000020004" pitchFamily="49" charset="0"/>
              </a:rPr>
              <a:t>BEGIN</a:t>
            </a:r>
          </a:p>
          <a:p>
            <a:r>
              <a:rPr lang="en-US" sz="1000">
                <a:highlight>
                  <a:srgbClr val="FFFFFF"/>
                </a:highlight>
                <a:latin typeface="Cascadia Mono" panose="020B0609020000020004" pitchFamily="49" charset="0"/>
              </a:rPr>
              <a:t>    PRINT 'Dropping existing Qandas_FrequentFlyer database...';</a:t>
            </a:r>
          </a:p>
          <a:p>
            <a:r>
              <a:rPr lang="en-US" sz="1000">
                <a:highlight>
                  <a:srgbClr val="FFFFFF"/>
                </a:highlight>
                <a:latin typeface="Cascadia Mono" panose="020B0609020000020004" pitchFamily="49" charset="0"/>
              </a:rPr>
              <a:t>    ALTER DATABASE Qandas_FrequentFlyer SET SINGLE_USER WITH ROLLBACK IMMEDIATE;</a:t>
            </a:r>
          </a:p>
          <a:p>
            <a:r>
              <a:rPr lang="en-AU" sz="1000">
                <a:highlight>
                  <a:srgbClr val="FFFFFF"/>
                </a:highlight>
                <a:latin typeface="Cascadia Mono" panose="020B0609020000020004" pitchFamily="49" charset="0"/>
              </a:rPr>
              <a:t>    DROP DATABASE Qandas_FrequentFlyer;</a:t>
            </a:r>
          </a:p>
          <a:p>
            <a:r>
              <a:rPr lang="en-US" sz="1000">
                <a:highlight>
                  <a:srgbClr val="FFFFFF"/>
                </a:highlight>
                <a:latin typeface="Cascadia Mono" panose="020B0609020000020004" pitchFamily="49" charset="0"/>
              </a:rPr>
              <a:t>    PRINT '✅ Existing database dropped successfully';</a:t>
            </a:r>
          </a:p>
          <a:p>
            <a:r>
              <a:rPr lang="en-AU" sz="1000">
                <a:highlight>
                  <a:srgbClr val="FFFFFF"/>
                </a:highlight>
                <a:latin typeface="Cascadia Mono" panose="020B0609020000020004" pitchFamily="49" charset="0"/>
              </a:rPr>
              <a:t>END</a:t>
            </a:r>
          </a:p>
          <a:p>
            <a:r>
              <a:rPr lang="en-AU" sz="1000">
                <a:highlight>
                  <a:srgbClr val="FFFFFF"/>
                </a:highlight>
                <a:latin typeface="Cascadia Mono" panose="020B0609020000020004" pitchFamily="49" charset="0"/>
              </a:rPr>
              <a:t>GO</a:t>
            </a:r>
          </a:p>
          <a:p>
            <a:endParaRPr lang="en-AU" sz="100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1000">
                <a:highlight>
                  <a:srgbClr val="FFFFFF"/>
                </a:highlight>
                <a:latin typeface="Cascadia Mono" panose="020B0609020000020004" pitchFamily="49" charset="0"/>
              </a:rPr>
              <a:t>-- Create fresh database</a:t>
            </a:r>
          </a:p>
          <a:p>
            <a:r>
              <a:rPr lang="en-AU" sz="1000">
                <a:highlight>
                  <a:srgbClr val="FFFFFF"/>
                </a:highlight>
                <a:latin typeface="Cascadia Mono" panose="020B0609020000020004" pitchFamily="49" charset="0"/>
              </a:rPr>
              <a:t>CREATE DATABASE Qandas_FrequentFlyer;</a:t>
            </a:r>
          </a:p>
          <a:p>
            <a:r>
              <a:rPr lang="en-AU" sz="1000">
                <a:highlight>
                  <a:srgbClr val="FFFFFF"/>
                </a:highlight>
                <a:latin typeface="Cascadia Mono" panose="020B0609020000020004" pitchFamily="49" charset="0"/>
              </a:rPr>
              <a:t>GO</a:t>
            </a:r>
          </a:p>
          <a:p>
            <a:endParaRPr lang="en-AU" sz="100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1000">
                <a:highlight>
                  <a:srgbClr val="FFFFFF"/>
                </a:highlight>
                <a:latin typeface="Cascadia Mono" panose="020B0609020000020004" pitchFamily="49" charset="0"/>
              </a:rPr>
              <a:t>USE Qandas_FrequentFlyer;</a:t>
            </a:r>
          </a:p>
          <a:p>
            <a:r>
              <a:rPr lang="en-AU" sz="1000">
                <a:highlight>
                  <a:srgbClr val="FFFFFF"/>
                </a:highlight>
                <a:latin typeface="Cascadia Mono" panose="020B0609020000020004" pitchFamily="49" charset="0"/>
              </a:rPr>
              <a:t>GO</a:t>
            </a:r>
            <a:endParaRPr lang="en-AU" sz="1000"/>
          </a:p>
          <a:p>
            <a:endParaRPr lang="en-AU" sz="1000"/>
          </a:p>
        </p:txBody>
      </p:sp>
    </p:spTree>
    <p:extLst>
      <p:ext uri="{BB962C8B-B14F-4D97-AF65-F5344CB8AC3E}">
        <p14:creationId xmlns:p14="http://schemas.microsoft.com/office/powerpoint/2010/main" val="21548860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E13F2039-7197-E82D-0077-9AAD587C02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029" r="25039" b="-1"/>
          <a:stretch>
            <a:fillRect/>
          </a:stretch>
        </p:blipFill>
        <p:spPr>
          <a:xfrm>
            <a:off x="3306519" y="1587"/>
            <a:ext cx="4846882" cy="6856413"/>
          </a:xfrm>
          <a:custGeom>
            <a:avLst/>
            <a:gdLst/>
            <a:ahLst/>
            <a:cxnLst/>
            <a:rect l="l" t="t" r="r" b="b"/>
            <a:pathLst>
              <a:path w="5110407" h="6856413">
                <a:moveTo>
                  <a:pt x="121782" y="0"/>
                </a:moveTo>
                <a:lnTo>
                  <a:pt x="4731440" y="0"/>
                </a:lnTo>
                <a:lnTo>
                  <a:pt x="4775629" y="179775"/>
                </a:lnTo>
                <a:cubicBezTo>
                  <a:pt x="5052916" y="1415453"/>
                  <a:pt x="5165791" y="2739148"/>
                  <a:pt x="5084710" y="4108260"/>
                </a:cubicBezTo>
                <a:cubicBezTo>
                  <a:pt x="5038379" y="4890611"/>
                  <a:pt x="4930907" y="5650759"/>
                  <a:pt x="4768709" y="6381464"/>
                </a:cubicBezTo>
                <a:lnTo>
                  <a:pt x="4653290" y="6856413"/>
                </a:lnTo>
                <a:lnTo>
                  <a:pt x="0" y="6856413"/>
                </a:lnTo>
                <a:lnTo>
                  <a:pt x="21062" y="6803488"/>
                </a:lnTo>
                <a:cubicBezTo>
                  <a:pt x="355644" y="5917239"/>
                  <a:pt x="573134" y="4914171"/>
                  <a:pt x="636462" y="3844830"/>
                </a:cubicBezTo>
                <a:cubicBezTo>
                  <a:pt x="713862" y="2537857"/>
                  <a:pt x="550895" y="1302013"/>
                  <a:pt x="203879" y="236924"/>
                </a:cubicBez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0DAC301-6093-6D95-300C-B26B9AA6EA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012" y="485775"/>
            <a:ext cx="2825506" cy="5719762"/>
          </a:xfrm>
        </p:spPr>
        <p:txBody>
          <a:bodyPr>
            <a:normAutofit/>
          </a:bodyPr>
          <a:lstStyle/>
          <a:p>
            <a:r>
              <a:rPr lang="en-AU" sz="3600"/>
              <a:t>DDL: Create members and flights table</a:t>
            </a:r>
            <a:br>
              <a:rPr lang="en-AU" sz="3600"/>
            </a:br>
            <a:endParaRPr lang="en-AU" sz="36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758940-94A5-20F6-AE92-60C194264D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6925" y="485774"/>
            <a:ext cx="3292475" cy="5719763"/>
          </a:xfrm>
        </p:spPr>
        <p:txBody>
          <a:bodyPr anchor="ctr">
            <a:normAutofit/>
          </a:bodyPr>
          <a:lstStyle/>
          <a:p>
            <a:r>
              <a:rPr lang="en-AU" sz="9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Frequent flyer members table</a:t>
            </a:r>
            <a:endParaRPr lang="en-AU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CREATE</a:t>
            </a:r>
            <a:r>
              <a:rPr lang="en-AU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TABLE</a:t>
            </a:r>
            <a:r>
              <a:rPr lang="en-AU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members</a:t>
            </a:r>
            <a:r>
              <a:rPr lang="en-AU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9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endParaRPr lang="en-AU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member_id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PRIMARY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</a:t>
            </a:r>
            <a:r>
              <a:rPr lang="en-US" sz="9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member_name</a:t>
            </a:r>
            <a:r>
              <a:rPr lang="en-AU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NVARCHAR</a:t>
            </a:r>
            <a:r>
              <a:rPr lang="en-AU" sz="9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100</a:t>
            </a:r>
            <a:r>
              <a:rPr lang="en-AU" sz="9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AU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email </a:t>
            </a:r>
            <a:r>
              <a:rPr lang="en-AU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NVARCHAR</a:t>
            </a:r>
            <a:r>
              <a:rPr lang="en-AU" sz="9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100</a:t>
            </a:r>
            <a:r>
              <a:rPr lang="en-AU" sz="9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AU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current_tier</a:t>
            </a:r>
            <a:r>
              <a:rPr lang="en-AU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NVARCHAR</a:t>
            </a:r>
            <a:r>
              <a:rPr lang="en-AU" sz="9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20</a:t>
            </a:r>
            <a:r>
              <a:rPr lang="en-AU" sz="9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AU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join_date</a:t>
            </a:r>
            <a:r>
              <a:rPr lang="en-AU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DATE</a:t>
            </a:r>
            <a:r>
              <a:rPr lang="en-AU" sz="9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home_city</a:t>
            </a:r>
            <a:r>
              <a:rPr lang="en-AU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NVARCHAR</a:t>
            </a:r>
            <a:r>
              <a:rPr lang="en-AU" sz="9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50</a:t>
            </a:r>
            <a:r>
              <a:rPr lang="en-AU" sz="9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endParaRPr lang="en-AU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9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  <a:endParaRPr lang="en-AU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AU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9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Flight history table</a:t>
            </a:r>
            <a:endParaRPr lang="en-AU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CREATE</a:t>
            </a:r>
            <a:r>
              <a:rPr lang="en-AU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TABLE</a:t>
            </a:r>
            <a:r>
              <a:rPr lang="en-AU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flights</a:t>
            </a:r>
            <a:r>
              <a:rPr lang="en-AU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9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endParaRPr lang="en-AU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flight_id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PRIMARY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</a:t>
            </a:r>
            <a:r>
              <a:rPr lang="en-US" sz="9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member_id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FOREIGN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REFERENCES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members</a:t>
            </a:r>
            <a:r>
              <a:rPr lang="en-US" sz="9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member_id</a:t>
            </a:r>
            <a:r>
              <a:rPr lang="en-US" sz="9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US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flight_date</a:t>
            </a:r>
            <a:r>
              <a:rPr lang="en-AU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DATE</a:t>
            </a:r>
            <a:r>
              <a:rPr lang="en-AU" sz="9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route</a:t>
            </a:r>
            <a:r>
              <a:rPr lang="en-AU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NVARCHAR</a:t>
            </a:r>
            <a:r>
              <a:rPr lang="en-AU" sz="9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100</a:t>
            </a:r>
            <a:r>
              <a:rPr lang="en-AU" sz="9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AU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flight_class</a:t>
            </a:r>
            <a:r>
              <a:rPr lang="en-AU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NVARCHAR</a:t>
            </a:r>
            <a:r>
              <a:rPr lang="en-AU" sz="9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20</a:t>
            </a:r>
            <a:r>
              <a:rPr lang="en-AU" sz="9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AU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status_credits</a:t>
            </a:r>
            <a:r>
              <a:rPr lang="en-AU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AU" sz="9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points_earned</a:t>
            </a:r>
            <a:r>
              <a:rPr lang="en-AU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AU" sz="9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eligible_flight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BIT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</a:t>
            </a:r>
            <a:r>
              <a:rPr lang="en-US" sz="9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-- 1 = counts toward tier qualification, 0 = doesn't</a:t>
            </a:r>
            <a:endParaRPr lang="en-US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9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  <a:endParaRPr lang="en-AU" sz="900" dirty="0">
              <a:highlight>
                <a:srgbClr val="FFFFFF"/>
              </a:highlight>
            </a:endParaRPr>
          </a:p>
          <a:p>
            <a:endParaRPr lang="en-AU" sz="900" dirty="0"/>
          </a:p>
        </p:txBody>
      </p:sp>
    </p:spTree>
    <p:extLst>
      <p:ext uri="{BB962C8B-B14F-4D97-AF65-F5344CB8AC3E}">
        <p14:creationId xmlns:p14="http://schemas.microsoft.com/office/powerpoint/2010/main" val="3944612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DDBB197-D710-4A4F-A9CA-FD2177498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5D1CFA-2CDB-4B64-BD9F-85744E8DA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0C4DEC-AFBA-8F66-2D76-DE6D323BE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274" y="399832"/>
            <a:ext cx="4977976" cy="1454051"/>
          </a:xfrm>
        </p:spPr>
        <p:txBody>
          <a:bodyPr>
            <a:normAutofit/>
          </a:bodyPr>
          <a:lstStyle/>
          <a:p>
            <a:r>
              <a:rPr lang="en-AU" sz="3300" dirty="0">
                <a:solidFill>
                  <a:schemeClr val="tx2"/>
                </a:solidFill>
              </a:rPr>
              <a:t>DML: Insert values into members table</a:t>
            </a:r>
            <a:br>
              <a:rPr lang="en-AU" sz="3300" dirty="0">
                <a:solidFill>
                  <a:schemeClr val="tx2"/>
                </a:solidFill>
              </a:rPr>
            </a:br>
            <a:endParaRPr lang="en-AU" sz="3300" dirty="0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24A436-C1A2-AC91-3741-5353DD6286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421682"/>
            <a:ext cx="4977578" cy="3639289"/>
          </a:xfrm>
        </p:spPr>
        <p:txBody>
          <a:bodyPr anchor="ctr">
            <a:normAutofit fontScale="25000" lnSpcReduction="20000"/>
          </a:bodyPr>
          <a:lstStyle/>
          <a:p>
            <a:r>
              <a:rPr lang="en-AU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INSERT</a:t>
            </a:r>
            <a:r>
              <a:rPr lang="en-A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INTO</a:t>
            </a:r>
            <a:r>
              <a:rPr lang="en-A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members </a:t>
            </a:r>
            <a:r>
              <a:rPr lang="en-AU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VALUES</a:t>
            </a:r>
            <a:endParaRPr lang="en-A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Bronze members (potential tier-close candidates)</a:t>
            </a: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1001</a:t>
            </a:r>
            <a:r>
              <a:rPr lang="en-AU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'Sarah Mitchell'</a:t>
            </a:r>
            <a:r>
              <a:rPr lang="en-AU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'sarah.mitchell@email.com'</a:t>
            </a:r>
            <a:r>
              <a:rPr lang="en-AU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'Bronze'</a:t>
            </a:r>
            <a:r>
              <a:rPr lang="en-AU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'2022-03-15'</a:t>
            </a:r>
            <a:r>
              <a:rPr lang="en-AU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'Sydney'</a:t>
            </a:r>
            <a:r>
              <a:rPr lang="en-AU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A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1002</a:t>
            </a:r>
            <a:r>
              <a:rPr lang="en-AU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'James Chen'</a:t>
            </a:r>
            <a:r>
              <a:rPr lang="en-AU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'james.chen@email.com'</a:t>
            </a:r>
            <a:r>
              <a:rPr lang="en-AU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'Bronze'</a:t>
            </a:r>
            <a:r>
              <a:rPr lang="en-AU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'2023-01-20'</a:t>
            </a:r>
            <a:r>
              <a:rPr lang="en-AU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'Melbourne'</a:t>
            </a:r>
            <a:r>
              <a:rPr lang="en-AU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A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1003</a:t>
            </a:r>
            <a:r>
              <a:rPr lang="en-AU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'Emma Thompson'</a:t>
            </a:r>
            <a:r>
              <a:rPr lang="en-AU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'emma.thompson@email.com'</a:t>
            </a:r>
            <a:r>
              <a:rPr lang="en-AU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'Bronze'</a:t>
            </a:r>
            <a:r>
              <a:rPr lang="en-AU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'2021-06-10'</a:t>
            </a:r>
            <a:r>
              <a:rPr lang="en-AU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'Brisbane'</a:t>
            </a:r>
            <a:r>
              <a:rPr lang="en-AU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A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1004</a:t>
            </a:r>
            <a:r>
              <a:rPr lang="en-AU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'Liam </a:t>
            </a:r>
            <a:r>
              <a:rPr lang="en-AU" sz="24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O''Connor</a:t>
            </a:r>
            <a:r>
              <a:rPr lang="en-AU" sz="2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en-AU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'liam.oconnor@email.com'</a:t>
            </a:r>
            <a:r>
              <a:rPr lang="en-AU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'Bronze'</a:t>
            </a:r>
            <a:r>
              <a:rPr lang="en-AU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'2022-08-25'</a:t>
            </a:r>
            <a:r>
              <a:rPr lang="en-AU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'Perth'</a:t>
            </a:r>
            <a:r>
              <a:rPr lang="en-AU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A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1005</a:t>
            </a:r>
            <a:r>
              <a:rPr lang="en-AU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'Olivia Patel'</a:t>
            </a:r>
            <a:r>
              <a:rPr lang="en-AU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'olivia.patel@email.com'</a:t>
            </a:r>
            <a:r>
              <a:rPr lang="en-AU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'Bronze'</a:t>
            </a:r>
            <a:r>
              <a:rPr lang="en-AU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'2023-02-14'</a:t>
            </a:r>
            <a:r>
              <a:rPr lang="en-AU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'Adelaide'</a:t>
            </a:r>
            <a:r>
              <a:rPr lang="en-AU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A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Silver members (close to Gold - tier-close candidates)</a:t>
            </a: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1006</a:t>
            </a:r>
            <a:r>
              <a:rPr lang="en-AU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'William Zhang'</a:t>
            </a:r>
            <a:r>
              <a:rPr lang="en-AU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'william.zhang@email.com'</a:t>
            </a:r>
            <a:r>
              <a:rPr lang="en-AU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'Silver'</a:t>
            </a:r>
            <a:r>
              <a:rPr lang="en-AU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'2021-04-05'</a:t>
            </a:r>
            <a:r>
              <a:rPr lang="en-AU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'Sydney'</a:t>
            </a:r>
            <a:r>
              <a:rPr lang="en-AU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A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1007</a:t>
            </a:r>
            <a:r>
              <a:rPr lang="en-AU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'Ava Nguyen'</a:t>
            </a:r>
            <a:r>
              <a:rPr lang="en-AU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'ava.nguyen@email.com'</a:t>
            </a:r>
            <a:r>
              <a:rPr lang="en-AU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'Silver'</a:t>
            </a:r>
            <a:r>
              <a:rPr lang="en-AU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'2022-07-18'</a:t>
            </a:r>
            <a:r>
              <a:rPr lang="en-AU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'Melbourne'</a:t>
            </a:r>
            <a:r>
              <a:rPr lang="en-AU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A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1008</a:t>
            </a:r>
            <a:r>
              <a:rPr lang="en-AU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'Noah Williams'</a:t>
            </a:r>
            <a:r>
              <a:rPr lang="en-AU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'noah.williams@email.com'</a:t>
            </a:r>
            <a:r>
              <a:rPr lang="en-AU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'Silver'</a:t>
            </a:r>
            <a:r>
              <a:rPr lang="en-AU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'2020-11-30'</a:t>
            </a:r>
            <a:r>
              <a:rPr lang="en-AU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'Brisbane'</a:t>
            </a:r>
            <a:r>
              <a:rPr lang="en-AU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A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1009</a:t>
            </a:r>
            <a:r>
              <a:rPr lang="en-AU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'Isabella Brown'</a:t>
            </a:r>
            <a:r>
              <a:rPr lang="en-AU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'isabella.brown@email.com'</a:t>
            </a:r>
            <a:r>
              <a:rPr lang="en-AU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'Silver'</a:t>
            </a:r>
            <a:r>
              <a:rPr lang="en-AU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'2022-05-22'</a:t>
            </a:r>
            <a:r>
              <a:rPr lang="en-AU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'Sydney'</a:t>
            </a:r>
            <a:r>
              <a:rPr lang="en-AU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A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1010</a:t>
            </a:r>
            <a:r>
              <a:rPr lang="en-AU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'Mason Taylor'</a:t>
            </a:r>
            <a:r>
              <a:rPr lang="en-AU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'mason.taylor@email.com'</a:t>
            </a:r>
            <a:r>
              <a:rPr lang="en-AU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'Silver'</a:t>
            </a:r>
            <a:r>
              <a:rPr lang="en-AU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'2021-09-14'</a:t>
            </a:r>
            <a:r>
              <a:rPr lang="en-AU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'Melbourne'</a:t>
            </a:r>
            <a:r>
              <a:rPr lang="en-AU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A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Gold members (close to Platinum - tier-close candidates)</a:t>
            </a: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1011</a:t>
            </a:r>
            <a:r>
              <a:rPr lang="en-US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'Sophia Anderson'</a:t>
            </a:r>
            <a:r>
              <a:rPr lang="en-US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'sophia.anderson@email.com'</a:t>
            </a:r>
            <a:r>
              <a:rPr lang="en-US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'Gold'</a:t>
            </a:r>
            <a:r>
              <a:rPr lang="en-US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'2020-02-10'</a:t>
            </a:r>
            <a:r>
              <a:rPr lang="en-US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'Sydney'</a:t>
            </a:r>
            <a:r>
              <a:rPr lang="en-US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1012</a:t>
            </a:r>
            <a:r>
              <a:rPr lang="en-AU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'Lucas Martin'</a:t>
            </a:r>
            <a:r>
              <a:rPr lang="en-AU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'lucas.martin@email.com'</a:t>
            </a:r>
            <a:r>
              <a:rPr lang="en-AU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'Gold'</a:t>
            </a:r>
            <a:r>
              <a:rPr lang="en-AU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'2019-12-05'</a:t>
            </a:r>
            <a:r>
              <a:rPr lang="en-AU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'Brisbane'</a:t>
            </a:r>
            <a:r>
              <a:rPr lang="en-AU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A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it-IT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it-IT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1013</a:t>
            </a:r>
            <a:r>
              <a:rPr lang="it-IT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it-IT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it-IT" sz="2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'Charlotte Garcia'</a:t>
            </a:r>
            <a:r>
              <a:rPr lang="it-IT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it-IT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it-IT" sz="2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'charlotte.garcia@email.com'</a:t>
            </a:r>
            <a:r>
              <a:rPr lang="it-IT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it-IT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it-IT" sz="2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'Gold'</a:t>
            </a:r>
            <a:r>
              <a:rPr lang="it-IT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it-IT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it-IT" sz="2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'2021-08-17'</a:t>
            </a:r>
            <a:r>
              <a:rPr lang="it-IT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it-IT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it-IT" sz="2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'Perth'</a:t>
            </a:r>
            <a:r>
              <a:rPr lang="it-IT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A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Platinum members (already at top tier)</a:t>
            </a: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1014</a:t>
            </a:r>
            <a:r>
              <a:rPr lang="en-AU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'Ethan Rodriguez'</a:t>
            </a:r>
            <a:r>
              <a:rPr lang="en-AU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'ethan.rodriguez@email.com'</a:t>
            </a:r>
            <a:r>
              <a:rPr lang="en-AU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'Platinum'</a:t>
            </a:r>
            <a:r>
              <a:rPr lang="en-AU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'2018-05-20'</a:t>
            </a:r>
            <a:r>
              <a:rPr lang="en-AU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'Sydney'</a:t>
            </a:r>
            <a:r>
              <a:rPr lang="en-AU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A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1015</a:t>
            </a:r>
            <a:r>
              <a:rPr lang="en-AU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'Amelia Lee'</a:t>
            </a:r>
            <a:r>
              <a:rPr lang="en-AU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'amelia.lee@email.com'</a:t>
            </a:r>
            <a:r>
              <a:rPr lang="en-AU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'Platinum'</a:t>
            </a:r>
            <a:r>
              <a:rPr lang="en-AU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'2019-03-12'</a:t>
            </a:r>
            <a:r>
              <a:rPr lang="en-AU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'Melbourne'</a:t>
            </a:r>
            <a:r>
              <a:rPr lang="en-AU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A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Additional mixed tier members</a:t>
            </a:r>
            <a:endParaRPr lang="en-A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1016</a:t>
            </a:r>
            <a:r>
              <a:rPr lang="en-AU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'Benjamin Kim'</a:t>
            </a:r>
            <a:r>
              <a:rPr lang="en-AU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'benjamin.kim@email.com'</a:t>
            </a:r>
            <a:r>
              <a:rPr lang="en-AU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'Bronze'</a:t>
            </a:r>
            <a:r>
              <a:rPr lang="en-AU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'2023-04-08'</a:t>
            </a:r>
            <a:r>
              <a:rPr lang="en-AU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'Sydney'</a:t>
            </a:r>
            <a:r>
              <a:rPr lang="en-AU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A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1017</a:t>
            </a:r>
            <a:r>
              <a:rPr lang="en-AU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'Harper Singh'</a:t>
            </a:r>
            <a:r>
              <a:rPr lang="en-AU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'harper.singh@email.com'</a:t>
            </a:r>
            <a:r>
              <a:rPr lang="en-AU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'Silver'</a:t>
            </a:r>
            <a:r>
              <a:rPr lang="en-AU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'2022-10-15'</a:t>
            </a:r>
            <a:r>
              <a:rPr lang="en-AU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'Melbourne'</a:t>
            </a:r>
            <a:r>
              <a:rPr lang="en-AU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A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1018</a:t>
            </a:r>
            <a:r>
              <a:rPr lang="en-US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'Evelyn Tran'</a:t>
            </a:r>
            <a:r>
              <a:rPr lang="en-US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'evelyn.tran@email.com'</a:t>
            </a:r>
            <a:r>
              <a:rPr lang="en-US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'Gold'</a:t>
            </a:r>
            <a:r>
              <a:rPr lang="en-US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'2020-07-25'</a:t>
            </a:r>
            <a:r>
              <a:rPr lang="en-US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'Brisbane'</a:t>
            </a:r>
            <a:r>
              <a:rPr lang="en-US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1019</a:t>
            </a:r>
            <a:r>
              <a:rPr lang="en-AU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'Alexander Liu'</a:t>
            </a:r>
            <a:r>
              <a:rPr lang="en-AU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'alexander.liu@email.com'</a:t>
            </a:r>
            <a:r>
              <a:rPr lang="en-AU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'Bronze'</a:t>
            </a:r>
            <a:r>
              <a:rPr lang="en-AU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'2023-06-30'</a:t>
            </a:r>
            <a:r>
              <a:rPr lang="en-AU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'Perth'</a:t>
            </a:r>
            <a:r>
              <a:rPr lang="en-AU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A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1020</a:t>
            </a:r>
            <a:r>
              <a:rPr lang="en-AU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'Mia Johnson'</a:t>
            </a:r>
            <a:r>
              <a:rPr lang="en-AU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'mia.johnson@email.com'</a:t>
            </a:r>
            <a:r>
              <a:rPr lang="en-AU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'Silver'</a:t>
            </a:r>
            <a:r>
              <a:rPr lang="en-AU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'2021-11-20'</a:t>
            </a:r>
            <a:r>
              <a:rPr lang="en-AU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'Adelaide’</a:t>
            </a:r>
            <a:r>
              <a:rPr lang="en-AU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en-US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Insert flight data with TIER-CLOSE scenarios planted</a:t>
            </a: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DECLARE</a:t>
            </a:r>
            <a:r>
              <a:rPr lang="en-A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@today </a:t>
            </a:r>
            <a:r>
              <a:rPr lang="en-AU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DATE</a:t>
            </a:r>
            <a:r>
              <a:rPr lang="en-A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A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'2024-12-01'</a:t>
            </a:r>
            <a:r>
              <a:rPr lang="en-AU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sz="2400" dirty="0"/>
          </a:p>
          <a:p>
            <a:endParaRPr lang="en-AU" sz="500" dirty="0">
              <a:solidFill>
                <a:schemeClr val="tx2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5EE5136-01F1-466C-962D-BA9B4C675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369897" y="0"/>
            <a:ext cx="5822103" cy="6685267"/>
            <a:chOff x="6357228" y="0"/>
            <a:chExt cx="5822103" cy="668526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11D3AD4-AF9B-4EB5-8C7B-C45D173B4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57228" y="0"/>
              <a:ext cx="5822102" cy="6685267"/>
            </a:xfrm>
            <a:custGeom>
              <a:avLst/>
              <a:gdLst>
                <a:gd name="connsiteX0" fmla="*/ 2605444 w 5822102"/>
                <a:gd name="connsiteY0" fmla="*/ 0 h 6685267"/>
                <a:gd name="connsiteX1" fmla="*/ 4757391 w 5822102"/>
                <a:gd name="connsiteY1" fmla="*/ 0 h 6685267"/>
                <a:gd name="connsiteX2" fmla="*/ 4913680 w 5822102"/>
                <a:gd name="connsiteY2" fmla="*/ 56274 h 6685267"/>
                <a:gd name="connsiteX3" fmla="*/ 5376238 w 5822102"/>
                <a:gd name="connsiteY3" fmla="*/ 282027 h 6685267"/>
                <a:gd name="connsiteX4" fmla="*/ 5658024 w 5822102"/>
                <a:gd name="connsiteY4" fmla="*/ 471014 h 6685267"/>
                <a:gd name="connsiteX5" fmla="*/ 5822102 w 5822102"/>
                <a:gd name="connsiteY5" fmla="*/ 609109 h 6685267"/>
                <a:gd name="connsiteX6" fmla="*/ 5822102 w 5822102"/>
                <a:gd name="connsiteY6" fmla="*/ 760697 h 6685267"/>
                <a:gd name="connsiteX7" fmla="*/ 5707785 w 5822102"/>
                <a:gd name="connsiteY7" fmla="*/ 666601 h 6685267"/>
                <a:gd name="connsiteX8" fmla="*/ 5577306 w 5822102"/>
                <a:gd name="connsiteY8" fmla="*/ 571666 h 6685267"/>
                <a:gd name="connsiteX9" fmla="*/ 5298630 w 5822102"/>
                <a:gd name="connsiteY9" fmla="*/ 407449 h 6685267"/>
                <a:gd name="connsiteX10" fmla="*/ 4690768 w 5822102"/>
                <a:gd name="connsiteY10" fmla="*/ 184979 h 6685267"/>
                <a:gd name="connsiteX11" fmla="*/ 4048577 w 5822102"/>
                <a:gd name="connsiteY11" fmla="*/ 99280 h 6685267"/>
                <a:gd name="connsiteX12" fmla="*/ 3405404 w 5822102"/>
                <a:gd name="connsiteY12" fmla="*/ 131937 h 6685267"/>
                <a:gd name="connsiteX13" fmla="*/ 3089702 w 5822102"/>
                <a:gd name="connsiteY13" fmla="*/ 190190 h 6685267"/>
                <a:gd name="connsiteX14" fmla="*/ 2780132 w 5822102"/>
                <a:gd name="connsiteY14" fmla="*/ 273457 h 6685267"/>
                <a:gd name="connsiteX15" fmla="*/ 2478040 w 5822102"/>
                <a:gd name="connsiteY15" fmla="*/ 379654 h 6685267"/>
                <a:gd name="connsiteX16" fmla="*/ 2184897 w 5822102"/>
                <a:gd name="connsiteY16" fmla="*/ 507972 h 6685267"/>
                <a:gd name="connsiteX17" fmla="*/ 1629141 w 5822102"/>
                <a:gd name="connsiteY17" fmla="*/ 823205 h 6685267"/>
                <a:gd name="connsiteX18" fmla="*/ 1497711 w 5822102"/>
                <a:gd name="connsiteY18" fmla="*/ 914000 h 6685267"/>
                <a:gd name="connsiteX19" fmla="*/ 1433099 w 5822102"/>
                <a:gd name="connsiteY19" fmla="*/ 960903 h 6685267"/>
                <a:gd name="connsiteX20" fmla="*/ 1369346 w 5822102"/>
                <a:gd name="connsiteY20" fmla="*/ 1008963 h 6685267"/>
                <a:gd name="connsiteX21" fmla="*/ 1123406 w 5822102"/>
                <a:gd name="connsiteY21" fmla="*/ 1212905 h 6685267"/>
                <a:gd name="connsiteX22" fmla="*/ 684367 w 5822102"/>
                <a:gd name="connsiteY22" fmla="*/ 1675564 h 6685267"/>
                <a:gd name="connsiteX23" fmla="*/ 497153 w 5822102"/>
                <a:gd name="connsiteY23" fmla="*/ 1933588 h 6685267"/>
                <a:gd name="connsiteX24" fmla="*/ 337770 w 5822102"/>
                <a:gd name="connsiteY24" fmla="*/ 2208983 h 6685267"/>
                <a:gd name="connsiteX25" fmla="*/ 302461 w 5822102"/>
                <a:gd name="connsiteY25" fmla="*/ 2280207 h 6685267"/>
                <a:gd name="connsiteX26" fmla="*/ 285296 w 5822102"/>
                <a:gd name="connsiteY26" fmla="*/ 2316107 h 6685267"/>
                <a:gd name="connsiteX27" fmla="*/ 268991 w 5822102"/>
                <a:gd name="connsiteY27" fmla="*/ 2352355 h 6685267"/>
                <a:gd name="connsiteX28" fmla="*/ 237849 w 5822102"/>
                <a:gd name="connsiteY28" fmla="*/ 2425432 h 6685267"/>
                <a:gd name="connsiteX29" fmla="*/ 208670 w 5822102"/>
                <a:gd name="connsiteY29" fmla="*/ 2499319 h 6685267"/>
                <a:gd name="connsiteX30" fmla="*/ 113775 w 5822102"/>
                <a:gd name="connsiteY30" fmla="*/ 2801929 h 6685267"/>
                <a:gd name="connsiteX31" fmla="*/ 36781 w 5822102"/>
                <a:gd name="connsiteY31" fmla="*/ 3428922 h 6685267"/>
                <a:gd name="connsiteX32" fmla="*/ 69148 w 5822102"/>
                <a:gd name="connsiteY32" fmla="*/ 3741955 h 6685267"/>
                <a:gd name="connsiteX33" fmla="*/ 167966 w 5822102"/>
                <a:gd name="connsiteY33" fmla="*/ 4041323 h 6685267"/>
                <a:gd name="connsiteX34" fmla="*/ 202049 w 5822102"/>
                <a:gd name="connsiteY34" fmla="*/ 4112894 h 6685267"/>
                <a:gd name="connsiteX35" fmla="*/ 239933 w 5822102"/>
                <a:gd name="connsiteY35" fmla="*/ 4182843 h 6685267"/>
                <a:gd name="connsiteX36" fmla="*/ 323916 w 5822102"/>
                <a:gd name="connsiteY36" fmla="*/ 4318456 h 6685267"/>
                <a:gd name="connsiteX37" fmla="*/ 416604 w 5822102"/>
                <a:gd name="connsiteY37" fmla="*/ 4449436 h 6685267"/>
                <a:gd name="connsiteX38" fmla="*/ 515911 w 5822102"/>
                <a:gd name="connsiteY38" fmla="*/ 4576711 h 6685267"/>
                <a:gd name="connsiteX39" fmla="*/ 722619 w 5822102"/>
                <a:gd name="connsiteY39" fmla="*/ 4828482 h 6685267"/>
                <a:gd name="connsiteX40" fmla="*/ 825972 w 5822102"/>
                <a:gd name="connsiteY40" fmla="*/ 4956104 h 6685267"/>
                <a:gd name="connsiteX41" fmla="*/ 926506 w 5822102"/>
                <a:gd name="connsiteY41" fmla="*/ 5085347 h 6685267"/>
                <a:gd name="connsiteX42" fmla="*/ 1027040 w 5822102"/>
                <a:gd name="connsiteY42" fmla="*/ 5210191 h 6685267"/>
                <a:gd name="connsiteX43" fmla="*/ 1132110 w 5822102"/>
                <a:gd name="connsiteY43" fmla="*/ 5330748 h 6685267"/>
                <a:gd name="connsiteX44" fmla="*/ 1354880 w 5822102"/>
                <a:gd name="connsiteY44" fmla="*/ 5558083 h 6685267"/>
                <a:gd name="connsiteX45" fmla="*/ 1855220 w 5822102"/>
                <a:gd name="connsiteY45" fmla="*/ 5937591 h 6685267"/>
                <a:gd name="connsiteX46" fmla="*/ 2131810 w 5822102"/>
                <a:gd name="connsiteY46" fmla="*/ 6080268 h 6685267"/>
                <a:gd name="connsiteX47" fmla="*/ 2423726 w 5822102"/>
                <a:gd name="connsiteY47" fmla="*/ 6188087 h 6685267"/>
                <a:gd name="connsiteX48" fmla="*/ 2727780 w 5822102"/>
                <a:gd name="connsiteY48" fmla="*/ 6262552 h 6685267"/>
                <a:gd name="connsiteX49" fmla="*/ 3041276 w 5822102"/>
                <a:gd name="connsiteY49" fmla="*/ 6304245 h 6685267"/>
                <a:gd name="connsiteX50" fmla="*/ 3360532 w 5822102"/>
                <a:gd name="connsiteY50" fmla="*/ 6317331 h 6685267"/>
                <a:gd name="connsiteX51" fmla="*/ 3439855 w 5822102"/>
                <a:gd name="connsiteY51" fmla="*/ 6316751 h 6685267"/>
                <a:gd name="connsiteX52" fmla="*/ 3478721 w 5822102"/>
                <a:gd name="connsiteY52" fmla="*/ 6315826 h 6685267"/>
                <a:gd name="connsiteX53" fmla="*/ 3517463 w 5822102"/>
                <a:gd name="connsiteY53" fmla="*/ 6313971 h 6685267"/>
                <a:gd name="connsiteX54" fmla="*/ 3671452 w 5822102"/>
                <a:gd name="connsiteY54" fmla="*/ 6301233 h 6685267"/>
                <a:gd name="connsiteX55" fmla="*/ 4265460 w 5822102"/>
                <a:gd name="connsiteY55" fmla="*/ 6149638 h 6685267"/>
                <a:gd name="connsiteX56" fmla="*/ 4546587 w 5822102"/>
                <a:gd name="connsiteY56" fmla="*/ 6018079 h 6685267"/>
                <a:gd name="connsiteX57" fmla="*/ 4818030 w 5822102"/>
                <a:gd name="connsiteY57" fmla="*/ 5858029 h 6685267"/>
                <a:gd name="connsiteX58" fmla="*/ 5081870 w 5822102"/>
                <a:gd name="connsiteY58" fmla="*/ 5676903 h 6685267"/>
                <a:gd name="connsiteX59" fmla="*/ 5212073 w 5822102"/>
                <a:gd name="connsiteY59" fmla="*/ 5581013 h 6685267"/>
                <a:gd name="connsiteX60" fmla="*/ 5343625 w 5822102"/>
                <a:gd name="connsiteY60" fmla="*/ 5481533 h 6685267"/>
                <a:gd name="connsiteX61" fmla="*/ 5610378 w 5822102"/>
                <a:gd name="connsiteY61" fmla="*/ 5284425 h 6685267"/>
                <a:gd name="connsiteX62" fmla="*/ 5822102 w 5822102"/>
                <a:gd name="connsiteY62" fmla="*/ 5126414 h 6685267"/>
                <a:gd name="connsiteX63" fmla="*/ 5822102 w 5822102"/>
                <a:gd name="connsiteY63" fmla="*/ 5556641 h 6685267"/>
                <a:gd name="connsiteX64" fmla="*/ 5576325 w 5822102"/>
                <a:gd name="connsiteY64" fmla="*/ 5749979 h 6685267"/>
                <a:gd name="connsiteX65" fmla="*/ 5447715 w 5822102"/>
                <a:gd name="connsiteY65" fmla="*/ 5852818 h 6685267"/>
                <a:gd name="connsiteX66" fmla="*/ 5315059 w 5822102"/>
                <a:gd name="connsiteY66" fmla="*/ 5956236 h 6685267"/>
                <a:gd name="connsiteX67" fmla="*/ 5038468 w 5822102"/>
                <a:gd name="connsiteY67" fmla="*/ 6155776 h 6685267"/>
                <a:gd name="connsiteX68" fmla="*/ 4741892 w 5822102"/>
                <a:gd name="connsiteY68" fmla="*/ 6338292 h 6685267"/>
                <a:gd name="connsiteX69" fmla="*/ 4420920 w 5822102"/>
                <a:gd name="connsiteY69" fmla="*/ 6492203 h 6685267"/>
                <a:gd name="connsiteX70" fmla="*/ 3717672 w 5822102"/>
                <a:gd name="connsiteY70" fmla="*/ 6670434 h 6685267"/>
                <a:gd name="connsiteX71" fmla="*/ 3535853 w 5822102"/>
                <a:gd name="connsiteY71" fmla="*/ 6683289 h 6685267"/>
                <a:gd name="connsiteX72" fmla="*/ 3490367 w 5822102"/>
                <a:gd name="connsiteY72" fmla="*/ 6684910 h 6685267"/>
                <a:gd name="connsiteX73" fmla="*/ 3445005 w 5822102"/>
                <a:gd name="connsiteY73" fmla="*/ 6685142 h 6685267"/>
                <a:gd name="connsiteX74" fmla="*/ 3355872 w 5822102"/>
                <a:gd name="connsiteY74" fmla="*/ 6684100 h 6685267"/>
                <a:gd name="connsiteX75" fmla="*/ 3179203 w 5822102"/>
                <a:gd name="connsiteY75" fmla="*/ 6677150 h 6685267"/>
                <a:gd name="connsiteX76" fmla="*/ 3002410 w 5822102"/>
                <a:gd name="connsiteY76" fmla="*/ 6661169 h 6685267"/>
                <a:gd name="connsiteX77" fmla="*/ 2650296 w 5822102"/>
                <a:gd name="connsiteY77" fmla="*/ 6604191 h 6685267"/>
                <a:gd name="connsiteX78" fmla="*/ 2306028 w 5822102"/>
                <a:gd name="connsiteY78" fmla="*/ 6505869 h 6685267"/>
                <a:gd name="connsiteX79" fmla="*/ 1978803 w 5822102"/>
                <a:gd name="connsiteY79" fmla="*/ 6363307 h 6685267"/>
                <a:gd name="connsiteX80" fmla="*/ 1678428 w 5822102"/>
                <a:gd name="connsiteY80" fmla="*/ 6177779 h 6685267"/>
                <a:gd name="connsiteX81" fmla="*/ 1175880 w 5822102"/>
                <a:gd name="connsiteY81" fmla="*/ 5710373 h 6685267"/>
                <a:gd name="connsiteX82" fmla="*/ 971502 w 5822102"/>
                <a:gd name="connsiteY82" fmla="*/ 5445399 h 6685267"/>
                <a:gd name="connsiteX83" fmla="*/ 790909 w 5822102"/>
                <a:gd name="connsiteY83" fmla="*/ 5169078 h 6685267"/>
                <a:gd name="connsiteX84" fmla="*/ 706680 w 5822102"/>
                <a:gd name="connsiteY84" fmla="*/ 5031959 h 6685267"/>
                <a:gd name="connsiteX85" fmla="*/ 619143 w 5822102"/>
                <a:gd name="connsiteY85" fmla="*/ 4897157 h 6685267"/>
                <a:gd name="connsiteX86" fmla="*/ 436465 w 5822102"/>
                <a:gd name="connsiteY86" fmla="*/ 4628710 h 6685267"/>
                <a:gd name="connsiteX87" fmla="*/ 347088 w 5822102"/>
                <a:gd name="connsiteY87" fmla="*/ 4492171 h 6685267"/>
                <a:gd name="connsiteX88" fmla="*/ 262001 w 5822102"/>
                <a:gd name="connsiteY88" fmla="*/ 4352619 h 6685267"/>
                <a:gd name="connsiteX89" fmla="*/ 118679 w 5822102"/>
                <a:gd name="connsiteY89" fmla="*/ 4059853 h 6685267"/>
                <a:gd name="connsiteX90" fmla="*/ 28322 w 5822102"/>
                <a:gd name="connsiteY90" fmla="*/ 3749136 h 6685267"/>
                <a:gd name="connsiteX91" fmla="*/ 0 w 5822102"/>
                <a:gd name="connsiteY91" fmla="*/ 3428922 h 6685267"/>
                <a:gd name="connsiteX92" fmla="*/ 253052 w 5822102"/>
                <a:gd name="connsiteY92" fmla="*/ 2174356 h 6685267"/>
                <a:gd name="connsiteX93" fmla="*/ 389141 w 5822102"/>
                <a:gd name="connsiteY93" fmla="*/ 1877652 h 6685267"/>
                <a:gd name="connsiteX94" fmla="*/ 552079 w 5822102"/>
                <a:gd name="connsiteY94" fmla="*/ 1591834 h 6685267"/>
                <a:gd name="connsiteX95" fmla="*/ 954950 w 5822102"/>
                <a:gd name="connsiteY95" fmla="*/ 1061773 h 6685267"/>
                <a:gd name="connsiteX96" fmla="*/ 1192922 w 5822102"/>
                <a:gd name="connsiteY96" fmla="*/ 822626 h 6685267"/>
                <a:gd name="connsiteX97" fmla="*/ 1255939 w 5822102"/>
                <a:gd name="connsiteY97" fmla="*/ 765880 h 6685267"/>
                <a:gd name="connsiteX98" fmla="*/ 1320183 w 5822102"/>
                <a:gd name="connsiteY98" fmla="*/ 710291 h 6685267"/>
                <a:gd name="connsiteX99" fmla="*/ 1452961 w 5822102"/>
                <a:gd name="connsiteY99" fmla="*/ 603514 h 6685267"/>
                <a:gd name="connsiteX100" fmla="*/ 2033360 w 5822102"/>
                <a:gd name="connsiteY100" fmla="*/ 235818 h 6685267"/>
                <a:gd name="connsiteX101" fmla="*/ 2512513 w 5822102"/>
                <a:gd name="connsiteY101" fmla="*/ 30012 h 668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5822102" h="6685267">
                  <a:moveTo>
                    <a:pt x="2605444" y="0"/>
                  </a:moveTo>
                  <a:lnTo>
                    <a:pt x="4757391" y="0"/>
                  </a:lnTo>
                  <a:lnTo>
                    <a:pt x="4913680" y="56274"/>
                  </a:lnTo>
                  <a:cubicBezTo>
                    <a:pt x="5074659" y="119278"/>
                    <a:pt x="5229483" y="195083"/>
                    <a:pt x="5376238" y="282027"/>
                  </a:cubicBezTo>
                  <a:cubicBezTo>
                    <a:pt x="5474014" y="340105"/>
                    <a:pt x="5568080" y="403280"/>
                    <a:pt x="5658024" y="471014"/>
                  </a:cubicBezTo>
                  <a:lnTo>
                    <a:pt x="5822102" y="609109"/>
                  </a:lnTo>
                  <a:lnTo>
                    <a:pt x="5822102" y="760697"/>
                  </a:lnTo>
                  <a:lnTo>
                    <a:pt x="5707785" y="666601"/>
                  </a:lnTo>
                  <a:cubicBezTo>
                    <a:pt x="5665273" y="633682"/>
                    <a:pt x="5621749" y="602008"/>
                    <a:pt x="5577306" y="571666"/>
                  </a:cubicBezTo>
                  <a:cubicBezTo>
                    <a:pt x="5487929" y="511562"/>
                    <a:pt x="5395118" y="456089"/>
                    <a:pt x="5298630" y="407449"/>
                  </a:cubicBezTo>
                  <a:cubicBezTo>
                    <a:pt x="5106266" y="309010"/>
                    <a:pt x="4901153" y="235355"/>
                    <a:pt x="4690768" y="184979"/>
                  </a:cubicBezTo>
                  <a:cubicBezTo>
                    <a:pt x="4480382" y="134486"/>
                    <a:pt x="4264724" y="106807"/>
                    <a:pt x="4048577" y="99280"/>
                  </a:cubicBezTo>
                  <a:cubicBezTo>
                    <a:pt x="3832182" y="90709"/>
                    <a:pt x="3617997" y="102290"/>
                    <a:pt x="3405404" y="131937"/>
                  </a:cubicBezTo>
                  <a:cubicBezTo>
                    <a:pt x="3299353" y="147340"/>
                    <a:pt x="3193915" y="166449"/>
                    <a:pt x="3089702" y="190190"/>
                  </a:cubicBezTo>
                  <a:cubicBezTo>
                    <a:pt x="2985491" y="214278"/>
                    <a:pt x="2882137" y="241725"/>
                    <a:pt x="2780132" y="273457"/>
                  </a:cubicBezTo>
                  <a:cubicBezTo>
                    <a:pt x="2678126" y="305073"/>
                    <a:pt x="2577348" y="340510"/>
                    <a:pt x="2478040" y="379654"/>
                  </a:cubicBezTo>
                  <a:cubicBezTo>
                    <a:pt x="2378854" y="418914"/>
                    <a:pt x="2281017" y="461763"/>
                    <a:pt x="2184897" y="507972"/>
                  </a:cubicBezTo>
                  <a:cubicBezTo>
                    <a:pt x="1992657" y="600271"/>
                    <a:pt x="1806791" y="705542"/>
                    <a:pt x="1629141" y="823205"/>
                  </a:cubicBezTo>
                  <a:cubicBezTo>
                    <a:pt x="1584882" y="852736"/>
                    <a:pt x="1540745" y="882731"/>
                    <a:pt x="1497711" y="914000"/>
                  </a:cubicBezTo>
                  <a:cubicBezTo>
                    <a:pt x="1475888" y="929286"/>
                    <a:pt x="1454555" y="945153"/>
                    <a:pt x="1433099" y="960903"/>
                  </a:cubicBezTo>
                  <a:cubicBezTo>
                    <a:pt x="1411521" y="976537"/>
                    <a:pt x="1390311" y="992634"/>
                    <a:pt x="1369346" y="1008963"/>
                  </a:cubicBezTo>
                  <a:cubicBezTo>
                    <a:pt x="1285119" y="1074165"/>
                    <a:pt x="1202730" y="1141797"/>
                    <a:pt x="1123406" y="1212905"/>
                  </a:cubicBezTo>
                  <a:cubicBezTo>
                    <a:pt x="964391" y="1354656"/>
                    <a:pt x="816900" y="1509261"/>
                    <a:pt x="684367" y="1675564"/>
                  </a:cubicBezTo>
                  <a:cubicBezTo>
                    <a:pt x="618161" y="1758716"/>
                    <a:pt x="555512" y="1844763"/>
                    <a:pt x="497153" y="1933588"/>
                  </a:cubicBezTo>
                  <a:cubicBezTo>
                    <a:pt x="439775" y="2022877"/>
                    <a:pt x="385584" y="2114367"/>
                    <a:pt x="337770" y="2208983"/>
                  </a:cubicBezTo>
                  <a:cubicBezTo>
                    <a:pt x="325388" y="2232493"/>
                    <a:pt x="313862" y="2256349"/>
                    <a:pt x="302461" y="2280207"/>
                  </a:cubicBezTo>
                  <a:lnTo>
                    <a:pt x="285296" y="2316107"/>
                  </a:lnTo>
                  <a:lnTo>
                    <a:pt x="268991" y="2352355"/>
                  </a:lnTo>
                  <a:cubicBezTo>
                    <a:pt x="258324" y="2376560"/>
                    <a:pt x="247535" y="2400764"/>
                    <a:pt x="237849" y="2425432"/>
                  </a:cubicBezTo>
                  <a:cubicBezTo>
                    <a:pt x="228163" y="2450099"/>
                    <a:pt x="217498" y="2474419"/>
                    <a:pt x="208670" y="2499319"/>
                  </a:cubicBezTo>
                  <a:cubicBezTo>
                    <a:pt x="170909" y="2598219"/>
                    <a:pt x="138908" y="2699206"/>
                    <a:pt x="113775" y="2801929"/>
                  </a:cubicBezTo>
                  <a:cubicBezTo>
                    <a:pt x="62773" y="3006911"/>
                    <a:pt x="36659" y="3217917"/>
                    <a:pt x="36781" y="3428922"/>
                  </a:cubicBezTo>
                  <a:cubicBezTo>
                    <a:pt x="37394" y="3534078"/>
                    <a:pt x="47816" y="3639001"/>
                    <a:pt x="69148" y="3741955"/>
                  </a:cubicBezTo>
                  <a:cubicBezTo>
                    <a:pt x="91585" y="3844679"/>
                    <a:pt x="124074" y="3945202"/>
                    <a:pt x="167966" y="4041323"/>
                  </a:cubicBezTo>
                  <a:cubicBezTo>
                    <a:pt x="178387" y="4065528"/>
                    <a:pt x="190525" y="4089153"/>
                    <a:pt x="202049" y="4112894"/>
                  </a:cubicBezTo>
                  <a:cubicBezTo>
                    <a:pt x="214555" y="4136288"/>
                    <a:pt x="226447" y="4159912"/>
                    <a:pt x="239933" y="4182843"/>
                  </a:cubicBezTo>
                  <a:cubicBezTo>
                    <a:pt x="265680" y="4229167"/>
                    <a:pt x="294368" y="4274101"/>
                    <a:pt x="323916" y="4318456"/>
                  </a:cubicBezTo>
                  <a:cubicBezTo>
                    <a:pt x="353341" y="4362927"/>
                    <a:pt x="384849" y="4406240"/>
                    <a:pt x="416604" y="4449436"/>
                  </a:cubicBezTo>
                  <a:cubicBezTo>
                    <a:pt x="448847" y="4492286"/>
                    <a:pt x="482319" y="4534557"/>
                    <a:pt x="515911" y="4576711"/>
                  </a:cubicBezTo>
                  <a:cubicBezTo>
                    <a:pt x="583219" y="4661137"/>
                    <a:pt x="653594" y="4743825"/>
                    <a:pt x="722619" y="4828482"/>
                  </a:cubicBezTo>
                  <a:cubicBezTo>
                    <a:pt x="757315" y="4870637"/>
                    <a:pt x="791889" y="4913138"/>
                    <a:pt x="825972" y="4956104"/>
                  </a:cubicBezTo>
                  <a:cubicBezTo>
                    <a:pt x="859934" y="4998722"/>
                    <a:pt x="893649" y="5044004"/>
                    <a:pt x="926506" y="5085347"/>
                  </a:cubicBezTo>
                  <a:cubicBezTo>
                    <a:pt x="959119" y="5127734"/>
                    <a:pt x="993324" y="5168847"/>
                    <a:pt x="1027040" y="5210191"/>
                  </a:cubicBezTo>
                  <a:cubicBezTo>
                    <a:pt x="1061737" y="5250840"/>
                    <a:pt x="1096188" y="5291488"/>
                    <a:pt x="1132110" y="5330748"/>
                  </a:cubicBezTo>
                  <a:cubicBezTo>
                    <a:pt x="1203465" y="5409731"/>
                    <a:pt x="1277639" y="5485818"/>
                    <a:pt x="1354880" y="5558083"/>
                  </a:cubicBezTo>
                  <a:cubicBezTo>
                    <a:pt x="1509603" y="5702266"/>
                    <a:pt x="1676588" y="5830930"/>
                    <a:pt x="1855220" y="5937591"/>
                  </a:cubicBezTo>
                  <a:cubicBezTo>
                    <a:pt x="1944720" y="5990632"/>
                    <a:pt x="2036549" y="6039272"/>
                    <a:pt x="2131810" y="6080268"/>
                  </a:cubicBezTo>
                  <a:cubicBezTo>
                    <a:pt x="2226460" y="6122423"/>
                    <a:pt x="2324173" y="6157977"/>
                    <a:pt x="2423726" y="6188087"/>
                  </a:cubicBezTo>
                  <a:cubicBezTo>
                    <a:pt x="2523280" y="6218313"/>
                    <a:pt x="2624794" y="6242749"/>
                    <a:pt x="2727780" y="6262552"/>
                  </a:cubicBezTo>
                  <a:cubicBezTo>
                    <a:pt x="2830890" y="6282008"/>
                    <a:pt x="2935714" y="6295326"/>
                    <a:pt x="3041276" y="6304245"/>
                  </a:cubicBezTo>
                  <a:cubicBezTo>
                    <a:pt x="3146836" y="6313277"/>
                    <a:pt x="3253499" y="6317215"/>
                    <a:pt x="3360532" y="6317331"/>
                  </a:cubicBezTo>
                  <a:cubicBezTo>
                    <a:pt x="3387259" y="6317331"/>
                    <a:pt x="3414354" y="6317794"/>
                    <a:pt x="3439855" y="6316751"/>
                  </a:cubicBezTo>
                  <a:lnTo>
                    <a:pt x="3478721" y="6315826"/>
                  </a:lnTo>
                  <a:lnTo>
                    <a:pt x="3517463" y="6313971"/>
                  </a:lnTo>
                  <a:cubicBezTo>
                    <a:pt x="3569078" y="6311772"/>
                    <a:pt x="3620449" y="6306907"/>
                    <a:pt x="3671452" y="6301233"/>
                  </a:cubicBezTo>
                  <a:cubicBezTo>
                    <a:pt x="3875707" y="6277608"/>
                    <a:pt x="4074445" y="6225841"/>
                    <a:pt x="4265460" y="6149638"/>
                  </a:cubicBezTo>
                  <a:cubicBezTo>
                    <a:pt x="4361212" y="6111884"/>
                    <a:pt x="4454636" y="6067065"/>
                    <a:pt x="4546587" y="6018079"/>
                  </a:cubicBezTo>
                  <a:cubicBezTo>
                    <a:pt x="4638662" y="5969322"/>
                    <a:pt x="4729020" y="5915240"/>
                    <a:pt x="4818030" y="5858029"/>
                  </a:cubicBezTo>
                  <a:cubicBezTo>
                    <a:pt x="4907038" y="5800703"/>
                    <a:pt x="4994577" y="5739672"/>
                    <a:pt x="5081870" y="5676903"/>
                  </a:cubicBezTo>
                  <a:cubicBezTo>
                    <a:pt x="5125392" y="5645519"/>
                    <a:pt x="5168794" y="5613324"/>
                    <a:pt x="5212073" y="5581013"/>
                  </a:cubicBezTo>
                  <a:lnTo>
                    <a:pt x="5343625" y="5481533"/>
                  </a:lnTo>
                  <a:cubicBezTo>
                    <a:pt x="5432696" y="5414768"/>
                    <a:pt x="5521951" y="5349452"/>
                    <a:pt x="5610378" y="5284425"/>
                  </a:cubicBezTo>
                  <a:lnTo>
                    <a:pt x="5822102" y="5126414"/>
                  </a:lnTo>
                  <a:lnTo>
                    <a:pt x="5822102" y="5556641"/>
                  </a:lnTo>
                  <a:lnTo>
                    <a:pt x="5576325" y="5749979"/>
                  </a:lnTo>
                  <a:lnTo>
                    <a:pt x="5447715" y="5852818"/>
                  </a:lnTo>
                  <a:cubicBezTo>
                    <a:pt x="5403945" y="5887445"/>
                    <a:pt x="5359932" y="5922073"/>
                    <a:pt x="5315059" y="5956236"/>
                  </a:cubicBezTo>
                  <a:cubicBezTo>
                    <a:pt x="5225682" y="6024680"/>
                    <a:pt x="5133976" y="6091734"/>
                    <a:pt x="5038468" y="6155776"/>
                  </a:cubicBezTo>
                  <a:cubicBezTo>
                    <a:pt x="4943084" y="6219703"/>
                    <a:pt x="4845002" y="6281777"/>
                    <a:pt x="4741892" y="6338292"/>
                  </a:cubicBezTo>
                  <a:cubicBezTo>
                    <a:pt x="4638784" y="6394692"/>
                    <a:pt x="4532120" y="6447038"/>
                    <a:pt x="4420920" y="6492203"/>
                  </a:cubicBezTo>
                  <a:cubicBezTo>
                    <a:pt x="4199255" y="6583693"/>
                    <a:pt x="3959813" y="6644840"/>
                    <a:pt x="3717672" y="6670434"/>
                  </a:cubicBezTo>
                  <a:cubicBezTo>
                    <a:pt x="3657106" y="6676456"/>
                    <a:pt x="3596419" y="6681321"/>
                    <a:pt x="3535853" y="6683289"/>
                  </a:cubicBezTo>
                  <a:lnTo>
                    <a:pt x="3490367" y="6684910"/>
                  </a:lnTo>
                  <a:lnTo>
                    <a:pt x="3445005" y="6685142"/>
                  </a:lnTo>
                  <a:cubicBezTo>
                    <a:pt x="3414354" y="6685605"/>
                    <a:pt x="3385297" y="6684679"/>
                    <a:pt x="3355872" y="6684100"/>
                  </a:cubicBezTo>
                  <a:cubicBezTo>
                    <a:pt x="3297146" y="6683405"/>
                    <a:pt x="3238052" y="6680047"/>
                    <a:pt x="3179203" y="6677150"/>
                  </a:cubicBezTo>
                  <a:cubicBezTo>
                    <a:pt x="3120232" y="6672519"/>
                    <a:pt x="3061259" y="6668233"/>
                    <a:pt x="3002410" y="6661169"/>
                  </a:cubicBezTo>
                  <a:cubicBezTo>
                    <a:pt x="2884589" y="6647851"/>
                    <a:pt x="2766891" y="6629669"/>
                    <a:pt x="2650296" y="6604191"/>
                  </a:cubicBezTo>
                  <a:cubicBezTo>
                    <a:pt x="2533702" y="6578713"/>
                    <a:pt x="2418456" y="6545938"/>
                    <a:pt x="2306028" y="6505869"/>
                  </a:cubicBezTo>
                  <a:cubicBezTo>
                    <a:pt x="2193602" y="6465683"/>
                    <a:pt x="2084118" y="6417738"/>
                    <a:pt x="1978803" y="6363307"/>
                  </a:cubicBezTo>
                  <a:cubicBezTo>
                    <a:pt x="1873855" y="6308066"/>
                    <a:pt x="1773077" y="6246340"/>
                    <a:pt x="1678428" y="6177779"/>
                  </a:cubicBezTo>
                  <a:cubicBezTo>
                    <a:pt x="1488393" y="6041356"/>
                    <a:pt x="1321900" y="5881423"/>
                    <a:pt x="1175880" y="5710373"/>
                  </a:cubicBezTo>
                  <a:cubicBezTo>
                    <a:pt x="1103177" y="5624441"/>
                    <a:pt x="1035501" y="5535732"/>
                    <a:pt x="971502" y="5445399"/>
                  </a:cubicBezTo>
                  <a:cubicBezTo>
                    <a:pt x="907380" y="5355069"/>
                    <a:pt x="847550" y="5262768"/>
                    <a:pt x="790909" y="5169078"/>
                  </a:cubicBezTo>
                  <a:cubicBezTo>
                    <a:pt x="761974" y="5121712"/>
                    <a:pt x="735492" y="5077357"/>
                    <a:pt x="706680" y="5031959"/>
                  </a:cubicBezTo>
                  <a:cubicBezTo>
                    <a:pt x="678114" y="4986910"/>
                    <a:pt x="649058" y="4941860"/>
                    <a:pt x="619143" y="4897157"/>
                  </a:cubicBezTo>
                  <a:lnTo>
                    <a:pt x="436465" y="4628710"/>
                  </a:lnTo>
                  <a:cubicBezTo>
                    <a:pt x="406182" y="4583544"/>
                    <a:pt x="376267" y="4538147"/>
                    <a:pt x="347088" y="4492171"/>
                  </a:cubicBezTo>
                  <a:cubicBezTo>
                    <a:pt x="317908" y="4446194"/>
                    <a:pt x="288974" y="4400102"/>
                    <a:pt x="262001" y="4352619"/>
                  </a:cubicBezTo>
                  <a:cubicBezTo>
                    <a:pt x="207934" y="4258119"/>
                    <a:pt x="158280" y="4160840"/>
                    <a:pt x="118679" y="4059853"/>
                  </a:cubicBezTo>
                  <a:cubicBezTo>
                    <a:pt x="78343" y="3959214"/>
                    <a:pt x="48429" y="3854870"/>
                    <a:pt x="28322" y="3749136"/>
                  </a:cubicBezTo>
                  <a:cubicBezTo>
                    <a:pt x="9073" y="3643402"/>
                    <a:pt x="0" y="3536046"/>
                    <a:pt x="0" y="3428922"/>
                  </a:cubicBezTo>
                  <a:cubicBezTo>
                    <a:pt x="1594" y="3001816"/>
                    <a:pt x="89010" y="2575868"/>
                    <a:pt x="253052" y="2174356"/>
                  </a:cubicBezTo>
                  <a:cubicBezTo>
                    <a:pt x="294246" y="2074066"/>
                    <a:pt x="338873" y="1974700"/>
                    <a:pt x="389141" y="1877652"/>
                  </a:cubicBezTo>
                  <a:cubicBezTo>
                    <a:pt x="438672" y="1780256"/>
                    <a:pt x="493230" y="1684945"/>
                    <a:pt x="552079" y="1591834"/>
                  </a:cubicBezTo>
                  <a:cubicBezTo>
                    <a:pt x="669900" y="1405728"/>
                    <a:pt x="804394" y="1227729"/>
                    <a:pt x="954950" y="1061773"/>
                  </a:cubicBezTo>
                  <a:cubicBezTo>
                    <a:pt x="1030597" y="979085"/>
                    <a:pt x="1109552" y="898829"/>
                    <a:pt x="1192922" y="822626"/>
                  </a:cubicBezTo>
                  <a:cubicBezTo>
                    <a:pt x="1213642" y="803402"/>
                    <a:pt x="1234483" y="784409"/>
                    <a:pt x="1255939" y="765880"/>
                  </a:cubicBezTo>
                  <a:cubicBezTo>
                    <a:pt x="1277273" y="747234"/>
                    <a:pt x="1298237" y="728241"/>
                    <a:pt x="1320183" y="710291"/>
                  </a:cubicBezTo>
                  <a:cubicBezTo>
                    <a:pt x="1363585" y="673811"/>
                    <a:pt x="1408088" y="638489"/>
                    <a:pt x="1452961" y="603514"/>
                  </a:cubicBezTo>
                  <a:cubicBezTo>
                    <a:pt x="1633310" y="464543"/>
                    <a:pt x="1828125" y="341437"/>
                    <a:pt x="2033360" y="235818"/>
                  </a:cubicBezTo>
                  <a:cubicBezTo>
                    <a:pt x="2187242" y="156561"/>
                    <a:pt x="2347554" y="87597"/>
                    <a:pt x="2512513" y="3001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5102EBE-A80F-4CFF-B1DD-941EF9728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04998" y="98659"/>
              <a:ext cx="5774333" cy="6315453"/>
            </a:xfrm>
            <a:custGeom>
              <a:avLst/>
              <a:gdLst>
                <a:gd name="connsiteX0" fmla="*/ 3707237 w 5774333"/>
                <a:gd name="connsiteY0" fmla="*/ 1489 h 6315453"/>
                <a:gd name="connsiteX1" fmla="*/ 4037665 w 5774333"/>
                <a:gd name="connsiteY1" fmla="*/ 6121 h 6315453"/>
                <a:gd name="connsiteX2" fmla="*/ 4692239 w 5774333"/>
                <a:gd name="connsiteY2" fmla="*/ 102128 h 6315453"/>
                <a:gd name="connsiteX3" fmla="*/ 5315059 w 5774333"/>
                <a:gd name="connsiteY3" fmla="*/ 324945 h 6315453"/>
                <a:gd name="connsiteX4" fmla="*/ 5738325 w 5774333"/>
                <a:gd name="connsiteY4" fmla="*/ 578286 h 6315453"/>
                <a:gd name="connsiteX5" fmla="*/ 5774333 w 5774333"/>
                <a:gd name="connsiteY5" fmla="*/ 606551 h 6315453"/>
                <a:gd name="connsiteX6" fmla="*/ 5774333 w 5774333"/>
                <a:gd name="connsiteY6" fmla="*/ 975490 h 6315453"/>
                <a:gd name="connsiteX7" fmla="*/ 5676001 w 5774333"/>
                <a:gd name="connsiteY7" fmla="*/ 889749 h 6315453"/>
                <a:gd name="connsiteX8" fmla="*/ 5177132 w 5774333"/>
                <a:gd name="connsiteY8" fmla="*/ 581926 h 6315453"/>
                <a:gd name="connsiteX9" fmla="*/ 4615735 w 5774333"/>
                <a:gd name="connsiteY9" fmla="*/ 388640 h 6315453"/>
                <a:gd name="connsiteX10" fmla="*/ 4020010 w 5774333"/>
                <a:gd name="connsiteY10" fmla="*/ 308500 h 6315453"/>
                <a:gd name="connsiteX11" fmla="*/ 3416315 w 5774333"/>
                <a:gd name="connsiteY11" fmla="*/ 328882 h 6315453"/>
                <a:gd name="connsiteX12" fmla="*/ 2823779 w 5774333"/>
                <a:gd name="connsiteY12" fmla="*/ 446545 h 6315453"/>
                <a:gd name="connsiteX13" fmla="*/ 2256987 w 5774333"/>
                <a:gd name="connsiteY13" fmla="*/ 651296 h 6315453"/>
                <a:gd name="connsiteX14" fmla="*/ 1244169 w 5774333"/>
                <a:gd name="connsiteY14" fmla="*/ 1280374 h 6315453"/>
                <a:gd name="connsiteX15" fmla="*/ 830141 w 5774333"/>
                <a:gd name="connsiteY15" fmla="*/ 1700184 h 6315453"/>
                <a:gd name="connsiteX16" fmla="*/ 502792 w 5774333"/>
                <a:gd name="connsiteY16" fmla="*/ 2182300 h 6315453"/>
                <a:gd name="connsiteX17" fmla="*/ 280637 w 5774333"/>
                <a:gd name="connsiteY17" fmla="*/ 2715256 h 6315453"/>
                <a:gd name="connsiteX18" fmla="*/ 199843 w 5774333"/>
                <a:gd name="connsiteY18" fmla="*/ 3283418 h 6315453"/>
                <a:gd name="connsiteX19" fmla="*/ 233926 w 5774333"/>
                <a:gd name="connsiteY19" fmla="*/ 3561593 h 6315453"/>
                <a:gd name="connsiteX20" fmla="*/ 334582 w 5774333"/>
                <a:gd name="connsiteY20" fmla="*/ 3821816 h 6315453"/>
                <a:gd name="connsiteX21" fmla="*/ 404834 w 5774333"/>
                <a:gd name="connsiteY21" fmla="*/ 3944343 h 6315453"/>
                <a:gd name="connsiteX22" fmla="*/ 485506 w 5774333"/>
                <a:gd name="connsiteY22" fmla="*/ 4062932 h 6315453"/>
                <a:gd name="connsiteX23" fmla="*/ 671861 w 5774333"/>
                <a:gd name="connsiteY23" fmla="*/ 4292120 h 6315453"/>
                <a:gd name="connsiteX24" fmla="*/ 873542 w 5774333"/>
                <a:gd name="connsiteY24" fmla="*/ 4523044 h 6315453"/>
                <a:gd name="connsiteX25" fmla="*/ 973831 w 5774333"/>
                <a:gd name="connsiteY25" fmla="*/ 4643601 h 6315453"/>
                <a:gd name="connsiteX26" fmla="*/ 1022014 w 5774333"/>
                <a:gd name="connsiteY26" fmla="*/ 4702780 h 6315453"/>
                <a:gd name="connsiteX27" fmla="*/ 1069215 w 5774333"/>
                <a:gd name="connsiteY27" fmla="*/ 4759411 h 6315453"/>
                <a:gd name="connsiteX28" fmla="*/ 1474784 w 5774333"/>
                <a:gd name="connsiteY28" fmla="*/ 5177948 h 6315453"/>
                <a:gd name="connsiteX29" fmla="*/ 1690442 w 5774333"/>
                <a:gd name="connsiteY29" fmla="*/ 5366255 h 6315453"/>
                <a:gd name="connsiteX30" fmla="*/ 1916276 w 5774333"/>
                <a:gd name="connsiteY30" fmla="*/ 5539852 h 6315453"/>
                <a:gd name="connsiteX31" fmla="*/ 2420784 w 5774333"/>
                <a:gd name="connsiteY31" fmla="*/ 5814437 h 6315453"/>
                <a:gd name="connsiteX32" fmla="*/ 2703015 w 5774333"/>
                <a:gd name="connsiteY32" fmla="*/ 5892029 h 6315453"/>
                <a:gd name="connsiteX33" fmla="*/ 2775350 w 5774333"/>
                <a:gd name="connsiteY33" fmla="*/ 5905695 h 6315453"/>
                <a:gd name="connsiteX34" fmla="*/ 2848299 w 5774333"/>
                <a:gd name="connsiteY34" fmla="*/ 5917161 h 6315453"/>
                <a:gd name="connsiteX35" fmla="*/ 2995544 w 5774333"/>
                <a:gd name="connsiteY35" fmla="*/ 5933605 h 6315453"/>
                <a:gd name="connsiteX36" fmla="*/ 3069596 w 5774333"/>
                <a:gd name="connsiteY36" fmla="*/ 5938933 h 6315453"/>
                <a:gd name="connsiteX37" fmla="*/ 3143894 w 5774333"/>
                <a:gd name="connsiteY37" fmla="*/ 5942639 h 6315453"/>
                <a:gd name="connsiteX38" fmla="*/ 3218436 w 5774333"/>
                <a:gd name="connsiteY38" fmla="*/ 5944260 h 6315453"/>
                <a:gd name="connsiteX39" fmla="*/ 3293101 w 5774333"/>
                <a:gd name="connsiteY39" fmla="*/ 5943913 h 6315453"/>
                <a:gd name="connsiteX40" fmla="*/ 3330494 w 5774333"/>
                <a:gd name="connsiteY40" fmla="*/ 5943565 h 6315453"/>
                <a:gd name="connsiteX41" fmla="*/ 3366540 w 5774333"/>
                <a:gd name="connsiteY41" fmla="*/ 5942059 h 6315453"/>
                <a:gd name="connsiteX42" fmla="*/ 3402462 w 5774333"/>
                <a:gd name="connsiteY42" fmla="*/ 5940323 h 6315453"/>
                <a:gd name="connsiteX43" fmla="*/ 3438262 w 5774333"/>
                <a:gd name="connsiteY43" fmla="*/ 5937543 h 6315453"/>
                <a:gd name="connsiteX44" fmla="*/ 3580236 w 5774333"/>
                <a:gd name="connsiteY44" fmla="*/ 5920982 h 6315453"/>
                <a:gd name="connsiteX45" fmla="*/ 4121034 w 5774333"/>
                <a:gd name="connsiteY45" fmla="*/ 5753290 h 6315453"/>
                <a:gd name="connsiteX46" fmla="*/ 4620639 w 5774333"/>
                <a:gd name="connsiteY46" fmla="*/ 5459364 h 6315453"/>
                <a:gd name="connsiteX47" fmla="*/ 4741771 w 5774333"/>
                <a:gd name="connsiteY47" fmla="*/ 5372971 h 6315453"/>
                <a:gd name="connsiteX48" fmla="*/ 4862901 w 5774333"/>
                <a:gd name="connsiteY48" fmla="*/ 5283682 h 6315453"/>
                <a:gd name="connsiteX49" fmla="*/ 5108229 w 5774333"/>
                <a:gd name="connsiteY49" fmla="*/ 5098386 h 6315453"/>
                <a:gd name="connsiteX50" fmla="*/ 5612493 w 5774333"/>
                <a:gd name="connsiteY50" fmla="*/ 4739724 h 6315453"/>
                <a:gd name="connsiteX51" fmla="*/ 5774333 w 5774333"/>
                <a:gd name="connsiteY51" fmla="*/ 4623488 h 6315453"/>
                <a:gd name="connsiteX52" fmla="*/ 5774333 w 5774333"/>
                <a:gd name="connsiteY52" fmla="*/ 5232926 h 6315453"/>
                <a:gd name="connsiteX53" fmla="*/ 5676492 w 5774333"/>
                <a:gd name="connsiteY53" fmla="*/ 5306859 h 6315453"/>
                <a:gd name="connsiteX54" fmla="*/ 5426260 w 5774333"/>
                <a:gd name="connsiteY54" fmla="*/ 5486233 h 6315453"/>
                <a:gd name="connsiteX55" fmla="*/ 5300225 w 5774333"/>
                <a:gd name="connsiteY55" fmla="*/ 5576217 h 6315453"/>
                <a:gd name="connsiteX56" fmla="*/ 5170757 w 5774333"/>
                <a:gd name="connsiteY56" fmla="*/ 5666780 h 6315453"/>
                <a:gd name="connsiteX57" fmla="*/ 5038100 w 5774333"/>
                <a:gd name="connsiteY57" fmla="*/ 5756185 h 6315453"/>
                <a:gd name="connsiteX58" fmla="*/ 4901276 w 5774333"/>
                <a:gd name="connsiteY58" fmla="*/ 5843043 h 6315453"/>
                <a:gd name="connsiteX59" fmla="*/ 4614019 w 5774333"/>
                <a:gd name="connsiteY59" fmla="*/ 6006103 h 6315453"/>
                <a:gd name="connsiteX60" fmla="*/ 4305061 w 5774333"/>
                <a:gd name="connsiteY60" fmla="*/ 6144726 h 6315453"/>
                <a:gd name="connsiteX61" fmla="*/ 3632710 w 5774333"/>
                <a:gd name="connsiteY61" fmla="*/ 6304196 h 6315453"/>
                <a:gd name="connsiteX62" fmla="*/ 3459594 w 5774333"/>
                <a:gd name="connsiteY62" fmla="*/ 6314504 h 6315453"/>
                <a:gd name="connsiteX63" fmla="*/ 3416315 w 5774333"/>
                <a:gd name="connsiteY63" fmla="*/ 6315429 h 6315453"/>
                <a:gd name="connsiteX64" fmla="*/ 3373159 w 5774333"/>
                <a:gd name="connsiteY64" fmla="*/ 6315198 h 6315453"/>
                <a:gd name="connsiteX65" fmla="*/ 3330127 w 5774333"/>
                <a:gd name="connsiteY65" fmla="*/ 6314735 h 6315453"/>
                <a:gd name="connsiteX66" fmla="*/ 3288320 w 5774333"/>
                <a:gd name="connsiteY66" fmla="*/ 6313230 h 6315453"/>
                <a:gd name="connsiteX67" fmla="*/ 2954350 w 5774333"/>
                <a:gd name="connsiteY67" fmla="*/ 6288098 h 6315453"/>
                <a:gd name="connsiteX68" fmla="*/ 2622466 w 5774333"/>
                <a:gd name="connsiteY68" fmla="*/ 6232742 h 6315453"/>
                <a:gd name="connsiteX69" fmla="*/ 2296466 w 5774333"/>
                <a:gd name="connsiteY69" fmla="*/ 6146001 h 6315453"/>
                <a:gd name="connsiteX70" fmla="*/ 1672419 w 5774333"/>
                <a:gd name="connsiteY70" fmla="*/ 5885197 h 6315453"/>
                <a:gd name="connsiteX71" fmla="*/ 1146578 w 5774333"/>
                <a:gd name="connsiteY71" fmla="*/ 5479168 h 6315453"/>
                <a:gd name="connsiteX72" fmla="*/ 933372 w 5774333"/>
                <a:gd name="connsiteY72" fmla="*/ 5234810 h 6315453"/>
                <a:gd name="connsiteX73" fmla="*/ 747140 w 5774333"/>
                <a:gd name="connsiteY73" fmla="*/ 4976091 h 6315453"/>
                <a:gd name="connsiteX74" fmla="*/ 703616 w 5774333"/>
                <a:gd name="connsiteY74" fmla="*/ 4910196 h 6315453"/>
                <a:gd name="connsiteX75" fmla="*/ 662053 w 5774333"/>
                <a:gd name="connsiteY75" fmla="*/ 4846269 h 6315453"/>
                <a:gd name="connsiteX76" fmla="*/ 580033 w 5774333"/>
                <a:gd name="connsiteY76" fmla="*/ 4722352 h 6315453"/>
                <a:gd name="connsiteX77" fmla="*/ 410105 w 5774333"/>
                <a:gd name="connsiteY77" fmla="*/ 4469193 h 6315453"/>
                <a:gd name="connsiteX78" fmla="*/ 244224 w 5774333"/>
                <a:gd name="connsiteY78" fmla="*/ 4201556 h 6315453"/>
                <a:gd name="connsiteX79" fmla="*/ 169437 w 5774333"/>
                <a:gd name="connsiteY79" fmla="*/ 4059690 h 6315453"/>
                <a:gd name="connsiteX80" fmla="*/ 105929 w 5774333"/>
                <a:gd name="connsiteY80" fmla="*/ 3911221 h 6315453"/>
                <a:gd name="connsiteX81" fmla="*/ 57256 w 5774333"/>
                <a:gd name="connsiteY81" fmla="*/ 3757195 h 6315453"/>
                <a:gd name="connsiteX82" fmla="*/ 39111 w 5774333"/>
                <a:gd name="connsiteY82" fmla="*/ 3678677 h 6315453"/>
                <a:gd name="connsiteX83" fmla="*/ 31142 w 5774333"/>
                <a:gd name="connsiteY83" fmla="*/ 3639300 h 6315453"/>
                <a:gd name="connsiteX84" fmla="*/ 24521 w 5774333"/>
                <a:gd name="connsiteY84" fmla="*/ 3599809 h 6315453"/>
                <a:gd name="connsiteX85" fmla="*/ 0 w 5774333"/>
                <a:gd name="connsiteY85" fmla="*/ 3283418 h 6315453"/>
                <a:gd name="connsiteX86" fmla="*/ 68045 w 5774333"/>
                <a:gd name="connsiteY86" fmla="*/ 2666963 h 6315453"/>
                <a:gd name="connsiteX87" fmla="*/ 272546 w 5774333"/>
                <a:gd name="connsiteY87" fmla="*/ 2076334 h 6315453"/>
                <a:gd name="connsiteX88" fmla="*/ 1039300 w 5774333"/>
                <a:gd name="connsiteY88" fmla="*/ 1073307 h 6315453"/>
                <a:gd name="connsiteX89" fmla="*/ 1547733 w 5774333"/>
                <a:gd name="connsiteY89" fmla="*/ 680365 h 6315453"/>
                <a:gd name="connsiteX90" fmla="*/ 2115995 w 5774333"/>
                <a:gd name="connsiteY90" fmla="*/ 368373 h 6315453"/>
                <a:gd name="connsiteX91" fmla="*/ 3377451 w 5774333"/>
                <a:gd name="connsiteY91" fmla="*/ 24304 h 6315453"/>
                <a:gd name="connsiteX92" fmla="*/ 3707237 w 5774333"/>
                <a:gd name="connsiteY92" fmla="*/ 1489 h 6315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5774333" h="6315453">
                  <a:moveTo>
                    <a:pt x="3707237" y="1489"/>
                  </a:moveTo>
                  <a:cubicBezTo>
                    <a:pt x="3817502" y="-1522"/>
                    <a:pt x="3927875" y="41"/>
                    <a:pt x="4037665" y="6121"/>
                  </a:cubicBezTo>
                  <a:cubicBezTo>
                    <a:pt x="4257614" y="18745"/>
                    <a:pt x="4477439" y="49665"/>
                    <a:pt x="4692239" y="102128"/>
                  </a:cubicBezTo>
                  <a:cubicBezTo>
                    <a:pt x="4907039" y="154474"/>
                    <a:pt x="5116811" y="228592"/>
                    <a:pt x="5315059" y="324945"/>
                  </a:cubicBezTo>
                  <a:cubicBezTo>
                    <a:pt x="5463562" y="397211"/>
                    <a:pt x="5606133" y="481527"/>
                    <a:pt x="5738325" y="578286"/>
                  </a:cubicBezTo>
                  <a:lnTo>
                    <a:pt x="5774333" y="606551"/>
                  </a:lnTo>
                  <a:lnTo>
                    <a:pt x="5774333" y="975490"/>
                  </a:lnTo>
                  <a:lnTo>
                    <a:pt x="5676001" y="889749"/>
                  </a:lnTo>
                  <a:cubicBezTo>
                    <a:pt x="5522381" y="769886"/>
                    <a:pt x="5355519" y="665657"/>
                    <a:pt x="5177132" y="581926"/>
                  </a:cubicBezTo>
                  <a:cubicBezTo>
                    <a:pt x="4998867" y="497965"/>
                    <a:pt x="4810183" y="433574"/>
                    <a:pt x="4615735" y="388640"/>
                  </a:cubicBezTo>
                  <a:cubicBezTo>
                    <a:pt x="4421289" y="343591"/>
                    <a:pt x="4221446" y="317649"/>
                    <a:pt x="4020010" y="308500"/>
                  </a:cubicBezTo>
                  <a:cubicBezTo>
                    <a:pt x="3818207" y="298887"/>
                    <a:pt x="3616649" y="305257"/>
                    <a:pt x="3416315" y="328882"/>
                  </a:cubicBezTo>
                  <a:cubicBezTo>
                    <a:pt x="3216106" y="352623"/>
                    <a:pt x="3017736" y="392346"/>
                    <a:pt x="2823779" y="446545"/>
                  </a:cubicBezTo>
                  <a:cubicBezTo>
                    <a:pt x="2629699" y="500513"/>
                    <a:pt x="2440401" y="570345"/>
                    <a:pt x="2256987" y="651296"/>
                  </a:cubicBezTo>
                  <a:cubicBezTo>
                    <a:pt x="1889058" y="811461"/>
                    <a:pt x="1545527" y="1023856"/>
                    <a:pt x="1244169" y="1280374"/>
                  </a:cubicBezTo>
                  <a:cubicBezTo>
                    <a:pt x="1093982" y="1409039"/>
                    <a:pt x="954828" y="1549400"/>
                    <a:pt x="830141" y="1700184"/>
                  </a:cubicBezTo>
                  <a:cubicBezTo>
                    <a:pt x="705209" y="1850736"/>
                    <a:pt x="594989" y="2012176"/>
                    <a:pt x="502792" y="2182300"/>
                  </a:cubicBezTo>
                  <a:cubicBezTo>
                    <a:pt x="410595" y="2352308"/>
                    <a:pt x="333847" y="2530307"/>
                    <a:pt x="280637" y="2715256"/>
                  </a:cubicBezTo>
                  <a:cubicBezTo>
                    <a:pt x="227306" y="2899741"/>
                    <a:pt x="199719" y="3091521"/>
                    <a:pt x="199843" y="3283418"/>
                  </a:cubicBezTo>
                  <a:cubicBezTo>
                    <a:pt x="200946" y="3377687"/>
                    <a:pt x="210754" y="3471261"/>
                    <a:pt x="233926" y="3561593"/>
                  </a:cubicBezTo>
                  <a:cubicBezTo>
                    <a:pt x="256730" y="3652040"/>
                    <a:pt x="292162" y="3738550"/>
                    <a:pt x="334582" y="3821816"/>
                  </a:cubicBezTo>
                  <a:cubicBezTo>
                    <a:pt x="356038" y="3863392"/>
                    <a:pt x="379823" y="3904157"/>
                    <a:pt x="404834" y="3944343"/>
                  </a:cubicBezTo>
                  <a:cubicBezTo>
                    <a:pt x="430212" y="3984413"/>
                    <a:pt x="457308" y="4023905"/>
                    <a:pt x="485506" y="4062932"/>
                  </a:cubicBezTo>
                  <a:cubicBezTo>
                    <a:pt x="542639" y="4140757"/>
                    <a:pt x="606146" y="4216265"/>
                    <a:pt x="671861" y="4292120"/>
                  </a:cubicBezTo>
                  <a:cubicBezTo>
                    <a:pt x="737576" y="4368091"/>
                    <a:pt x="806234" y="4444062"/>
                    <a:pt x="873542" y="4523044"/>
                  </a:cubicBezTo>
                  <a:cubicBezTo>
                    <a:pt x="907258" y="4562419"/>
                    <a:pt x="940606" y="4602721"/>
                    <a:pt x="973831" y="4643601"/>
                  </a:cubicBezTo>
                  <a:lnTo>
                    <a:pt x="1022014" y="4702780"/>
                  </a:lnTo>
                  <a:cubicBezTo>
                    <a:pt x="1037829" y="4721658"/>
                    <a:pt x="1052910" y="4740998"/>
                    <a:pt x="1069215" y="4759411"/>
                  </a:cubicBezTo>
                  <a:cubicBezTo>
                    <a:pt x="1196477" y="4909269"/>
                    <a:pt x="1334527" y="5047199"/>
                    <a:pt x="1474784" y="5177948"/>
                  </a:cubicBezTo>
                  <a:cubicBezTo>
                    <a:pt x="1545281" y="5243033"/>
                    <a:pt x="1617003" y="5305917"/>
                    <a:pt x="1690442" y="5366255"/>
                  </a:cubicBezTo>
                  <a:cubicBezTo>
                    <a:pt x="1763881" y="5426591"/>
                    <a:pt x="1838668" y="5484959"/>
                    <a:pt x="1916276" y="5539852"/>
                  </a:cubicBezTo>
                  <a:cubicBezTo>
                    <a:pt x="2070877" y="5649872"/>
                    <a:pt x="2237617" y="5748194"/>
                    <a:pt x="2420784" y="5814437"/>
                  </a:cubicBezTo>
                  <a:cubicBezTo>
                    <a:pt x="2512124" y="5847559"/>
                    <a:pt x="2606773" y="5872921"/>
                    <a:pt x="2703015" y="5892029"/>
                  </a:cubicBezTo>
                  <a:cubicBezTo>
                    <a:pt x="2727168" y="5896546"/>
                    <a:pt x="2751075" y="5901758"/>
                    <a:pt x="2775350" y="5905695"/>
                  </a:cubicBezTo>
                  <a:lnTo>
                    <a:pt x="2848299" y="5917161"/>
                  </a:lnTo>
                  <a:cubicBezTo>
                    <a:pt x="2897218" y="5923298"/>
                    <a:pt x="2946136" y="5929784"/>
                    <a:pt x="2995544" y="5933605"/>
                  </a:cubicBezTo>
                  <a:cubicBezTo>
                    <a:pt x="3020188" y="5935806"/>
                    <a:pt x="3044831" y="5937891"/>
                    <a:pt x="3069596" y="5938933"/>
                  </a:cubicBezTo>
                  <a:cubicBezTo>
                    <a:pt x="3094362" y="5940090"/>
                    <a:pt x="3119005" y="5941943"/>
                    <a:pt x="3143894" y="5942639"/>
                  </a:cubicBezTo>
                  <a:lnTo>
                    <a:pt x="3218436" y="5944260"/>
                  </a:lnTo>
                  <a:cubicBezTo>
                    <a:pt x="3243201" y="5944838"/>
                    <a:pt x="3268212" y="5944029"/>
                    <a:pt x="3293101" y="5943913"/>
                  </a:cubicBezTo>
                  <a:lnTo>
                    <a:pt x="3330494" y="5943565"/>
                  </a:lnTo>
                  <a:cubicBezTo>
                    <a:pt x="3342632" y="5943218"/>
                    <a:pt x="3354524" y="5942523"/>
                    <a:pt x="3366540" y="5942059"/>
                  </a:cubicBezTo>
                  <a:cubicBezTo>
                    <a:pt x="3378554" y="5941480"/>
                    <a:pt x="3390570" y="5941134"/>
                    <a:pt x="3402462" y="5940323"/>
                  </a:cubicBezTo>
                  <a:lnTo>
                    <a:pt x="3438262" y="5937543"/>
                  </a:lnTo>
                  <a:cubicBezTo>
                    <a:pt x="3485954" y="5933953"/>
                    <a:pt x="3533279" y="5927931"/>
                    <a:pt x="3580236" y="5920982"/>
                  </a:cubicBezTo>
                  <a:cubicBezTo>
                    <a:pt x="3768185" y="5891567"/>
                    <a:pt x="3948901" y="5834010"/>
                    <a:pt x="4121034" y="5753290"/>
                  </a:cubicBezTo>
                  <a:cubicBezTo>
                    <a:pt x="4293782" y="5673497"/>
                    <a:pt x="4458191" y="5571353"/>
                    <a:pt x="4620639" y="5459364"/>
                  </a:cubicBezTo>
                  <a:cubicBezTo>
                    <a:pt x="4661221" y="5431455"/>
                    <a:pt x="4701557" y="5402271"/>
                    <a:pt x="4741771" y="5372971"/>
                  </a:cubicBezTo>
                  <a:cubicBezTo>
                    <a:pt x="4782230" y="5343672"/>
                    <a:pt x="4822566" y="5313908"/>
                    <a:pt x="4862901" y="5283682"/>
                  </a:cubicBezTo>
                  <a:lnTo>
                    <a:pt x="5108229" y="5098386"/>
                  </a:lnTo>
                  <a:cubicBezTo>
                    <a:pt x="5276563" y="4972270"/>
                    <a:pt x="5446489" y="4854838"/>
                    <a:pt x="5612493" y="4739724"/>
                  </a:cubicBezTo>
                  <a:lnTo>
                    <a:pt x="5774333" y="4623488"/>
                  </a:lnTo>
                  <a:lnTo>
                    <a:pt x="5774333" y="5232926"/>
                  </a:lnTo>
                  <a:lnTo>
                    <a:pt x="5676492" y="5306859"/>
                  </a:lnTo>
                  <a:cubicBezTo>
                    <a:pt x="5592693" y="5367905"/>
                    <a:pt x="5508955" y="5427286"/>
                    <a:pt x="5426260" y="5486233"/>
                  </a:cubicBezTo>
                  <a:lnTo>
                    <a:pt x="5300225" y="5576217"/>
                  </a:lnTo>
                  <a:cubicBezTo>
                    <a:pt x="5257559" y="5606443"/>
                    <a:pt x="5214525" y="5636901"/>
                    <a:pt x="5170757" y="5666780"/>
                  </a:cubicBezTo>
                  <a:cubicBezTo>
                    <a:pt x="5127110" y="5696775"/>
                    <a:pt x="5082973" y="5726654"/>
                    <a:pt x="5038100" y="5756185"/>
                  </a:cubicBezTo>
                  <a:cubicBezTo>
                    <a:pt x="4993106" y="5785486"/>
                    <a:pt x="4947743" y="5814553"/>
                    <a:pt x="4901276" y="5843043"/>
                  </a:cubicBezTo>
                  <a:cubicBezTo>
                    <a:pt x="4808835" y="5900136"/>
                    <a:pt x="4713449" y="5955494"/>
                    <a:pt x="4614019" y="6006103"/>
                  </a:cubicBezTo>
                  <a:cubicBezTo>
                    <a:pt x="4514711" y="6056943"/>
                    <a:pt x="4411971" y="6104192"/>
                    <a:pt x="4305061" y="6144726"/>
                  </a:cubicBezTo>
                  <a:cubicBezTo>
                    <a:pt x="4092223" y="6226952"/>
                    <a:pt x="3863569" y="6282424"/>
                    <a:pt x="3632710" y="6304196"/>
                  </a:cubicBezTo>
                  <a:cubicBezTo>
                    <a:pt x="3574964" y="6309408"/>
                    <a:pt x="3517218" y="6313345"/>
                    <a:pt x="3459594" y="6314504"/>
                  </a:cubicBezTo>
                  <a:lnTo>
                    <a:pt x="3416315" y="6315429"/>
                  </a:lnTo>
                  <a:cubicBezTo>
                    <a:pt x="3401971" y="6315546"/>
                    <a:pt x="3387505" y="6315198"/>
                    <a:pt x="3373159" y="6315198"/>
                  </a:cubicBezTo>
                  <a:lnTo>
                    <a:pt x="3330127" y="6314735"/>
                  </a:lnTo>
                  <a:lnTo>
                    <a:pt x="3288320" y="6313230"/>
                  </a:lnTo>
                  <a:cubicBezTo>
                    <a:pt x="3176996" y="6309870"/>
                    <a:pt x="3065428" y="6301533"/>
                    <a:pt x="2954350" y="6288098"/>
                  </a:cubicBezTo>
                  <a:cubicBezTo>
                    <a:pt x="2843150" y="6275360"/>
                    <a:pt x="2732194" y="6257061"/>
                    <a:pt x="2622466" y="6232742"/>
                  </a:cubicBezTo>
                  <a:cubicBezTo>
                    <a:pt x="2512859" y="6208190"/>
                    <a:pt x="2404110" y="6179122"/>
                    <a:pt x="2296466" y="6146001"/>
                  </a:cubicBezTo>
                  <a:cubicBezTo>
                    <a:pt x="2081544" y="6079179"/>
                    <a:pt x="1869073" y="5996027"/>
                    <a:pt x="1672419" y="5885197"/>
                  </a:cubicBezTo>
                  <a:cubicBezTo>
                    <a:pt x="1475643" y="5774599"/>
                    <a:pt x="1299954" y="5634353"/>
                    <a:pt x="1146578" y="5479168"/>
                  </a:cubicBezTo>
                  <a:cubicBezTo>
                    <a:pt x="1069461" y="5401692"/>
                    <a:pt x="999333" y="5319235"/>
                    <a:pt x="933372" y="5234810"/>
                  </a:cubicBezTo>
                  <a:cubicBezTo>
                    <a:pt x="867781" y="5150038"/>
                    <a:pt x="805375" y="5063991"/>
                    <a:pt x="747140" y="4976091"/>
                  </a:cubicBezTo>
                  <a:cubicBezTo>
                    <a:pt x="732182" y="4954319"/>
                    <a:pt x="718082" y="4932199"/>
                    <a:pt x="703616" y="4910196"/>
                  </a:cubicBezTo>
                  <a:lnTo>
                    <a:pt x="662053" y="4846269"/>
                  </a:lnTo>
                  <a:cubicBezTo>
                    <a:pt x="635449" y="4804925"/>
                    <a:pt x="607864" y="4763928"/>
                    <a:pt x="580033" y="4722352"/>
                  </a:cubicBezTo>
                  <a:lnTo>
                    <a:pt x="410105" y="4469193"/>
                  </a:lnTo>
                  <a:cubicBezTo>
                    <a:pt x="353095" y="4382915"/>
                    <a:pt x="296820" y="4294089"/>
                    <a:pt x="244224" y="4201556"/>
                  </a:cubicBezTo>
                  <a:cubicBezTo>
                    <a:pt x="217987" y="4155232"/>
                    <a:pt x="192609" y="4108098"/>
                    <a:pt x="169437" y="4059690"/>
                  </a:cubicBezTo>
                  <a:cubicBezTo>
                    <a:pt x="146388" y="4011165"/>
                    <a:pt x="124932" y="3961715"/>
                    <a:pt x="105929" y="3911221"/>
                  </a:cubicBezTo>
                  <a:cubicBezTo>
                    <a:pt x="87293" y="3860613"/>
                    <a:pt x="70742" y="3809309"/>
                    <a:pt x="57256" y="3757195"/>
                  </a:cubicBezTo>
                  <a:cubicBezTo>
                    <a:pt x="50881" y="3731138"/>
                    <a:pt x="44383" y="3704965"/>
                    <a:pt x="39111" y="3678677"/>
                  </a:cubicBezTo>
                  <a:lnTo>
                    <a:pt x="31142" y="3639300"/>
                  </a:lnTo>
                  <a:lnTo>
                    <a:pt x="24521" y="3599809"/>
                  </a:lnTo>
                  <a:cubicBezTo>
                    <a:pt x="7234" y="3494423"/>
                    <a:pt x="0" y="3388457"/>
                    <a:pt x="0" y="3283418"/>
                  </a:cubicBezTo>
                  <a:cubicBezTo>
                    <a:pt x="491" y="3076698"/>
                    <a:pt x="23418" y="2869978"/>
                    <a:pt x="68045" y="2666963"/>
                  </a:cubicBezTo>
                  <a:cubicBezTo>
                    <a:pt x="112550" y="2464064"/>
                    <a:pt x="180717" y="2265104"/>
                    <a:pt x="272546" y="2076334"/>
                  </a:cubicBezTo>
                  <a:cubicBezTo>
                    <a:pt x="457062" y="1698794"/>
                    <a:pt x="724457" y="1360978"/>
                    <a:pt x="1039300" y="1073307"/>
                  </a:cubicBezTo>
                  <a:cubicBezTo>
                    <a:pt x="1197090" y="929472"/>
                    <a:pt x="1367630" y="798259"/>
                    <a:pt x="1547733" y="680365"/>
                  </a:cubicBezTo>
                  <a:cubicBezTo>
                    <a:pt x="1728081" y="562587"/>
                    <a:pt x="1917870" y="457663"/>
                    <a:pt x="2115995" y="368373"/>
                  </a:cubicBezTo>
                  <a:cubicBezTo>
                    <a:pt x="2512737" y="191070"/>
                    <a:pt x="2939883" y="73870"/>
                    <a:pt x="3377451" y="24304"/>
                  </a:cubicBezTo>
                  <a:cubicBezTo>
                    <a:pt x="3486812" y="12086"/>
                    <a:pt x="3596971" y="4500"/>
                    <a:pt x="3707237" y="148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C18CE1F-9DF1-47AF-9E66-6CE348AC2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464911 h 6229400"/>
                <a:gd name="connsiteX4" fmla="*/ 5660063 w 5769111"/>
                <a:gd name="connsiteY4" fmla="*/ 1328105 h 6229400"/>
                <a:gd name="connsiteX5" fmla="*/ 4910471 w 5769111"/>
                <a:gd name="connsiteY5" fmla="*/ 781599 h 6229400"/>
                <a:gd name="connsiteX6" fmla="*/ 3882695 w 5769111"/>
                <a:gd name="connsiteY6" fmla="*/ 579048 h 6229400"/>
                <a:gd name="connsiteX7" fmla="*/ 2683153 w 5769111"/>
                <a:gd name="connsiteY7" fmla="*/ 797003 h 6229400"/>
                <a:gd name="connsiteX8" fmla="*/ 1617493 w 5769111"/>
                <a:gd name="connsiteY8" fmla="*/ 1395738 h 6229400"/>
                <a:gd name="connsiteX9" fmla="*/ 880408 w 5769111"/>
                <a:gd name="connsiteY9" fmla="*/ 2259099 h 6229400"/>
                <a:gd name="connsiteX10" fmla="*/ 613135 w 5769111"/>
                <a:gd name="connsiteY10" fmla="*/ 3263863 h 6229400"/>
                <a:gd name="connsiteX11" fmla="*/ 1055484 w 5769111"/>
                <a:gd name="connsiteY11" fmla="*/ 4196825 h 6229400"/>
                <a:gd name="connsiteX12" fmla="*/ 1278376 w 5769111"/>
                <a:gd name="connsiteY12" fmla="*/ 4492950 h 6229400"/>
                <a:gd name="connsiteX13" fmla="*/ 3369851 w 5769111"/>
                <a:gd name="connsiteY13" fmla="*/ 5650468 h 6229400"/>
                <a:gd name="connsiteX14" fmla="*/ 4957551 w 5769111"/>
                <a:gd name="connsiteY14" fmla="*/ 4938355 h 6229400"/>
                <a:gd name="connsiteX15" fmla="*/ 5150773 w 5769111"/>
                <a:gd name="connsiteY15" fmla="*/ 4796950 h 6229400"/>
                <a:gd name="connsiteX16" fmla="*/ 5747247 w 5769111"/>
                <a:gd name="connsiteY16" fmla="*/ 4338176 h 6229400"/>
                <a:gd name="connsiteX17" fmla="*/ 5769111 w 5769111"/>
                <a:gd name="connsiteY17" fmla="*/ 4318497 h 6229400"/>
                <a:gd name="connsiteX18" fmla="*/ 5769111 w 5769111"/>
                <a:gd name="connsiteY18" fmla="*/ 5074612 h 6229400"/>
                <a:gd name="connsiteX19" fmla="*/ 5636252 w 5769111"/>
                <a:gd name="connsiteY19" fmla="*/ 5174208 h 6229400"/>
                <a:gd name="connsiteX20" fmla="*/ 5334922 w 5769111"/>
                <a:gd name="connsiteY20" fmla="*/ 5394528 h 6229400"/>
                <a:gd name="connsiteX21" fmla="*/ 3369727 w 5769111"/>
                <a:gd name="connsiteY21" fmla="*/ 6229400 h 6229400"/>
                <a:gd name="connsiteX22" fmla="*/ 771046 w 5769111"/>
                <a:gd name="connsiteY22" fmla="*/ 4817913 h 6229400"/>
                <a:gd name="connsiteX23" fmla="*/ 0 w 5769111"/>
                <a:gd name="connsiteY23" fmla="*/ 3263748 h 6229400"/>
                <a:gd name="connsiteX24" fmla="*/ 3882695 w 5769111"/>
                <a:gd name="connsiteY24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464911"/>
                  </a:lnTo>
                  <a:lnTo>
                    <a:pt x="5660063" y="1328105"/>
                  </a:lnTo>
                  <a:cubicBezTo>
                    <a:pt x="5449800" y="1091506"/>
                    <a:pt x="5197607" y="907600"/>
                    <a:pt x="4910471" y="781599"/>
                  </a:cubicBezTo>
                  <a:cubicBezTo>
                    <a:pt x="4604088" y="647260"/>
                    <a:pt x="4258349" y="579048"/>
                    <a:pt x="3882695" y="579048"/>
                  </a:cubicBezTo>
                  <a:cubicBezTo>
                    <a:pt x="3484238" y="579048"/>
                    <a:pt x="3080631" y="652240"/>
                    <a:pt x="2683153" y="797003"/>
                  </a:cubicBezTo>
                  <a:cubicBezTo>
                    <a:pt x="2296098" y="937595"/>
                    <a:pt x="1927678" y="1144662"/>
                    <a:pt x="1617493" y="1395738"/>
                  </a:cubicBezTo>
                  <a:cubicBezTo>
                    <a:pt x="1301915" y="1651098"/>
                    <a:pt x="1053890" y="1941665"/>
                    <a:pt x="880408" y="2259099"/>
                  </a:cubicBezTo>
                  <a:cubicBezTo>
                    <a:pt x="703125" y="2583597"/>
                    <a:pt x="613135" y="2921645"/>
                    <a:pt x="613135" y="3263863"/>
                  </a:cubicBezTo>
                  <a:cubicBezTo>
                    <a:pt x="613135" y="3608512"/>
                    <a:pt x="756702" y="3809789"/>
                    <a:pt x="1055484" y="4196825"/>
                  </a:cubicBezTo>
                  <a:cubicBezTo>
                    <a:pt x="1127574" y="4290167"/>
                    <a:pt x="1202116" y="4386753"/>
                    <a:pt x="1278376" y="4492950"/>
                  </a:cubicBezTo>
                  <a:cubicBezTo>
                    <a:pt x="1861105" y="5304313"/>
                    <a:pt x="2486623" y="5650468"/>
                    <a:pt x="3369851" y="5650468"/>
                  </a:cubicBezTo>
                  <a:cubicBezTo>
                    <a:pt x="3949515" y="5650468"/>
                    <a:pt x="4374822" y="5368471"/>
                    <a:pt x="4957551" y="4938355"/>
                  </a:cubicBezTo>
                  <a:cubicBezTo>
                    <a:pt x="5022653" y="4890293"/>
                    <a:pt x="5087755" y="4842811"/>
                    <a:pt x="5150773" y="4796950"/>
                  </a:cubicBezTo>
                  <a:cubicBezTo>
                    <a:pt x="5364254" y="4641404"/>
                    <a:pt x="5570313" y="4491241"/>
                    <a:pt x="5747247" y="4338176"/>
                  </a:cubicBezTo>
                  <a:lnTo>
                    <a:pt x="5769111" y="4318497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BD26A8C-8D1D-41E6-A71E-FE9AC75F3F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675390 h 6229400"/>
                <a:gd name="connsiteX4" fmla="*/ 5711488 w 5769111"/>
                <a:gd name="connsiteY4" fmla="*/ 1585205 h 6229400"/>
                <a:gd name="connsiteX5" fmla="*/ 5566027 w 5769111"/>
                <a:gd name="connsiteY5" fmla="*/ 1402571 h 6229400"/>
                <a:gd name="connsiteX6" fmla="*/ 4858734 w 5769111"/>
                <a:gd name="connsiteY6" fmla="*/ 886639 h 6229400"/>
                <a:gd name="connsiteX7" fmla="*/ 3882695 w 5769111"/>
                <a:gd name="connsiteY7" fmla="*/ 694858 h 6229400"/>
                <a:gd name="connsiteX8" fmla="*/ 2727046 w 5769111"/>
                <a:gd name="connsiteY8" fmla="*/ 905053 h 6229400"/>
                <a:gd name="connsiteX9" fmla="*/ 1697186 w 5769111"/>
                <a:gd name="connsiteY9" fmla="*/ 1483638 h 6229400"/>
                <a:gd name="connsiteX10" fmla="*/ 989279 w 5769111"/>
                <a:gd name="connsiteY10" fmla="*/ 2312139 h 6229400"/>
                <a:gd name="connsiteX11" fmla="*/ 735615 w 5769111"/>
                <a:gd name="connsiteY11" fmla="*/ 3263863 h 6229400"/>
                <a:gd name="connsiteX12" fmla="*/ 1154424 w 5769111"/>
                <a:gd name="connsiteY12" fmla="*/ 4128614 h 6229400"/>
                <a:gd name="connsiteX13" fmla="*/ 1379768 w 5769111"/>
                <a:gd name="connsiteY13" fmla="*/ 4427981 h 6229400"/>
                <a:gd name="connsiteX14" fmla="*/ 2239456 w 5769111"/>
                <a:gd name="connsiteY14" fmla="*/ 5256947 h 6229400"/>
                <a:gd name="connsiteX15" fmla="*/ 3369727 w 5769111"/>
                <a:gd name="connsiteY15" fmla="*/ 5534658 h 6229400"/>
                <a:gd name="connsiteX16" fmla="*/ 4096760 w 5769111"/>
                <a:gd name="connsiteY16" fmla="*/ 5357817 h 6229400"/>
                <a:gd name="connsiteX17" fmla="*/ 4881905 w 5769111"/>
                <a:gd name="connsiteY17" fmla="*/ 4847212 h 6229400"/>
                <a:gd name="connsiteX18" fmla="*/ 5075739 w 5769111"/>
                <a:gd name="connsiteY18" fmla="*/ 4705346 h 6229400"/>
                <a:gd name="connsiteX19" fmla="*/ 5759930 w 5769111"/>
                <a:gd name="connsiteY19" fmla="*/ 4166809 h 6229400"/>
                <a:gd name="connsiteX20" fmla="*/ 5769111 w 5769111"/>
                <a:gd name="connsiteY20" fmla="*/ 4157764 h 6229400"/>
                <a:gd name="connsiteX21" fmla="*/ 5769111 w 5769111"/>
                <a:gd name="connsiteY21" fmla="*/ 5074612 h 6229400"/>
                <a:gd name="connsiteX22" fmla="*/ 5636252 w 5769111"/>
                <a:gd name="connsiteY22" fmla="*/ 5174208 h 6229400"/>
                <a:gd name="connsiteX23" fmla="*/ 5334922 w 5769111"/>
                <a:gd name="connsiteY23" fmla="*/ 5394528 h 6229400"/>
                <a:gd name="connsiteX24" fmla="*/ 3369727 w 5769111"/>
                <a:gd name="connsiteY24" fmla="*/ 6229400 h 6229400"/>
                <a:gd name="connsiteX25" fmla="*/ 771046 w 5769111"/>
                <a:gd name="connsiteY25" fmla="*/ 4817913 h 6229400"/>
                <a:gd name="connsiteX26" fmla="*/ 0 w 5769111"/>
                <a:gd name="connsiteY26" fmla="*/ 3263748 h 6229400"/>
                <a:gd name="connsiteX27" fmla="*/ 3882695 w 5769111"/>
                <a:gd name="connsiteY27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675390"/>
                  </a:lnTo>
                  <a:lnTo>
                    <a:pt x="5711488" y="1585205"/>
                  </a:lnTo>
                  <a:cubicBezTo>
                    <a:pt x="5665942" y="1521390"/>
                    <a:pt x="5617428" y="1460432"/>
                    <a:pt x="5566027" y="1402571"/>
                  </a:cubicBezTo>
                  <a:cubicBezTo>
                    <a:pt x="5367411" y="1179058"/>
                    <a:pt x="5129563" y="1005460"/>
                    <a:pt x="4858734" y="886639"/>
                  </a:cubicBezTo>
                  <a:cubicBezTo>
                    <a:pt x="4568779" y="759363"/>
                    <a:pt x="4240327" y="694858"/>
                    <a:pt x="3882695" y="694858"/>
                  </a:cubicBezTo>
                  <a:cubicBezTo>
                    <a:pt x="3504835" y="694858"/>
                    <a:pt x="3105151" y="767471"/>
                    <a:pt x="2727046" y="905053"/>
                  </a:cubicBezTo>
                  <a:cubicBezTo>
                    <a:pt x="2352985" y="1041013"/>
                    <a:pt x="1996826" y="1241132"/>
                    <a:pt x="1697186" y="1483638"/>
                  </a:cubicBezTo>
                  <a:cubicBezTo>
                    <a:pt x="1397913" y="1725796"/>
                    <a:pt x="1153199" y="2012308"/>
                    <a:pt x="989279" y="2312139"/>
                  </a:cubicBezTo>
                  <a:cubicBezTo>
                    <a:pt x="820946" y="2620077"/>
                    <a:pt x="735615" y="2940290"/>
                    <a:pt x="735615" y="3263863"/>
                  </a:cubicBezTo>
                  <a:cubicBezTo>
                    <a:pt x="735615" y="3573074"/>
                    <a:pt x="863980" y="3752464"/>
                    <a:pt x="1154424" y="4128614"/>
                  </a:cubicBezTo>
                  <a:cubicBezTo>
                    <a:pt x="1227127" y="4222767"/>
                    <a:pt x="1302282" y="4320162"/>
                    <a:pt x="1379768" y="4427981"/>
                  </a:cubicBezTo>
                  <a:cubicBezTo>
                    <a:pt x="1653784" y="4809458"/>
                    <a:pt x="1934912" y="5080685"/>
                    <a:pt x="2239456" y="5256947"/>
                  </a:cubicBezTo>
                  <a:cubicBezTo>
                    <a:pt x="2562268" y="5443863"/>
                    <a:pt x="2932037" y="5534658"/>
                    <a:pt x="3369727" y="5534658"/>
                  </a:cubicBezTo>
                  <a:cubicBezTo>
                    <a:pt x="3618120" y="5534658"/>
                    <a:pt x="3849103" y="5478491"/>
                    <a:pt x="4096760" y="5357817"/>
                  </a:cubicBezTo>
                  <a:cubicBezTo>
                    <a:pt x="4351037" y="5233901"/>
                    <a:pt x="4602740" y="5053238"/>
                    <a:pt x="4881905" y="4847212"/>
                  </a:cubicBezTo>
                  <a:cubicBezTo>
                    <a:pt x="4947375" y="4798920"/>
                    <a:pt x="5012599" y="4751322"/>
                    <a:pt x="5075739" y="4705346"/>
                  </a:cubicBezTo>
                  <a:cubicBezTo>
                    <a:pt x="5327320" y="4521990"/>
                    <a:pt x="5568418" y="4346256"/>
                    <a:pt x="5759930" y="4166809"/>
                  </a:cubicBezTo>
                  <a:lnTo>
                    <a:pt x="5769111" y="4157764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Graphic 6" descr="Fingerprint">
            <a:extLst>
              <a:ext uri="{FF2B5EF4-FFF2-40B4-BE49-F238E27FC236}">
                <a16:creationId xmlns:a16="http://schemas.microsoft.com/office/drawing/2014/main" id="{27FFACFB-3AF8-AF4E-0FC2-BF37B628711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21726" y="1629089"/>
            <a:ext cx="3620021" cy="3620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21731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615904-4943-D945-37B0-99A829C4AA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n-AU" sz="4000"/>
              <a:t>DML: Insert values into flights table Part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45DC3A-F67D-B24A-D3B7-9363F168BF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2470244"/>
            <a:ext cx="5334197" cy="3769835"/>
          </a:xfrm>
        </p:spPr>
        <p:txBody>
          <a:bodyPr anchor="ctr">
            <a:normAutofit fontScale="92500"/>
          </a:bodyPr>
          <a:lstStyle/>
          <a:p>
            <a:r>
              <a:rPr lang="en-US" sz="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Member 1001 (Sarah) - 280 SC, 3 eligible flights (CLOSE TO SILVER - needs 20 SC, 1 flight)</a:t>
            </a:r>
            <a:endParaRPr lang="en-US" sz="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INSERT</a:t>
            </a:r>
            <a:r>
              <a:rPr lang="en-AU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INTO</a:t>
            </a:r>
            <a:r>
              <a:rPr lang="en-AU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flights </a:t>
            </a:r>
            <a:r>
              <a:rPr lang="en-AU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VALUES</a:t>
            </a:r>
            <a:endParaRPr lang="en-AU" sz="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2001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1001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DATEADD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DAY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45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@today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'Sydney-Melbourne'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'Economy'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80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1200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US" sz="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2002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1001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DATEADD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DAY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60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@today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'Melbourne-Brisbane'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'Economy'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100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1500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US" sz="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2003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1001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DATEADD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DAY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90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@today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'Brisbane-Sydney'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'Economy'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100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1500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  <a:endParaRPr lang="en-AU" sz="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Member 1002 (James) - 150 SC, 2 eligible flights (NOT tier-close, too few flights)</a:t>
            </a:r>
            <a:endParaRPr lang="en-US" sz="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INSERT</a:t>
            </a:r>
            <a:r>
              <a:rPr lang="en-AU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INTO</a:t>
            </a:r>
            <a:r>
              <a:rPr lang="en-AU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flights </a:t>
            </a:r>
            <a:r>
              <a:rPr lang="en-AU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VALUES</a:t>
            </a:r>
            <a:endParaRPr lang="en-AU" sz="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2004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1002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DATEADD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DAY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30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@today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'Melbourne-Sydney'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'Economy'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80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1200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US" sz="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2005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1002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DATEADD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DAY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120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@today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'Sydney-Perth'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'Economy'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70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1000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  <a:endParaRPr lang="en-AU" sz="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Member 1003 (Emma) - 260 SC, 4 eligible flights (CLOSE TO SILVER but already has 4 flights)</a:t>
            </a:r>
            <a:endParaRPr lang="en-US" sz="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INSERT</a:t>
            </a:r>
            <a:r>
              <a:rPr lang="en-AU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INTO</a:t>
            </a:r>
            <a:r>
              <a:rPr lang="en-AU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flights </a:t>
            </a:r>
            <a:r>
              <a:rPr lang="en-AU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VALUES</a:t>
            </a:r>
            <a:endParaRPr lang="en-AU" sz="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2006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1003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DATEADD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DAY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20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@today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'Brisbane-Sydney'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'Economy'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80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1200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US" sz="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2007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1003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DATEADD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DAY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40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@today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'Sydney-Melbourne'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'Economy'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60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900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US" sz="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2008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1003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DATEADD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DAY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70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@today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'Melbourne-Perth'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'Economy'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60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900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US" sz="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2009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1003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DATEADD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DAY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100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@today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'Perth-Brisbane'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'Economy'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60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900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  <a:endParaRPr lang="en-US" sz="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AU" sz="800" dirty="0">
              <a:highlight>
                <a:srgbClr val="FFFFFF"/>
              </a:highlight>
              <a:latin typeface="Cascadia Mono" panose="020B0609020000020004" pitchFamily="49" charset="0"/>
            </a:endParaRPr>
          </a:p>
        </p:txBody>
      </p:sp>
      <p:pic>
        <p:nvPicPr>
          <p:cNvPr id="5" name="Picture 4" descr="Back view of an airplane">
            <a:extLst>
              <a:ext uri="{FF2B5EF4-FFF2-40B4-BE49-F238E27FC236}">
                <a16:creationId xmlns:a16="http://schemas.microsoft.com/office/drawing/2014/main" id="{FFD6D170-AA82-704B-DFE8-92F86FA0343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155" r="30008" b="-1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688772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Plane on tarmac">
            <a:extLst>
              <a:ext uri="{FF2B5EF4-FFF2-40B4-BE49-F238E27FC236}">
                <a16:creationId xmlns:a16="http://schemas.microsoft.com/office/drawing/2014/main" id="{DAFB38CA-0B94-7C35-3972-92672AF6A2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387" r="10954" b="-2"/>
          <a:stretch>
            <a:fillRect/>
          </a:stretch>
        </p:blipFill>
        <p:spPr>
          <a:xfrm>
            <a:off x="-1" y="-2"/>
            <a:ext cx="5410198" cy="6858002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197" y="-1"/>
            <a:ext cx="678180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7A99B7-C2E4-54A0-D74D-018A658AA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317" y="405685"/>
            <a:ext cx="5464968" cy="1559301"/>
          </a:xfrm>
        </p:spPr>
        <p:txBody>
          <a:bodyPr>
            <a:normAutofit/>
          </a:bodyPr>
          <a:lstStyle/>
          <a:p>
            <a:r>
              <a:rPr lang="en-AU" sz="4000" dirty="0"/>
              <a:t>DML: Insert values into flights table Part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6F8518-88A0-B939-4169-EA45D7E739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317" y="2782528"/>
            <a:ext cx="5247340" cy="3457549"/>
          </a:xfrm>
        </p:spPr>
        <p:txBody>
          <a:bodyPr anchor="ctr">
            <a:normAutofit fontScale="25000" lnSpcReduction="20000"/>
          </a:bodyPr>
          <a:lstStyle/>
          <a:p>
            <a:r>
              <a:rPr lang="en-US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Member 1004 (Liam) - 295 SC, 3 eligible flights (CLOSE TO SILVER - HIGH PRIORITY - needs only 5 SC!)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INSERT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INTO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flights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VALUES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2010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1004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DATEADD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DAY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15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@today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'Perth-Sydney'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'Business'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120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3000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2011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1004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DATEADD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DAY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35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@today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'Sydney-Melbourne'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'Economy'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85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1300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2012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1004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DATEADD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DAY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55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@today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'Melbourne-Perth'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'Economy'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90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1400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Member 1006 (William) - 665 SC, 3 eligible flights (CLOSE TO GOLD - needs 35 SC, 1 flight)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INSERT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INTO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flights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VALUES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2013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1006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DATEADD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DAY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25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@today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'Sydney-Singapore'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'Business'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180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4500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2014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1006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DATEADD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DAY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50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@today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'Singapore-London'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'Business'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250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6000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2015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1006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DATEADD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DAY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80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@today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'London-Sydney'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'Business'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235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5800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Member 1007 (Ava) - 680 SC, 3 eligible flights (CLOSE TO GOLD - needs 20 SC, 1 flight)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INSERT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INTO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flights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VALUES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2016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1007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DATEADD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DAY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10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@today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'Melbourne-Tokyo'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'Business'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200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5000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2017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1007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DATEADD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DAY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40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@today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'Tokyo-Sydney'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'Business'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240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6000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2018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1007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DATEADD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DAY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75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@today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'Sydney-Melbourne'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'Business'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240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6000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Member 1011 (Sophia) - 1375 SC, 3 eligible flights (CLOSE TO PLATINUM - needs 25 SC, 1 flight)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INSERT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INTO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flights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VALUES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2019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1011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DATEADD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DAY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12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@today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'Sydney-Los Angeles'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'First'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450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10000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2020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1011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DATEADD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DAY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30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@today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'Los Angeles-New York'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'First'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480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11000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2021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1011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DATEADD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DAY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65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@today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'New York-Sydney'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'First'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445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10500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AU" sz="5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AU" sz="500" dirty="0"/>
          </a:p>
        </p:txBody>
      </p:sp>
    </p:spTree>
    <p:extLst>
      <p:ext uri="{BB962C8B-B14F-4D97-AF65-F5344CB8AC3E}">
        <p14:creationId xmlns:p14="http://schemas.microsoft.com/office/powerpoint/2010/main" val="10898084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E0EAB0-EC46-727D-7D60-9C55E8BD2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4560584" cy="1128068"/>
          </a:xfrm>
        </p:spPr>
        <p:txBody>
          <a:bodyPr anchor="ctr">
            <a:normAutofit/>
          </a:bodyPr>
          <a:lstStyle/>
          <a:p>
            <a:r>
              <a:rPr lang="en-AU" sz="3700"/>
              <a:t>DML: Insert values into flights table Part 3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5DF218-01C0-CA0E-7786-41720644D2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719" y="2330505"/>
            <a:ext cx="4559425" cy="3979585"/>
          </a:xfrm>
        </p:spPr>
        <p:txBody>
          <a:bodyPr anchor="ctr">
            <a:normAutofit fontScale="92500" lnSpcReduction="10000"/>
          </a:bodyPr>
          <a:lstStyle/>
          <a:p>
            <a:r>
              <a:rPr lang="en-US" sz="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Member 1012 (Lucas) - 1390 SC, 4 eligible flights (CLOSE TO PLATINUM but already has 4 flights)</a:t>
            </a:r>
            <a:endParaRPr lang="en-US" sz="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INSERT</a:t>
            </a:r>
            <a:r>
              <a:rPr lang="en-AU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INTO</a:t>
            </a:r>
            <a:r>
              <a:rPr lang="en-AU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flights </a:t>
            </a:r>
            <a:r>
              <a:rPr lang="en-AU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VALUES</a:t>
            </a:r>
            <a:endParaRPr lang="en-AU" sz="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2022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1012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DATEADD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DAY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18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@today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'Brisbane-Hong Kong'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'Business'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350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8000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US" sz="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2023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1012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DATEADD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DAY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45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@today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'Hong Kong-London'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'Business'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380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9000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US" sz="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2024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1012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DATEADD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DAY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72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@today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'London-Dubai'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'Business'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330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7500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US" sz="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2025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1012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DATEADD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DAY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95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@today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'Dubai-Brisbane'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'Business'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330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7500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  <a:endParaRPr lang="en-US" sz="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AU" sz="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Member 1014 (Ethan) - 1850 SC, 5 eligible flights (Already Platinum, well over requirement)</a:t>
            </a:r>
            <a:endParaRPr lang="en-US" sz="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INSERT</a:t>
            </a:r>
            <a:r>
              <a:rPr lang="en-AU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INTO</a:t>
            </a:r>
            <a:r>
              <a:rPr lang="en-AU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flights </a:t>
            </a:r>
            <a:r>
              <a:rPr lang="en-AU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VALUES</a:t>
            </a:r>
            <a:endParaRPr lang="en-AU" sz="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2026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1014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DATEADD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DAY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8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@today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'Sydney-San Francisco'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'First'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460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11000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US" sz="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2027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1014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DATEADD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DAY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22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@today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'San Francisco-Tokyo'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'First'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420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10000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US" sz="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2028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1014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DATEADD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DAY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50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@today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'Tokyo-Sydney'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'First'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450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10500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US" sz="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2029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1014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DATEADD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DAY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85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@today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'Sydney-London'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'First'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260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6000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US" sz="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2030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1014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DATEADD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DAY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120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@today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'London-Sydney'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'First'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260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6000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  <a:endParaRPr lang="en-US" sz="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AU" sz="8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AU" sz="8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Back view of an airplane">
            <a:extLst>
              <a:ext uri="{FF2B5EF4-FFF2-40B4-BE49-F238E27FC236}">
                <a16:creationId xmlns:a16="http://schemas.microsoft.com/office/drawing/2014/main" id="{0E97D31C-CE1F-D3ED-680C-53B52112339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384" r="23759" b="1"/>
          <a:stretch>
            <a:fillRect/>
          </a:stretch>
        </p:blipFill>
        <p:spPr>
          <a:xfrm>
            <a:off x="5977788" y="799352"/>
            <a:ext cx="5425410" cy="5259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59872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Plane on tarmac">
            <a:extLst>
              <a:ext uri="{FF2B5EF4-FFF2-40B4-BE49-F238E27FC236}">
                <a16:creationId xmlns:a16="http://schemas.microsoft.com/office/drawing/2014/main" id="{5E2B56E7-68C4-E864-65F1-0A12C2DCAD7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387" r="10954" b="-2"/>
          <a:stretch>
            <a:fillRect/>
          </a:stretch>
        </p:blipFill>
        <p:spPr>
          <a:xfrm>
            <a:off x="-1" y="-2"/>
            <a:ext cx="5410198" cy="6858002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197" y="-1"/>
            <a:ext cx="678180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F34CC2-E11F-9458-ED73-9AB38724F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317" y="405685"/>
            <a:ext cx="5464968" cy="1559301"/>
          </a:xfrm>
        </p:spPr>
        <p:txBody>
          <a:bodyPr>
            <a:normAutofit/>
          </a:bodyPr>
          <a:lstStyle/>
          <a:p>
            <a:r>
              <a:rPr lang="en-AU" sz="4000"/>
              <a:t>DML: Insert values into flights table Part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7C6C2E-4DF6-E2AD-CA4C-24E559A924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317" y="2504473"/>
            <a:ext cx="5247340" cy="4135053"/>
          </a:xfrm>
        </p:spPr>
        <p:txBody>
          <a:bodyPr anchor="ctr">
            <a:normAutofit fontScale="92500"/>
          </a:bodyPr>
          <a:lstStyle/>
          <a:p>
            <a:r>
              <a:rPr lang="en-US" sz="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Add some inactive members and regular flyers for practice exercises</a:t>
            </a:r>
            <a:endParaRPr lang="en-US" sz="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INSERT</a:t>
            </a:r>
            <a:r>
              <a:rPr lang="en-AU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INTO</a:t>
            </a:r>
            <a:r>
              <a:rPr lang="en-AU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flights </a:t>
            </a:r>
            <a:r>
              <a:rPr lang="en-AU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VALUES</a:t>
            </a:r>
            <a:endParaRPr lang="en-AU" sz="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Member 1008 (Noah) - Regular Silver, not tier-close</a:t>
            </a:r>
            <a:endParaRPr lang="en-US" sz="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2031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1008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DATEADD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DAY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35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@today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'Brisbane-Sydney'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'Economy'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85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1300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US" sz="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2032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1008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DATEADD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DAY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60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@today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'Sydney-Melbourne'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'Economy'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90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1400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US" sz="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2033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1008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DATEADD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DAY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90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@today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'Melbourne-Brisbane'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'Economy'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85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1300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US" sz="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2034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1008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DATEADD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DAY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125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@today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'Brisbane-Perth'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'Economy'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95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1450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US" sz="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AU" sz="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Member 1009 (Isabella) - Inactive for 8 months (for practice exercise)</a:t>
            </a:r>
            <a:endParaRPr lang="en-US" sz="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2035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1009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DATEADD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DAY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240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@today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'Sydney-Melbourne'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'Business'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120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3000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US" sz="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2036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1009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DATEADD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DAY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270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@today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'Melbourne-Brisbane'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'Business'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110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2800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US" sz="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AU" sz="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Member 1013 (Charlotte) - Gold with good activity</a:t>
            </a:r>
            <a:endParaRPr lang="en-US" sz="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2037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1013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DATEADD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DAY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20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@today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'Perth-Sydney'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'Business'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180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4500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US" sz="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2038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1013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DATEADD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DAY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48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@today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'Sydney-Singapore'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'Business'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200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5000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US" sz="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2039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1013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DATEADD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DAY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78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@today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'Singapore-Perth'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'Business'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195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4800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US" sz="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2040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1013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DATEADD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DAY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110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@today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'Perth-Melbourne'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'Business'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190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4700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US" sz="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2041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1013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DATEADD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DAY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145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@today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'Melbourne-Perth'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'Business'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185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4600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  <a:endParaRPr lang="en-AU" sz="800" dirty="0">
              <a:highlight>
                <a:srgbClr val="FFFFFF"/>
              </a:highlight>
            </a:endParaRPr>
          </a:p>
          <a:p>
            <a:endParaRPr lang="en-AU" sz="500" dirty="0"/>
          </a:p>
        </p:txBody>
      </p:sp>
    </p:spTree>
    <p:extLst>
      <p:ext uri="{BB962C8B-B14F-4D97-AF65-F5344CB8AC3E}">
        <p14:creationId xmlns:p14="http://schemas.microsoft.com/office/powerpoint/2010/main" val="8754212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5EF17487-C386-4F99-B5EB-4FD3DF423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A0DE92DF-4769-4DE9-93FD-EE3127185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0" y="0"/>
            <a:ext cx="7472381" cy="6858000"/>
          </a:xfrm>
          <a:custGeom>
            <a:avLst/>
            <a:gdLst>
              <a:gd name="connsiteX0" fmla="*/ 1232666 w 7472381"/>
              <a:gd name="connsiteY0" fmla="*/ 0 h 6886575"/>
              <a:gd name="connsiteX1" fmla="*/ 7472381 w 7472381"/>
              <a:gd name="connsiteY1" fmla="*/ 0 h 6886575"/>
              <a:gd name="connsiteX2" fmla="*/ 7472381 w 7472381"/>
              <a:gd name="connsiteY2" fmla="*/ 814388 h 6886575"/>
              <a:gd name="connsiteX3" fmla="*/ 7472381 w 7472381"/>
              <a:gd name="connsiteY3" fmla="*/ 6411516 h 6886575"/>
              <a:gd name="connsiteX4" fmla="*/ 7472381 w 7472381"/>
              <a:gd name="connsiteY4" fmla="*/ 6886575 h 6886575"/>
              <a:gd name="connsiteX5" fmla="*/ 6992676 w 7472381"/>
              <a:gd name="connsiteY5" fmla="*/ 6886575 h 6886575"/>
              <a:gd name="connsiteX6" fmla="*/ 1946893 w 7472381"/>
              <a:gd name="connsiteY6" fmla="*/ 6886575 h 6886575"/>
              <a:gd name="connsiteX7" fmla="*/ 1506276 w 7472381"/>
              <a:gd name="connsiteY7" fmla="*/ 6686550 h 6886575"/>
              <a:gd name="connsiteX8" fmla="*/ 1314394 w 7472381"/>
              <a:gd name="connsiteY8" fmla="*/ 6457949 h 6886575"/>
              <a:gd name="connsiteX9" fmla="*/ 1246880 w 7472381"/>
              <a:gd name="connsiteY9" fmla="*/ 6393656 h 6886575"/>
              <a:gd name="connsiteX10" fmla="*/ 1079872 w 7472381"/>
              <a:gd name="connsiteY10" fmla="*/ 6307931 h 6886575"/>
              <a:gd name="connsiteX11" fmla="*/ 788495 w 7472381"/>
              <a:gd name="connsiteY11" fmla="*/ 6125765 h 6886575"/>
              <a:gd name="connsiteX12" fmla="*/ 895097 w 7472381"/>
              <a:gd name="connsiteY12" fmla="*/ 6082903 h 6886575"/>
              <a:gd name="connsiteX13" fmla="*/ 1204239 w 7472381"/>
              <a:gd name="connsiteY13" fmla="*/ 6193631 h 6886575"/>
              <a:gd name="connsiteX14" fmla="*/ 1428102 w 7472381"/>
              <a:gd name="connsiteY14" fmla="*/ 6222206 h 6886575"/>
              <a:gd name="connsiteX15" fmla="*/ 1111852 w 7472381"/>
              <a:gd name="connsiteY15" fmla="*/ 6029325 h 6886575"/>
              <a:gd name="connsiteX16" fmla="*/ 806262 w 7472381"/>
              <a:gd name="connsiteY16" fmla="*/ 5779294 h 6886575"/>
              <a:gd name="connsiteX17" fmla="*/ 1040785 w 7472381"/>
              <a:gd name="connsiteY17" fmla="*/ 5825728 h 6886575"/>
              <a:gd name="connsiteX18" fmla="*/ 1051445 w 7472381"/>
              <a:gd name="connsiteY18" fmla="*/ 5793581 h 6886575"/>
              <a:gd name="connsiteX19" fmla="*/ 845349 w 7472381"/>
              <a:gd name="connsiteY19" fmla="*/ 5497115 h 6886575"/>
              <a:gd name="connsiteX20" fmla="*/ 745855 w 7472381"/>
              <a:gd name="connsiteY20" fmla="*/ 5375672 h 6886575"/>
              <a:gd name="connsiteX21" fmla="*/ 291024 w 7472381"/>
              <a:gd name="connsiteY21" fmla="*/ 5014913 h 6886575"/>
              <a:gd name="connsiteX22" fmla="*/ 724535 w 7472381"/>
              <a:gd name="connsiteY22" fmla="*/ 5175647 h 6886575"/>
              <a:gd name="connsiteX23" fmla="*/ 276811 w 7472381"/>
              <a:gd name="connsiteY23" fmla="*/ 4825603 h 6886575"/>
              <a:gd name="connsiteX24" fmla="*/ 60055 w 7472381"/>
              <a:gd name="connsiteY24" fmla="*/ 4697016 h 6886575"/>
              <a:gd name="connsiteX25" fmla="*/ 6755 w 7472381"/>
              <a:gd name="connsiteY25" fmla="*/ 4622006 h 6886575"/>
              <a:gd name="connsiteX26" fmla="*/ 102696 w 7472381"/>
              <a:gd name="connsiteY26" fmla="*/ 4604146 h 6886575"/>
              <a:gd name="connsiteX27" fmla="*/ 397625 w 7472381"/>
              <a:gd name="connsiteY27" fmla="*/ 4632722 h 6886575"/>
              <a:gd name="connsiteX28" fmla="*/ 31628 w 7472381"/>
              <a:gd name="connsiteY28" fmla="*/ 4396978 h 6886575"/>
              <a:gd name="connsiteX29" fmla="*/ 305237 w 7472381"/>
              <a:gd name="connsiteY29" fmla="*/ 4432697 h 6886575"/>
              <a:gd name="connsiteX30" fmla="*/ 383412 w 7472381"/>
              <a:gd name="connsiteY30" fmla="*/ 4339828 h 6886575"/>
              <a:gd name="connsiteX31" fmla="*/ 511333 w 7472381"/>
              <a:gd name="connsiteY31" fmla="*/ 4189810 h 6886575"/>
              <a:gd name="connsiteX32" fmla="*/ 600167 w 7472381"/>
              <a:gd name="connsiteY32" fmla="*/ 4107656 h 6886575"/>
              <a:gd name="connsiteX33" fmla="*/ 635701 w 7472381"/>
              <a:gd name="connsiteY33" fmla="*/ 3843337 h 6886575"/>
              <a:gd name="connsiteX34" fmla="*/ 561080 w 7472381"/>
              <a:gd name="connsiteY34" fmla="*/ 3554015 h 6886575"/>
              <a:gd name="connsiteX35" fmla="*/ 354985 w 7472381"/>
              <a:gd name="connsiteY35" fmla="*/ 3407569 h 6886575"/>
              <a:gd name="connsiteX36" fmla="*/ 415392 w 7472381"/>
              <a:gd name="connsiteY36" fmla="*/ 3243263 h 6886575"/>
              <a:gd name="connsiteX37" fmla="*/ 852456 w 7472381"/>
              <a:gd name="connsiteY37" fmla="*/ 3343275 h 6886575"/>
              <a:gd name="connsiteX38" fmla="*/ 202190 w 7472381"/>
              <a:gd name="connsiteY38" fmla="*/ 2953940 h 6886575"/>
              <a:gd name="connsiteX39" fmla="*/ 312344 w 7472381"/>
              <a:gd name="connsiteY39" fmla="*/ 2936081 h 6886575"/>
              <a:gd name="connsiteX40" fmla="*/ 706768 w 7472381"/>
              <a:gd name="connsiteY40" fmla="*/ 2714625 h 6886575"/>
              <a:gd name="connsiteX41" fmla="*/ 728088 w 7472381"/>
              <a:gd name="connsiteY41" fmla="*/ 2703909 h 6886575"/>
              <a:gd name="connsiteX42" fmla="*/ 795602 w 7472381"/>
              <a:gd name="connsiteY42" fmla="*/ 2564606 h 6886575"/>
              <a:gd name="connsiteX43" fmla="*/ 1008804 w 7472381"/>
              <a:gd name="connsiteY43" fmla="*/ 2543175 h 6886575"/>
              <a:gd name="connsiteX44" fmla="*/ 1186473 w 7472381"/>
              <a:gd name="connsiteY44" fmla="*/ 2575322 h 6886575"/>
              <a:gd name="connsiteX45" fmla="*/ 1378355 w 7472381"/>
              <a:gd name="connsiteY45" fmla="*/ 2536031 h 6886575"/>
              <a:gd name="connsiteX46" fmla="*/ 1548916 w 7472381"/>
              <a:gd name="connsiteY46" fmla="*/ 2553891 h 6886575"/>
              <a:gd name="connsiteX47" fmla="*/ 1694604 w 7472381"/>
              <a:gd name="connsiteY47" fmla="*/ 2528888 h 6886575"/>
              <a:gd name="connsiteX48" fmla="*/ 1552469 w 7472381"/>
              <a:gd name="connsiteY48" fmla="*/ 2411015 h 6886575"/>
              <a:gd name="connsiteX49" fmla="*/ 1353481 w 7472381"/>
              <a:gd name="connsiteY49" fmla="*/ 2411015 h 6886575"/>
              <a:gd name="connsiteX50" fmla="*/ 1211346 w 7472381"/>
              <a:gd name="connsiteY50" fmla="*/ 2336007 h 6886575"/>
              <a:gd name="connsiteX51" fmla="*/ 1076318 w 7472381"/>
              <a:gd name="connsiteY51" fmla="*/ 2200275 h 6886575"/>
              <a:gd name="connsiteX52" fmla="*/ 600167 w 7472381"/>
              <a:gd name="connsiteY52" fmla="*/ 1982390 h 6886575"/>
              <a:gd name="connsiteX53" fmla="*/ 514886 w 7472381"/>
              <a:gd name="connsiteY53" fmla="*/ 1900238 h 6886575"/>
              <a:gd name="connsiteX54" fmla="*/ 1872273 w 7472381"/>
              <a:gd name="connsiteY54" fmla="*/ 2218135 h 6886575"/>
              <a:gd name="connsiteX55" fmla="*/ 1452975 w 7472381"/>
              <a:gd name="connsiteY55" fmla="*/ 2085975 h 6886575"/>
              <a:gd name="connsiteX56" fmla="*/ 1737245 w 7472381"/>
              <a:gd name="connsiteY56" fmla="*/ 2110978 h 6886575"/>
              <a:gd name="connsiteX57" fmla="*/ 1893593 w 7472381"/>
              <a:gd name="connsiteY57" fmla="*/ 2021681 h 6886575"/>
              <a:gd name="connsiteX58" fmla="*/ 1893593 w 7472381"/>
              <a:gd name="connsiteY58" fmla="*/ 1993106 h 6886575"/>
              <a:gd name="connsiteX59" fmla="*/ 1776332 w 7472381"/>
              <a:gd name="connsiteY59" fmla="*/ 1910953 h 6886575"/>
              <a:gd name="connsiteX60" fmla="*/ 1708818 w 7472381"/>
              <a:gd name="connsiteY60" fmla="*/ 1857375 h 6886575"/>
              <a:gd name="connsiteX61" fmla="*/ 1524043 w 7472381"/>
              <a:gd name="connsiteY61" fmla="*/ 1664493 h 6886575"/>
              <a:gd name="connsiteX62" fmla="*/ 1655517 w 7472381"/>
              <a:gd name="connsiteY62" fmla="*/ 1643062 h 6886575"/>
              <a:gd name="connsiteX63" fmla="*/ 1705264 w 7472381"/>
              <a:gd name="connsiteY63" fmla="*/ 1603772 h 6886575"/>
              <a:gd name="connsiteX64" fmla="*/ 1669731 w 7472381"/>
              <a:gd name="connsiteY64" fmla="*/ 1546622 h 6886575"/>
              <a:gd name="connsiteX65" fmla="*/ 1261093 w 7472381"/>
              <a:gd name="connsiteY65" fmla="*/ 1371600 h 6886575"/>
              <a:gd name="connsiteX66" fmla="*/ 1229113 w 7472381"/>
              <a:gd name="connsiteY66" fmla="*/ 1235869 h 6886575"/>
              <a:gd name="connsiteX67" fmla="*/ 1307287 w 7472381"/>
              <a:gd name="connsiteY67" fmla="*/ 1214437 h 6886575"/>
              <a:gd name="connsiteX68" fmla="*/ 1396121 w 7472381"/>
              <a:gd name="connsiteY68" fmla="*/ 1225153 h 6886575"/>
              <a:gd name="connsiteX69" fmla="*/ 1325054 w 7472381"/>
              <a:gd name="connsiteY69" fmla="*/ 1117997 h 6886575"/>
              <a:gd name="connsiteX70" fmla="*/ 1037231 w 7472381"/>
              <a:gd name="connsiteY70" fmla="*/ 1010841 h 6886575"/>
              <a:gd name="connsiteX71" fmla="*/ 983931 w 7472381"/>
              <a:gd name="connsiteY71" fmla="*/ 953690 h 6886575"/>
              <a:gd name="connsiteX72" fmla="*/ 1054998 w 7472381"/>
              <a:gd name="connsiteY72" fmla="*/ 925115 h 6886575"/>
              <a:gd name="connsiteX73" fmla="*/ 1108299 w 7472381"/>
              <a:gd name="connsiteY73" fmla="*/ 914400 h 6886575"/>
              <a:gd name="connsiteX74" fmla="*/ 6755 w 7472381"/>
              <a:gd name="connsiteY74" fmla="*/ 467915 h 6886575"/>
              <a:gd name="connsiteX75" fmla="*/ 255490 w 7472381"/>
              <a:gd name="connsiteY75" fmla="*/ 464344 h 6886575"/>
              <a:gd name="connsiteX76" fmla="*/ 500673 w 7472381"/>
              <a:gd name="connsiteY76" fmla="*/ 535781 h 6886575"/>
              <a:gd name="connsiteX77" fmla="*/ 760069 w 7472381"/>
              <a:gd name="connsiteY77" fmla="*/ 525066 h 6886575"/>
              <a:gd name="connsiteX78" fmla="*/ 1005251 w 7472381"/>
              <a:gd name="connsiteY78" fmla="*/ 560785 h 6886575"/>
              <a:gd name="connsiteX79" fmla="*/ 1218453 w 7472381"/>
              <a:gd name="connsiteY79" fmla="*/ 560785 h 6886575"/>
              <a:gd name="connsiteX80" fmla="*/ 1019464 w 7472381"/>
              <a:gd name="connsiteY80" fmla="*/ 507206 h 6886575"/>
              <a:gd name="connsiteX81" fmla="*/ 944844 w 7472381"/>
              <a:gd name="connsiteY81" fmla="*/ 417909 h 6886575"/>
              <a:gd name="connsiteX82" fmla="*/ 969717 w 7472381"/>
              <a:gd name="connsiteY82" fmla="*/ 335757 h 6886575"/>
              <a:gd name="connsiteX83" fmla="*/ 1051445 w 7472381"/>
              <a:gd name="connsiteY83" fmla="*/ 360759 h 6886575"/>
              <a:gd name="connsiteX84" fmla="*/ 1147386 w 7472381"/>
              <a:gd name="connsiteY84" fmla="*/ 453629 h 6886575"/>
              <a:gd name="connsiteX85" fmla="*/ 1168706 w 7472381"/>
              <a:gd name="connsiteY85" fmla="*/ 396478 h 6886575"/>
              <a:gd name="connsiteX86" fmla="*/ 1225560 w 7472381"/>
              <a:gd name="connsiteY86" fmla="*/ 353615 h 6886575"/>
              <a:gd name="connsiteX87" fmla="*/ 1552469 w 7472381"/>
              <a:gd name="connsiteY87" fmla="*/ 375047 h 6886575"/>
              <a:gd name="connsiteX88" fmla="*/ 1335714 w 7472381"/>
              <a:gd name="connsiteY88" fmla="*/ 192881 h 6886575"/>
              <a:gd name="connsiteX89" fmla="*/ 1197133 w 7472381"/>
              <a:gd name="connsiteY89" fmla="*/ 164306 h 6886575"/>
              <a:gd name="connsiteX90" fmla="*/ 1165153 w 7472381"/>
              <a:gd name="connsiteY90" fmla="*/ 89297 h 6886575"/>
              <a:gd name="connsiteX91" fmla="*/ 1229113 w 7472381"/>
              <a:gd name="connsiteY91" fmla="*/ 71437 h 6886575"/>
              <a:gd name="connsiteX92" fmla="*/ 1548916 w 7472381"/>
              <a:gd name="connsiteY92" fmla="*/ 135731 h 6886575"/>
              <a:gd name="connsiteX93" fmla="*/ 1602217 w 7472381"/>
              <a:gd name="connsiteY93" fmla="*/ 110728 h 6886575"/>
              <a:gd name="connsiteX94" fmla="*/ 1232666 w 7472381"/>
              <a:gd name="connsiteY94" fmla="*/ 0 h 6886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7472381" h="6886575">
                <a:moveTo>
                  <a:pt x="1232666" y="0"/>
                </a:moveTo>
                <a:lnTo>
                  <a:pt x="7472381" y="0"/>
                </a:lnTo>
                <a:lnTo>
                  <a:pt x="7472381" y="814388"/>
                </a:lnTo>
                <a:lnTo>
                  <a:pt x="7472381" y="6411516"/>
                </a:lnTo>
                <a:lnTo>
                  <a:pt x="7472381" y="6886575"/>
                </a:lnTo>
                <a:lnTo>
                  <a:pt x="6992676" y="6886575"/>
                </a:lnTo>
                <a:lnTo>
                  <a:pt x="1946893" y="6886575"/>
                </a:lnTo>
                <a:cubicBezTo>
                  <a:pt x="1801205" y="6815137"/>
                  <a:pt x="1662624" y="6729412"/>
                  <a:pt x="1506276" y="6686550"/>
                </a:cubicBezTo>
                <a:cubicBezTo>
                  <a:pt x="1399675" y="6657975"/>
                  <a:pt x="1296627" y="6607969"/>
                  <a:pt x="1314394" y="6457949"/>
                </a:cubicBezTo>
                <a:cubicBezTo>
                  <a:pt x="1317947" y="6415087"/>
                  <a:pt x="1289520" y="6382941"/>
                  <a:pt x="1246880" y="6393656"/>
                </a:cubicBezTo>
                <a:cubicBezTo>
                  <a:pt x="1165153" y="6415087"/>
                  <a:pt x="1126065" y="6354365"/>
                  <a:pt x="1079872" y="6307931"/>
                </a:cubicBezTo>
                <a:cubicBezTo>
                  <a:pt x="998144" y="6225779"/>
                  <a:pt x="919970" y="6140052"/>
                  <a:pt x="788495" y="6125765"/>
                </a:cubicBezTo>
                <a:cubicBezTo>
                  <a:pt x="813369" y="6061471"/>
                  <a:pt x="856009" y="6068615"/>
                  <a:pt x="895097" y="6082903"/>
                </a:cubicBezTo>
                <a:cubicBezTo>
                  <a:pt x="998144" y="6118622"/>
                  <a:pt x="1101192" y="6157912"/>
                  <a:pt x="1204239" y="6193631"/>
                </a:cubicBezTo>
                <a:cubicBezTo>
                  <a:pt x="1271754" y="6215062"/>
                  <a:pt x="1339267" y="6247209"/>
                  <a:pt x="1428102" y="6222206"/>
                </a:cubicBezTo>
                <a:cubicBezTo>
                  <a:pt x="1349928" y="6093619"/>
                  <a:pt x="1218453" y="6068615"/>
                  <a:pt x="1111852" y="6029325"/>
                </a:cubicBezTo>
                <a:cubicBezTo>
                  <a:pt x="980377" y="5979319"/>
                  <a:pt x="902203" y="5886450"/>
                  <a:pt x="806262" y="5779294"/>
                </a:cubicBezTo>
                <a:cubicBezTo>
                  <a:pt x="902203" y="5750719"/>
                  <a:pt x="962610" y="5829300"/>
                  <a:pt x="1040785" y="5825728"/>
                </a:cubicBezTo>
                <a:cubicBezTo>
                  <a:pt x="1044338" y="5815012"/>
                  <a:pt x="1051445" y="5793581"/>
                  <a:pt x="1051445" y="5793581"/>
                </a:cubicBezTo>
                <a:cubicBezTo>
                  <a:pt x="923523" y="5736431"/>
                  <a:pt x="866670" y="5629275"/>
                  <a:pt x="845349" y="5497115"/>
                </a:cubicBezTo>
                <a:cubicBezTo>
                  <a:pt x="838243" y="5429250"/>
                  <a:pt x="792049" y="5407819"/>
                  <a:pt x="745855" y="5375672"/>
                </a:cubicBezTo>
                <a:cubicBezTo>
                  <a:pt x="589507" y="5264943"/>
                  <a:pt x="422499" y="5164931"/>
                  <a:pt x="291024" y="5014913"/>
                </a:cubicBezTo>
                <a:cubicBezTo>
                  <a:pt x="443819" y="5032771"/>
                  <a:pt x="564633" y="5132784"/>
                  <a:pt x="724535" y="5175647"/>
                </a:cubicBezTo>
                <a:cubicBezTo>
                  <a:pt x="596614" y="5011340"/>
                  <a:pt x="429605" y="4925615"/>
                  <a:pt x="276811" y="4825603"/>
                </a:cubicBezTo>
                <a:cubicBezTo>
                  <a:pt x="205743" y="4779169"/>
                  <a:pt x="141783" y="4722018"/>
                  <a:pt x="60055" y="4697016"/>
                </a:cubicBezTo>
                <a:cubicBezTo>
                  <a:pt x="31628" y="4689872"/>
                  <a:pt x="-18119" y="4672013"/>
                  <a:pt x="6755" y="4622006"/>
                </a:cubicBezTo>
                <a:cubicBezTo>
                  <a:pt x="28075" y="4579144"/>
                  <a:pt x="67162" y="4593432"/>
                  <a:pt x="102696" y="4604146"/>
                </a:cubicBezTo>
                <a:cubicBezTo>
                  <a:pt x="187976" y="4632722"/>
                  <a:pt x="280364" y="4632722"/>
                  <a:pt x="397625" y="4632722"/>
                </a:cubicBezTo>
                <a:cubicBezTo>
                  <a:pt x="298131" y="4496990"/>
                  <a:pt x="116909" y="4539853"/>
                  <a:pt x="31628" y="4396978"/>
                </a:cubicBezTo>
                <a:cubicBezTo>
                  <a:pt x="138229" y="4371976"/>
                  <a:pt x="219957" y="4421982"/>
                  <a:pt x="305237" y="4432697"/>
                </a:cubicBezTo>
                <a:cubicBezTo>
                  <a:pt x="383412" y="4443413"/>
                  <a:pt x="401178" y="4418409"/>
                  <a:pt x="383412" y="4339828"/>
                </a:cubicBezTo>
                <a:cubicBezTo>
                  <a:pt x="354985" y="4218385"/>
                  <a:pt x="397625" y="4157662"/>
                  <a:pt x="511333" y="4189810"/>
                </a:cubicBezTo>
                <a:cubicBezTo>
                  <a:pt x="617934" y="4221956"/>
                  <a:pt x="628594" y="4175522"/>
                  <a:pt x="600167" y="4107656"/>
                </a:cubicBezTo>
                <a:cubicBezTo>
                  <a:pt x="557527" y="4007644"/>
                  <a:pt x="603720" y="3929063"/>
                  <a:pt x="635701" y="3843337"/>
                </a:cubicBezTo>
                <a:cubicBezTo>
                  <a:pt x="685448" y="3714750"/>
                  <a:pt x="664128" y="3650456"/>
                  <a:pt x="561080" y="3554015"/>
                </a:cubicBezTo>
                <a:cubicBezTo>
                  <a:pt x="500673" y="3500438"/>
                  <a:pt x="440265" y="3454003"/>
                  <a:pt x="354985" y="3407569"/>
                </a:cubicBezTo>
                <a:cubicBezTo>
                  <a:pt x="550420" y="3382565"/>
                  <a:pt x="347878" y="3296841"/>
                  <a:pt x="415392" y="3243263"/>
                </a:cubicBezTo>
                <a:cubicBezTo>
                  <a:pt x="553973" y="3221831"/>
                  <a:pt x="664128" y="3393282"/>
                  <a:pt x="852456" y="3343275"/>
                </a:cubicBezTo>
                <a:cubicBezTo>
                  <a:pt x="625041" y="3196828"/>
                  <a:pt x="369198" y="3150393"/>
                  <a:pt x="202190" y="2953940"/>
                </a:cubicBezTo>
                <a:cubicBezTo>
                  <a:pt x="241277" y="2911078"/>
                  <a:pt x="280364" y="2953940"/>
                  <a:pt x="312344" y="2936081"/>
                </a:cubicBezTo>
                <a:cubicBezTo>
                  <a:pt x="312344" y="2925365"/>
                  <a:pt x="685448" y="2993232"/>
                  <a:pt x="706768" y="2714625"/>
                </a:cubicBezTo>
                <a:cubicBezTo>
                  <a:pt x="713875" y="2714625"/>
                  <a:pt x="720982" y="2714625"/>
                  <a:pt x="728088" y="2703909"/>
                </a:cubicBezTo>
                <a:cubicBezTo>
                  <a:pt x="767175" y="2664619"/>
                  <a:pt x="731642" y="2571750"/>
                  <a:pt x="795602" y="2564606"/>
                </a:cubicBezTo>
                <a:cubicBezTo>
                  <a:pt x="866670" y="2557462"/>
                  <a:pt x="934184" y="2525315"/>
                  <a:pt x="1008804" y="2543175"/>
                </a:cubicBezTo>
                <a:cubicBezTo>
                  <a:pt x="1065658" y="2557462"/>
                  <a:pt x="1126065" y="2575322"/>
                  <a:pt x="1186473" y="2575322"/>
                </a:cubicBezTo>
                <a:cubicBezTo>
                  <a:pt x="1250433" y="2575322"/>
                  <a:pt x="1339267" y="2696766"/>
                  <a:pt x="1378355" y="2536031"/>
                </a:cubicBezTo>
                <a:cubicBezTo>
                  <a:pt x="1378355" y="2528888"/>
                  <a:pt x="1488509" y="2546747"/>
                  <a:pt x="1548916" y="2553891"/>
                </a:cubicBezTo>
                <a:cubicBezTo>
                  <a:pt x="1598663" y="2561035"/>
                  <a:pt x="1659071" y="2593181"/>
                  <a:pt x="1694604" y="2528888"/>
                </a:cubicBezTo>
                <a:cubicBezTo>
                  <a:pt x="1712371" y="2489596"/>
                  <a:pt x="1627090" y="2418159"/>
                  <a:pt x="1552469" y="2411015"/>
                </a:cubicBezTo>
                <a:cubicBezTo>
                  <a:pt x="1484956" y="2403872"/>
                  <a:pt x="1417442" y="2396728"/>
                  <a:pt x="1353481" y="2411015"/>
                </a:cubicBezTo>
                <a:cubicBezTo>
                  <a:pt x="1275307" y="2428875"/>
                  <a:pt x="1232666" y="2400300"/>
                  <a:pt x="1211346" y="2336007"/>
                </a:cubicBezTo>
                <a:cubicBezTo>
                  <a:pt x="1186473" y="2268141"/>
                  <a:pt x="1140279" y="2232422"/>
                  <a:pt x="1076318" y="2200275"/>
                </a:cubicBezTo>
                <a:cubicBezTo>
                  <a:pt x="919970" y="2121694"/>
                  <a:pt x="770729" y="2028825"/>
                  <a:pt x="600167" y="1982390"/>
                </a:cubicBezTo>
                <a:cubicBezTo>
                  <a:pt x="568187" y="1975246"/>
                  <a:pt x="529100" y="1960959"/>
                  <a:pt x="514886" y="1900238"/>
                </a:cubicBezTo>
                <a:cubicBezTo>
                  <a:pt x="976824" y="1993106"/>
                  <a:pt x="1396121" y="2232422"/>
                  <a:pt x="1872273" y="2218135"/>
                </a:cubicBezTo>
                <a:cubicBezTo>
                  <a:pt x="1744351" y="2143125"/>
                  <a:pt x="1591557" y="2139554"/>
                  <a:pt x="1452975" y="2085975"/>
                </a:cubicBezTo>
                <a:cubicBezTo>
                  <a:pt x="1552469" y="2046685"/>
                  <a:pt x="1644857" y="2089547"/>
                  <a:pt x="1737245" y="2110978"/>
                </a:cubicBezTo>
                <a:cubicBezTo>
                  <a:pt x="1815419" y="2128837"/>
                  <a:pt x="1886486" y="2132410"/>
                  <a:pt x="1893593" y="2021681"/>
                </a:cubicBezTo>
                <a:cubicBezTo>
                  <a:pt x="1893593" y="2010965"/>
                  <a:pt x="1893593" y="2003821"/>
                  <a:pt x="1893593" y="1993106"/>
                </a:cubicBezTo>
                <a:cubicBezTo>
                  <a:pt x="1865166" y="1946672"/>
                  <a:pt x="1826079" y="1925240"/>
                  <a:pt x="1776332" y="1910953"/>
                </a:cubicBezTo>
                <a:cubicBezTo>
                  <a:pt x="1747905" y="1903809"/>
                  <a:pt x="1708818" y="1889522"/>
                  <a:pt x="1708818" y="1857375"/>
                </a:cubicBezTo>
                <a:cubicBezTo>
                  <a:pt x="1712371" y="1735931"/>
                  <a:pt x="1616430" y="1700212"/>
                  <a:pt x="1524043" y="1664493"/>
                </a:cubicBezTo>
                <a:cubicBezTo>
                  <a:pt x="1573790" y="1603772"/>
                  <a:pt x="1616430" y="1646635"/>
                  <a:pt x="1655517" y="1643062"/>
                </a:cubicBezTo>
                <a:cubicBezTo>
                  <a:pt x="1680391" y="1639491"/>
                  <a:pt x="1705264" y="1635919"/>
                  <a:pt x="1705264" y="1603772"/>
                </a:cubicBezTo>
                <a:cubicBezTo>
                  <a:pt x="1705264" y="1578769"/>
                  <a:pt x="1694604" y="1546622"/>
                  <a:pt x="1669731" y="1546622"/>
                </a:cubicBezTo>
                <a:cubicBezTo>
                  <a:pt x="1513383" y="1543050"/>
                  <a:pt x="1424548" y="1371600"/>
                  <a:pt x="1261093" y="1371600"/>
                </a:cubicBezTo>
                <a:cubicBezTo>
                  <a:pt x="1161599" y="1371600"/>
                  <a:pt x="1310841" y="1275159"/>
                  <a:pt x="1229113" y="1235869"/>
                </a:cubicBezTo>
                <a:cubicBezTo>
                  <a:pt x="1211346" y="1225153"/>
                  <a:pt x="1278860" y="1210866"/>
                  <a:pt x="1307287" y="1214437"/>
                </a:cubicBezTo>
                <a:cubicBezTo>
                  <a:pt x="1335714" y="1218009"/>
                  <a:pt x="1360588" y="1243013"/>
                  <a:pt x="1396121" y="1225153"/>
                </a:cubicBezTo>
                <a:cubicBezTo>
                  <a:pt x="1413888" y="1160860"/>
                  <a:pt x="1367694" y="1135856"/>
                  <a:pt x="1325054" y="1117997"/>
                </a:cubicBezTo>
                <a:cubicBezTo>
                  <a:pt x="1232666" y="1075135"/>
                  <a:pt x="1140279" y="1025129"/>
                  <a:pt x="1037231" y="1010841"/>
                </a:cubicBezTo>
                <a:cubicBezTo>
                  <a:pt x="1001698" y="1007269"/>
                  <a:pt x="980377" y="989409"/>
                  <a:pt x="983931" y="953690"/>
                </a:cubicBezTo>
                <a:cubicBezTo>
                  <a:pt x="991037" y="907256"/>
                  <a:pt x="1026571" y="921544"/>
                  <a:pt x="1054998" y="925115"/>
                </a:cubicBezTo>
                <a:cubicBezTo>
                  <a:pt x="1072765" y="928688"/>
                  <a:pt x="1090532" y="939403"/>
                  <a:pt x="1108299" y="914400"/>
                </a:cubicBezTo>
                <a:cubicBezTo>
                  <a:pt x="692555" y="660797"/>
                  <a:pt x="472246" y="675085"/>
                  <a:pt x="6755" y="467915"/>
                </a:cubicBezTo>
                <a:cubicBezTo>
                  <a:pt x="109802" y="428625"/>
                  <a:pt x="184423" y="457200"/>
                  <a:pt x="255490" y="464344"/>
                </a:cubicBezTo>
                <a:cubicBezTo>
                  <a:pt x="433159" y="482203"/>
                  <a:pt x="323004" y="514350"/>
                  <a:pt x="500673" y="535781"/>
                </a:cubicBezTo>
                <a:cubicBezTo>
                  <a:pt x="585954" y="546497"/>
                  <a:pt x="664128" y="582216"/>
                  <a:pt x="760069" y="525066"/>
                </a:cubicBezTo>
                <a:cubicBezTo>
                  <a:pt x="824029" y="485775"/>
                  <a:pt x="927077" y="528637"/>
                  <a:pt x="1005251" y="560785"/>
                </a:cubicBezTo>
                <a:cubicBezTo>
                  <a:pt x="1069212" y="589360"/>
                  <a:pt x="1133172" y="596503"/>
                  <a:pt x="1218453" y="560785"/>
                </a:cubicBezTo>
                <a:cubicBezTo>
                  <a:pt x="1140279" y="539354"/>
                  <a:pt x="1079872" y="521494"/>
                  <a:pt x="1019464" y="507206"/>
                </a:cubicBezTo>
                <a:cubicBezTo>
                  <a:pt x="969717" y="496491"/>
                  <a:pt x="941290" y="471488"/>
                  <a:pt x="944844" y="417909"/>
                </a:cubicBezTo>
                <a:cubicBezTo>
                  <a:pt x="944844" y="389334"/>
                  <a:pt x="934184" y="350044"/>
                  <a:pt x="969717" y="335757"/>
                </a:cubicBezTo>
                <a:cubicBezTo>
                  <a:pt x="998144" y="321469"/>
                  <a:pt x="1037231" y="335757"/>
                  <a:pt x="1051445" y="360759"/>
                </a:cubicBezTo>
                <a:cubicBezTo>
                  <a:pt x="1069212" y="407194"/>
                  <a:pt x="1086978" y="450056"/>
                  <a:pt x="1147386" y="453629"/>
                </a:cubicBezTo>
                <a:cubicBezTo>
                  <a:pt x="1229113" y="460771"/>
                  <a:pt x="1182919" y="432197"/>
                  <a:pt x="1168706" y="396478"/>
                </a:cubicBezTo>
                <a:cubicBezTo>
                  <a:pt x="1154492" y="357188"/>
                  <a:pt x="1197133" y="346472"/>
                  <a:pt x="1225560" y="353615"/>
                </a:cubicBezTo>
                <a:cubicBezTo>
                  <a:pt x="1332161" y="385763"/>
                  <a:pt x="1442315" y="328613"/>
                  <a:pt x="1552469" y="375047"/>
                </a:cubicBezTo>
                <a:cubicBezTo>
                  <a:pt x="1524043" y="260747"/>
                  <a:pt x="1463635" y="210741"/>
                  <a:pt x="1335714" y="192881"/>
                </a:cubicBezTo>
                <a:cubicBezTo>
                  <a:pt x="1289520" y="189310"/>
                  <a:pt x="1239773" y="196453"/>
                  <a:pt x="1197133" y="164306"/>
                </a:cubicBezTo>
                <a:cubicBezTo>
                  <a:pt x="1172259" y="146447"/>
                  <a:pt x="1147386" y="125016"/>
                  <a:pt x="1165153" y="89297"/>
                </a:cubicBezTo>
                <a:cubicBezTo>
                  <a:pt x="1175813" y="64294"/>
                  <a:pt x="1204239" y="64294"/>
                  <a:pt x="1229113" y="71437"/>
                </a:cubicBezTo>
                <a:cubicBezTo>
                  <a:pt x="1332161" y="110728"/>
                  <a:pt x="1442315" y="121444"/>
                  <a:pt x="1548916" y="135731"/>
                </a:cubicBezTo>
                <a:cubicBezTo>
                  <a:pt x="1566683" y="139303"/>
                  <a:pt x="1584450" y="146447"/>
                  <a:pt x="1602217" y="110728"/>
                </a:cubicBezTo>
                <a:cubicBezTo>
                  <a:pt x="1477849" y="78581"/>
                  <a:pt x="1357034" y="35719"/>
                  <a:pt x="1232666" y="0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503E58-70BA-9E50-55F2-D9DF4C809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6824" y="643467"/>
            <a:ext cx="4772975" cy="1800526"/>
          </a:xfrm>
        </p:spPr>
        <p:txBody>
          <a:bodyPr>
            <a:normAutofit/>
          </a:bodyPr>
          <a:lstStyle/>
          <a:p>
            <a:r>
              <a:rPr lang="en-AU" dirty="0"/>
              <a:t>DQL: Validation</a:t>
            </a:r>
            <a:br>
              <a:rPr lang="en-AU" dirty="0"/>
            </a:b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45DF60-64A7-038B-8ACB-F05D3182B1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6824" y="2623381"/>
            <a:ext cx="4772974" cy="3553581"/>
          </a:xfrm>
        </p:spPr>
        <p:txBody>
          <a:bodyPr>
            <a:normAutofit/>
          </a:bodyPr>
          <a:lstStyle/>
          <a:p>
            <a:r>
              <a:rPr lang="en-US" sz="2000">
                <a:highlight>
                  <a:srgbClr val="FFFFFF"/>
                </a:highlight>
                <a:latin typeface="Cascadia Mono" panose="020B0609020000020004" pitchFamily="49" charset="0"/>
              </a:rPr>
              <a:t>SELECT 'Members' AS TableName, COUNT(*) AS [RowCount] FROM members</a:t>
            </a:r>
          </a:p>
          <a:p>
            <a:r>
              <a:rPr lang="en-AU" sz="2000">
                <a:highlight>
                  <a:srgbClr val="FFFFFF"/>
                </a:highlight>
                <a:latin typeface="Cascadia Mono" panose="020B0609020000020004" pitchFamily="49" charset="0"/>
              </a:rPr>
              <a:t>UNION ALL</a:t>
            </a:r>
          </a:p>
          <a:p>
            <a:r>
              <a:rPr lang="en-US" sz="2000">
                <a:highlight>
                  <a:srgbClr val="FFFFFF"/>
                </a:highlight>
                <a:latin typeface="Cascadia Mono" panose="020B0609020000020004" pitchFamily="49" charset="0"/>
              </a:rPr>
              <a:t>SELECT 'Flights' AS TableName, COUNT(*) AS [RowCount] FROM flights;</a:t>
            </a:r>
          </a:p>
          <a:p>
            <a:r>
              <a:rPr lang="en-AU" sz="2000">
                <a:highlight>
                  <a:srgbClr val="FFFFFF"/>
                </a:highlight>
                <a:latin typeface="Cascadia Mono" panose="020B0609020000020004" pitchFamily="49" charset="0"/>
              </a:rPr>
              <a:t>GO</a:t>
            </a:r>
            <a:endParaRPr lang="en-AU" sz="20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886CEC-778D-62A3-3627-CC5CA4DE46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0211" y="1226387"/>
            <a:ext cx="3848322" cy="1379166"/>
          </a:xfrm>
          <a:prstGeom prst="rect">
            <a:avLst/>
          </a:prstGeom>
        </p:spPr>
      </p:pic>
      <p:pic>
        <p:nvPicPr>
          <p:cNvPr id="8" name="Graphic 7" descr="Employee Badge">
            <a:extLst>
              <a:ext uri="{FF2B5EF4-FFF2-40B4-BE49-F238E27FC236}">
                <a16:creationId xmlns:a16="http://schemas.microsoft.com/office/drawing/2014/main" id="{76BBEBF0-7A0F-DA68-A0A5-B9E3449EA8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31617" y="3657600"/>
            <a:ext cx="2585510" cy="2585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88825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37B2035-1FCB-439A-B421-095E136C7E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39A1F5A-E57E-4178-8F57-A18DC747E5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6291618" cy="5097980"/>
          </a:xfrm>
          <a:custGeom>
            <a:avLst/>
            <a:gdLst>
              <a:gd name="connsiteX0" fmla="*/ 0 w 6530408"/>
              <a:gd name="connsiteY0" fmla="*/ 0 h 5753325"/>
              <a:gd name="connsiteX1" fmla="*/ 6438980 w 6530408"/>
              <a:gd name="connsiteY1" fmla="*/ 0 h 5753325"/>
              <a:gd name="connsiteX2" fmla="*/ 6439047 w 6530408"/>
              <a:gd name="connsiteY2" fmla="*/ 147 h 5753325"/>
              <a:gd name="connsiteX3" fmla="*/ 6443456 w 6530408"/>
              <a:gd name="connsiteY3" fmla="*/ 130105 h 5753325"/>
              <a:gd name="connsiteX4" fmla="*/ 6447632 w 6530408"/>
              <a:gd name="connsiteY4" fmla="*/ 170016 h 5753325"/>
              <a:gd name="connsiteX5" fmla="*/ 6465936 w 6530408"/>
              <a:gd name="connsiteY5" fmla="*/ 274847 h 5753325"/>
              <a:gd name="connsiteX6" fmla="*/ 6506836 w 6530408"/>
              <a:gd name="connsiteY6" fmla="*/ 331778 h 5753325"/>
              <a:gd name="connsiteX7" fmla="*/ 6530408 w 6530408"/>
              <a:gd name="connsiteY7" fmla="*/ 427517 h 5753325"/>
              <a:gd name="connsiteX8" fmla="*/ 6516105 w 6530408"/>
              <a:gd name="connsiteY8" fmla="*/ 476071 h 5753325"/>
              <a:gd name="connsiteX9" fmla="*/ 6488360 w 6530408"/>
              <a:gd name="connsiteY9" fmla="*/ 535865 h 5753325"/>
              <a:gd name="connsiteX10" fmla="*/ 6492864 w 6530408"/>
              <a:gd name="connsiteY10" fmla="*/ 615799 h 5753325"/>
              <a:gd name="connsiteX11" fmla="*/ 6459988 w 6530408"/>
              <a:gd name="connsiteY11" fmla="*/ 707628 h 5753325"/>
              <a:gd name="connsiteX12" fmla="*/ 6453989 w 6530408"/>
              <a:gd name="connsiteY12" fmla="*/ 711876 h 5753325"/>
              <a:gd name="connsiteX13" fmla="*/ 6453209 w 6530408"/>
              <a:gd name="connsiteY13" fmla="*/ 719127 h 5753325"/>
              <a:gd name="connsiteX14" fmla="*/ 6457662 w 6530408"/>
              <a:gd name="connsiteY14" fmla="*/ 723331 h 5753325"/>
              <a:gd name="connsiteX15" fmla="*/ 6447445 w 6530408"/>
              <a:gd name="connsiteY15" fmla="*/ 780003 h 5753325"/>
              <a:gd name="connsiteX16" fmla="*/ 6426552 w 6530408"/>
              <a:gd name="connsiteY16" fmla="*/ 845805 h 5753325"/>
              <a:gd name="connsiteX17" fmla="*/ 6434072 w 6530408"/>
              <a:gd name="connsiteY17" fmla="*/ 910733 h 5753325"/>
              <a:gd name="connsiteX18" fmla="*/ 6432570 w 6530408"/>
              <a:gd name="connsiteY18" fmla="*/ 983394 h 5753325"/>
              <a:gd name="connsiteX19" fmla="*/ 6431878 w 6530408"/>
              <a:gd name="connsiteY19" fmla="*/ 1026728 h 5753325"/>
              <a:gd name="connsiteX20" fmla="*/ 6414269 w 6530408"/>
              <a:gd name="connsiteY20" fmla="*/ 1151111 h 5753325"/>
              <a:gd name="connsiteX21" fmla="*/ 6371722 w 6530408"/>
              <a:gd name="connsiteY21" fmla="*/ 1318080 h 5753325"/>
              <a:gd name="connsiteX22" fmla="*/ 6356023 w 6530408"/>
              <a:gd name="connsiteY22" fmla="*/ 1356227 h 5753325"/>
              <a:gd name="connsiteX23" fmla="*/ 6356157 w 6530408"/>
              <a:gd name="connsiteY23" fmla="*/ 1361967 h 5753325"/>
              <a:gd name="connsiteX24" fmla="*/ 6350613 w 6530408"/>
              <a:gd name="connsiteY24" fmla="*/ 1393569 h 5753325"/>
              <a:gd name="connsiteX25" fmla="*/ 6357062 w 6530408"/>
              <a:gd name="connsiteY25" fmla="*/ 1444071 h 5753325"/>
              <a:gd name="connsiteX26" fmla="*/ 6364832 w 6530408"/>
              <a:gd name="connsiteY26" fmla="*/ 1478763 h 5753325"/>
              <a:gd name="connsiteX27" fmla="*/ 6369745 w 6530408"/>
              <a:gd name="connsiteY27" fmla="*/ 1495680 h 5753325"/>
              <a:gd name="connsiteX28" fmla="*/ 6370898 w 6530408"/>
              <a:gd name="connsiteY28" fmla="*/ 1513331 h 5753325"/>
              <a:gd name="connsiteX29" fmla="*/ 6368801 w 6530408"/>
              <a:gd name="connsiteY29" fmla="*/ 1527414 h 5753325"/>
              <a:gd name="connsiteX30" fmla="*/ 6359177 w 6530408"/>
              <a:gd name="connsiteY30" fmla="*/ 1639513 h 5753325"/>
              <a:gd name="connsiteX31" fmla="*/ 6299489 w 6530408"/>
              <a:gd name="connsiteY31" fmla="*/ 1784860 h 5753325"/>
              <a:gd name="connsiteX32" fmla="*/ 6267878 w 6530408"/>
              <a:gd name="connsiteY32" fmla="*/ 1858572 h 5753325"/>
              <a:gd name="connsiteX33" fmla="*/ 6251146 w 6530408"/>
              <a:gd name="connsiteY33" fmla="*/ 1926167 h 5753325"/>
              <a:gd name="connsiteX34" fmla="*/ 6210686 w 6530408"/>
              <a:gd name="connsiteY34" fmla="*/ 2014834 h 5753325"/>
              <a:gd name="connsiteX35" fmla="*/ 6106652 w 6530408"/>
              <a:gd name="connsiteY35" fmla="*/ 2150572 h 5753325"/>
              <a:gd name="connsiteX36" fmla="*/ 6097813 w 6530408"/>
              <a:gd name="connsiteY36" fmla="*/ 2172208 h 5753325"/>
              <a:gd name="connsiteX37" fmla="*/ 6095990 w 6530408"/>
              <a:gd name="connsiteY37" fmla="*/ 2181185 h 5753325"/>
              <a:gd name="connsiteX38" fmla="*/ 6090126 w 6530408"/>
              <a:gd name="connsiteY38" fmla="*/ 2192533 h 5753325"/>
              <a:gd name="connsiteX39" fmla="*/ 6089503 w 6530408"/>
              <a:gd name="connsiteY39" fmla="*/ 2192543 h 5753325"/>
              <a:gd name="connsiteX40" fmla="*/ 6084946 w 6530408"/>
              <a:gd name="connsiteY40" fmla="*/ 2203694 h 5753325"/>
              <a:gd name="connsiteX41" fmla="*/ 5987861 w 6530408"/>
              <a:gd name="connsiteY41" fmla="*/ 2304868 h 5753325"/>
              <a:gd name="connsiteX42" fmla="*/ 5973439 w 6530408"/>
              <a:gd name="connsiteY42" fmla="*/ 2385635 h 5753325"/>
              <a:gd name="connsiteX43" fmla="*/ 5916727 w 6530408"/>
              <a:gd name="connsiteY43" fmla="*/ 2458777 h 5753325"/>
              <a:gd name="connsiteX44" fmla="*/ 5856524 w 6530408"/>
              <a:gd name="connsiteY44" fmla="*/ 2583281 h 5753325"/>
              <a:gd name="connsiteX45" fmla="*/ 5838091 w 6530408"/>
              <a:gd name="connsiteY45" fmla="*/ 2753474 h 5753325"/>
              <a:gd name="connsiteX46" fmla="*/ 5777471 w 6530408"/>
              <a:gd name="connsiteY46" fmla="*/ 2901570 h 5753325"/>
              <a:gd name="connsiteX47" fmla="*/ 5723992 w 6530408"/>
              <a:gd name="connsiteY47" fmla="*/ 2998752 h 5753325"/>
              <a:gd name="connsiteX48" fmla="*/ 5557886 w 6530408"/>
              <a:gd name="connsiteY48" fmla="*/ 3329735 h 5753325"/>
              <a:gd name="connsiteX49" fmla="*/ 5471501 w 6530408"/>
              <a:gd name="connsiteY49" fmla="*/ 3462221 h 5753325"/>
              <a:gd name="connsiteX50" fmla="*/ 5465154 w 6530408"/>
              <a:gd name="connsiteY50" fmla="*/ 3541065 h 5753325"/>
              <a:gd name="connsiteX51" fmla="*/ 5437889 w 6530408"/>
              <a:gd name="connsiteY51" fmla="*/ 3559927 h 5753325"/>
              <a:gd name="connsiteX52" fmla="*/ 5432770 w 6530408"/>
              <a:gd name="connsiteY52" fmla="*/ 3562948 h 5753325"/>
              <a:gd name="connsiteX53" fmla="*/ 5406795 w 6530408"/>
              <a:gd name="connsiteY53" fmla="*/ 3578594 h 5753325"/>
              <a:gd name="connsiteX54" fmla="*/ 5381495 w 6530408"/>
              <a:gd name="connsiteY54" fmla="*/ 3599883 h 5753325"/>
              <a:gd name="connsiteX55" fmla="*/ 5363689 w 6530408"/>
              <a:gd name="connsiteY55" fmla="*/ 3633299 h 5753325"/>
              <a:gd name="connsiteX56" fmla="*/ 5291870 w 6530408"/>
              <a:gd name="connsiteY56" fmla="*/ 3799039 h 5753325"/>
              <a:gd name="connsiteX57" fmla="*/ 5241600 w 6530408"/>
              <a:gd name="connsiteY57" fmla="*/ 3894238 h 5753325"/>
              <a:gd name="connsiteX58" fmla="*/ 5211041 w 6530408"/>
              <a:gd name="connsiteY58" fmla="*/ 3924184 h 5753325"/>
              <a:gd name="connsiteX59" fmla="*/ 5176073 w 6530408"/>
              <a:gd name="connsiteY59" fmla="*/ 3970179 h 5753325"/>
              <a:gd name="connsiteX60" fmla="*/ 5172826 w 6530408"/>
              <a:gd name="connsiteY60" fmla="*/ 3991773 h 5753325"/>
              <a:gd name="connsiteX61" fmla="*/ 5157053 w 6530408"/>
              <a:gd name="connsiteY61" fmla="*/ 3997708 h 5753325"/>
              <a:gd name="connsiteX62" fmla="*/ 5127922 w 6530408"/>
              <a:gd name="connsiteY62" fmla="*/ 4022660 h 5753325"/>
              <a:gd name="connsiteX63" fmla="*/ 5020872 w 6530408"/>
              <a:gd name="connsiteY63" fmla="*/ 4075951 h 5753325"/>
              <a:gd name="connsiteX64" fmla="*/ 4991410 w 6530408"/>
              <a:gd name="connsiteY64" fmla="*/ 4087598 h 5753325"/>
              <a:gd name="connsiteX65" fmla="*/ 4930112 w 6530408"/>
              <a:gd name="connsiteY65" fmla="*/ 4138459 h 5753325"/>
              <a:gd name="connsiteX66" fmla="*/ 4834224 w 6530408"/>
              <a:gd name="connsiteY66" fmla="*/ 4231643 h 5753325"/>
              <a:gd name="connsiteX67" fmla="*/ 4812599 w 6530408"/>
              <a:gd name="connsiteY67" fmla="*/ 4249449 h 5753325"/>
              <a:gd name="connsiteX68" fmla="*/ 4789188 w 6530408"/>
              <a:gd name="connsiteY68" fmla="*/ 4256678 h 5753325"/>
              <a:gd name="connsiteX69" fmla="*/ 4779554 w 6530408"/>
              <a:gd name="connsiteY69" fmla="*/ 4251313 h 5753325"/>
              <a:gd name="connsiteX70" fmla="*/ 4766885 w 6530408"/>
              <a:gd name="connsiteY70" fmla="*/ 4259812 h 5753325"/>
              <a:gd name="connsiteX71" fmla="*/ 4762510 w 6530408"/>
              <a:gd name="connsiteY71" fmla="*/ 4260383 h 5753325"/>
              <a:gd name="connsiteX72" fmla="*/ 4738416 w 6530408"/>
              <a:gd name="connsiteY72" fmla="*/ 4265355 h 5753325"/>
              <a:gd name="connsiteX73" fmla="*/ 4712007 w 6530408"/>
              <a:gd name="connsiteY73" fmla="*/ 4317892 h 5753325"/>
              <a:gd name="connsiteX74" fmla="*/ 4658930 w 6530408"/>
              <a:gd name="connsiteY74" fmla="*/ 4348041 h 5753325"/>
              <a:gd name="connsiteX75" fmla="*/ 4443526 w 6530408"/>
              <a:gd name="connsiteY75" fmla="*/ 4507851 h 5753325"/>
              <a:gd name="connsiteX76" fmla="*/ 4289766 w 6530408"/>
              <a:gd name="connsiteY76" fmla="*/ 4711450 h 5753325"/>
              <a:gd name="connsiteX77" fmla="*/ 4150870 w 6530408"/>
              <a:gd name="connsiteY77" fmla="*/ 4818480 h 5753325"/>
              <a:gd name="connsiteX78" fmla="*/ 4006639 w 6530408"/>
              <a:gd name="connsiteY78" fmla="*/ 4933815 h 5753325"/>
              <a:gd name="connsiteX79" fmla="*/ 3298210 w 6530408"/>
              <a:gd name="connsiteY79" fmla="*/ 5070790 h 5753325"/>
              <a:gd name="connsiteX80" fmla="*/ 2947678 w 6530408"/>
              <a:gd name="connsiteY80" fmla="*/ 5117869 h 5753325"/>
              <a:gd name="connsiteX81" fmla="*/ 2822169 w 6530408"/>
              <a:gd name="connsiteY81" fmla="*/ 5129396 h 5753325"/>
              <a:gd name="connsiteX82" fmla="*/ 2538773 w 6530408"/>
              <a:gd name="connsiteY82" fmla="*/ 5313397 h 5753325"/>
              <a:gd name="connsiteX83" fmla="*/ 2014500 w 6530408"/>
              <a:gd name="connsiteY83" fmla="*/ 5519744 h 5753325"/>
              <a:gd name="connsiteX84" fmla="*/ 1934391 w 6530408"/>
              <a:gd name="connsiteY84" fmla="*/ 5591335 h 5753325"/>
              <a:gd name="connsiteX85" fmla="*/ 1892550 w 6530408"/>
              <a:gd name="connsiteY85" fmla="*/ 5649708 h 5753325"/>
              <a:gd name="connsiteX86" fmla="*/ 1854769 w 6530408"/>
              <a:gd name="connsiteY86" fmla="*/ 5647691 h 5753325"/>
              <a:gd name="connsiteX87" fmla="*/ 1809461 w 6530408"/>
              <a:gd name="connsiteY87" fmla="*/ 5648628 h 5753325"/>
              <a:gd name="connsiteX88" fmla="*/ 1745150 w 6530408"/>
              <a:gd name="connsiteY88" fmla="*/ 5693879 h 5753325"/>
              <a:gd name="connsiteX89" fmla="*/ 1713375 w 6530408"/>
              <a:gd name="connsiteY89" fmla="*/ 5684672 h 5753325"/>
              <a:gd name="connsiteX90" fmla="*/ 1707808 w 6530408"/>
              <a:gd name="connsiteY90" fmla="*/ 5682611 h 5753325"/>
              <a:gd name="connsiteX91" fmla="*/ 1679313 w 6530408"/>
              <a:gd name="connsiteY91" fmla="*/ 5672360 h 5753325"/>
              <a:gd name="connsiteX92" fmla="*/ 1646933 w 6530408"/>
              <a:gd name="connsiteY92" fmla="*/ 5666227 h 5753325"/>
              <a:gd name="connsiteX93" fmla="*/ 1610055 w 6530408"/>
              <a:gd name="connsiteY93" fmla="*/ 5673643 h 5753325"/>
              <a:gd name="connsiteX94" fmla="*/ 1437641 w 6530408"/>
              <a:gd name="connsiteY94" fmla="*/ 5723266 h 5753325"/>
              <a:gd name="connsiteX95" fmla="*/ 1332869 w 6530408"/>
              <a:gd name="connsiteY95" fmla="*/ 5744752 h 5753325"/>
              <a:gd name="connsiteX96" fmla="*/ 1290525 w 6530408"/>
              <a:gd name="connsiteY96" fmla="*/ 5740036 h 5753325"/>
              <a:gd name="connsiteX97" fmla="*/ 1233107 w 6530408"/>
              <a:gd name="connsiteY97" fmla="*/ 5742106 h 5753325"/>
              <a:gd name="connsiteX98" fmla="*/ 1214532 w 6530408"/>
              <a:gd name="connsiteY98" fmla="*/ 5753325 h 5753325"/>
              <a:gd name="connsiteX99" fmla="*/ 1199955 w 6530408"/>
              <a:gd name="connsiteY99" fmla="*/ 5744831 h 5753325"/>
              <a:gd name="connsiteX100" fmla="*/ 1162337 w 6530408"/>
              <a:gd name="connsiteY100" fmla="*/ 5738048 h 5753325"/>
              <a:gd name="connsiteX101" fmla="*/ 1053457 w 6530408"/>
              <a:gd name="connsiteY101" fmla="*/ 5688676 h 5753325"/>
              <a:gd name="connsiteX102" fmla="*/ 1025798 w 6530408"/>
              <a:gd name="connsiteY102" fmla="*/ 5673166 h 5753325"/>
              <a:gd name="connsiteX103" fmla="*/ 947900 w 6530408"/>
              <a:gd name="connsiteY103" fmla="*/ 5657848 h 5753325"/>
              <a:gd name="connsiteX104" fmla="*/ 815627 w 6530408"/>
              <a:gd name="connsiteY104" fmla="*/ 5642557 h 5753325"/>
              <a:gd name="connsiteX105" fmla="*/ 788251 w 6530408"/>
              <a:gd name="connsiteY105" fmla="*/ 5637065 h 5753325"/>
              <a:gd name="connsiteX106" fmla="*/ 767822 w 6530408"/>
              <a:gd name="connsiteY106" fmla="*/ 5623450 h 5753325"/>
              <a:gd name="connsiteX107" fmla="*/ 765791 w 6530408"/>
              <a:gd name="connsiteY107" fmla="*/ 5612539 h 5753325"/>
              <a:gd name="connsiteX108" fmla="*/ 751230 w 6530408"/>
              <a:gd name="connsiteY108" fmla="*/ 5608092 h 5753325"/>
              <a:gd name="connsiteX109" fmla="*/ 748008 w 6530408"/>
              <a:gd name="connsiteY109" fmla="*/ 5605052 h 5753325"/>
              <a:gd name="connsiteX110" fmla="*/ 728871 w 6530408"/>
              <a:gd name="connsiteY110" fmla="*/ 5589469 h 5753325"/>
              <a:gd name="connsiteX111" fmla="*/ 671898 w 6530408"/>
              <a:gd name="connsiteY111" fmla="*/ 5602363 h 5753325"/>
              <a:gd name="connsiteX112" fmla="*/ 615065 w 6530408"/>
              <a:gd name="connsiteY112" fmla="*/ 5580257 h 5753325"/>
              <a:gd name="connsiteX113" fmla="*/ 355785 w 6530408"/>
              <a:gd name="connsiteY113" fmla="*/ 5514383 h 5753325"/>
              <a:gd name="connsiteX114" fmla="*/ 102269 w 6530408"/>
              <a:gd name="connsiteY114" fmla="*/ 5524347 h 5753325"/>
              <a:gd name="connsiteX115" fmla="*/ 13160 w 6530408"/>
              <a:gd name="connsiteY115" fmla="*/ 5514159 h 5753325"/>
              <a:gd name="connsiteX116" fmla="*/ 0 w 6530408"/>
              <a:gd name="connsiteY116" fmla="*/ 5511735 h 5753325"/>
              <a:gd name="connsiteX0" fmla="*/ 0 w 6530408"/>
              <a:gd name="connsiteY0" fmla="*/ 0 h 5753325"/>
              <a:gd name="connsiteX1" fmla="*/ 6438980 w 6530408"/>
              <a:gd name="connsiteY1" fmla="*/ 0 h 5753325"/>
              <a:gd name="connsiteX2" fmla="*/ 6439047 w 6530408"/>
              <a:gd name="connsiteY2" fmla="*/ 147 h 5753325"/>
              <a:gd name="connsiteX3" fmla="*/ 6443456 w 6530408"/>
              <a:gd name="connsiteY3" fmla="*/ 130105 h 5753325"/>
              <a:gd name="connsiteX4" fmla="*/ 6447632 w 6530408"/>
              <a:gd name="connsiteY4" fmla="*/ 170016 h 5753325"/>
              <a:gd name="connsiteX5" fmla="*/ 6465936 w 6530408"/>
              <a:gd name="connsiteY5" fmla="*/ 274847 h 5753325"/>
              <a:gd name="connsiteX6" fmla="*/ 6506836 w 6530408"/>
              <a:gd name="connsiteY6" fmla="*/ 331778 h 5753325"/>
              <a:gd name="connsiteX7" fmla="*/ 6530408 w 6530408"/>
              <a:gd name="connsiteY7" fmla="*/ 427517 h 5753325"/>
              <a:gd name="connsiteX8" fmla="*/ 6488360 w 6530408"/>
              <a:gd name="connsiteY8" fmla="*/ 535865 h 5753325"/>
              <a:gd name="connsiteX9" fmla="*/ 6492864 w 6530408"/>
              <a:gd name="connsiteY9" fmla="*/ 615799 h 5753325"/>
              <a:gd name="connsiteX10" fmla="*/ 6459988 w 6530408"/>
              <a:gd name="connsiteY10" fmla="*/ 707628 h 5753325"/>
              <a:gd name="connsiteX11" fmla="*/ 6453989 w 6530408"/>
              <a:gd name="connsiteY11" fmla="*/ 711876 h 5753325"/>
              <a:gd name="connsiteX12" fmla="*/ 6453209 w 6530408"/>
              <a:gd name="connsiteY12" fmla="*/ 719127 h 5753325"/>
              <a:gd name="connsiteX13" fmla="*/ 6457662 w 6530408"/>
              <a:gd name="connsiteY13" fmla="*/ 723331 h 5753325"/>
              <a:gd name="connsiteX14" fmla="*/ 6447445 w 6530408"/>
              <a:gd name="connsiteY14" fmla="*/ 780003 h 5753325"/>
              <a:gd name="connsiteX15" fmla="*/ 6426552 w 6530408"/>
              <a:gd name="connsiteY15" fmla="*/ 845805 h 5753325"/>
              <a:gd name="connsiteX16" fmla="*/ 6434072 w 6530408"/>
              <a:gd name="connsiteY16" fmla="*/ 910733 h 5753325"/>
              <a:gd name="connsiteX17" fmla="*/ 6432570 w 6530408"/>
              <a:gd name="connsiteY17" fmla="*/ 983394 h 5753325"/>
              <a:gd name="connsiteX18" fmla="*/ 6431878 w 6530408"/>
              <a:gd name="connsiteY18" fmla="*/ 1026728 h 5753325"/>
              <a:gd name="connsiteX19" fmla="*/ 6414269 w 6530408"/>
              <a:gd name="connsiteY19" fmla="*/ 1151111 h 5753325"/>
              <a:gd name="connsiteX20" fmla="*/ 6371722 w 6530408"/>
              <a:gd name="connsiteY20" fmla="*/ 1318080 h 5753325"/>
              <a:gd name="connsiteX21" fmla="*/ 6356023 w 6530408"/>
              <a:gd name="connsiteY21" fmla="*/ 1356227 h 5753325"/>
              <a:gd name="connsiteX22" fmla="*/ 6356157 w 6530408"/>
              <a:gd name="connsiteY22" fmla="*/ 1361967 h 5753325"/>
              <a:gd name="connsiteX23" fmla="*/ 6350613 w 6530408"/>
              <a:gd name="connsiteY23" fmla="*/ 1393569 h 5753325"/>
              <a:gd name="connsiteX24" fmla="*/ 6357062 w 6530408"/>
              <a:gd name="connsiteY24" fmla="*/ 1444071 h 5753325"/>
              <a:gd name="connsiteX25" fmla="*/ 6364832 w 6530408"/>
              <a:gd name="connsiteY25" fmla="*/ 1478763 h 5753325"/>
              <a:gd name="connsiteX26" fmla="*/ 6369745 w 6530408"/>
              <a:gd name="connsiteY26" fmla="*/ 1495680 h 5753325"/>
              <a:gd name="connsiteX27" fmla="*/ 6370898 w 6530408"/>
              <a:gd name="connsiteY27" fmla="*/ 1513331 h 5753325"/>
              <a:gd name="connsiteX28" fmla="*/ 6368801 w 6530408"/>
              <a:gd name="connsiteY28" fmla="*/ 1527414 h 5753325"/>
              <a:gd name="connsiteX29" fmla="*/ 6359177 w 6530408"/>
              <a:gd name="connsiteY29" fmla="*/ 1639513 h 5753325"/>
              <a:gd name="connsiteX30" fmla="*/ 6299489 w 6530408"/>
              <a:gd name="connsiteY30" fmla="*/ 1784860 h 5753325"/>
              <a:gd name="connsiteX31" fmla="*/ 6267878 w 6530408"/>
              <a:gd name="connsiteY31" fmla="*/ 1858572 h 5753325"/>
              <a:gd name="connsiteX32" fmla="*/ 6251146 w 6530408"/>
              <a:gd name="connsiteY32" fmla="*/ 1926167 h 5753325"/>
              <a:gd name="connsiteX33" fmla="*/ 6210686 w 6530408"/>
              <a:gd name="connsiteY33" fmla="*/ 2014834 h 5753325"/>
              <a:gd name="connsiteX34" fmla="*/ 6106652 w 6530408"/>
              <a:gd name="connsiteY34" fmla="*/ 2150572 h 5753325"/>
              <a:gd name="connsiteX35" fmla="*/ 6097813 w 6530408"/>
              <a:gd name="connsiteY35" fmla="*/ 2172208 h 5753325"/>
              <a:gd name="connsiteX36" fmla="*/ 6095990 w 6530408"/>
              <a:gd name="connsiteY36" fmla="*/ 2181185 h 5753325"/>
              <a:gd name="connsiteX37" fmla="*/ 6090126 w 6530408"/>
              <a:gd name="connsiteY37" fmla="*/ 2192533 h 5753325"/>
              <a:gd name="connsiteX38" fmla="*/ 6089503 w 6530408"/>
              <a:gd name="connsiteY38" fmla="*/ 2192543 h 5753325"/>
              <a:gd name="connsiteX39" fmla="*/ 6084946 w 6530408"/>
              <a:gd name="connsiteY39" fmla="*/ 2203694 h 5753325"/>
              <a:gd name="connsiteX40" fmla="*/ 5987861 w 6530408"/>
              <a:gd name="connsiteY40" fmla="*/ 2304868 h 5753325"/>
              <a:gd name="connsiteX41" fmla="*/ 5973439 w 6530408"/>
              <a:gd name="connsiteY41" fmla="*/ 2385635 h 5753325"/>
              <a:gd name="connsiteX42" fmla="*/ 5916727 w 6530408"/>
              <a:gd name="connsiteY42" fmla="*/ 2458777 h 5753325"/>
              <a:gd name="connsiteX43" fmla="*/ 5856524 w 6530408"/>
              <a:gd name="connsiteY43" fmla="*/ 2583281 h 5753325"/>
              <a:gd name="connsiteX44" fmla="*/ 5838091 w 6530408"/>
              <a:gd name="connsiteY44" fmla="*/ 2753474 h 5753325"/>
              <a:gd name="connsiteX45" fmla="*/ 5777471 w 6530408"/>
              <a:gd name="connsiteY45" fmla="*/ 2901570 h 5753325"/>
              <a:gd name="connsiteX46" fmla="*/ 5723992 w 6530408"/>
              <a:gd name="connsiteY46" fmla="*/ 2998752 h 5753325"/>
              <a:gd name="connsiteX47" fmla="*/ 5557886 w 6530408"/>
              <a:gd name="connsiteY47" fmla="*/ 3329735 h 5753325"/>
              <a:gd name="connsiteX48" fmla="*/ 5471501 w 6530408"/>
              <a:gd name="connsiteY48" fmla="*/ 3462221 h 5753325"/>
              <a:gd name="connsiteX49" fmla="*/ 5465154 w 6530408"/>
              <a:gd name="connsiteY49" fmla="*/ 3541065 h 5753325"/>
              <a:gd name="connsiteX50" fmla="*/ 5437889 w 6530408"/>
              <a:gd name="connsiteY50" fmla="*/ 3559927 h 5753325"/>
              <a:gd name="connsiteX51" fmla="*/ 5432770 w 6530408"/>
              <a:gd name="connsiteY51" fmla="*/ 3562948 h 5753325"/>
              <a:gd name="connsiteX52" fmla="*/ 5406795 w 6530408"/>
              <a:gd name="connsiteY52" fmla="*/ 3578594 h 5753325"/>
              <a:gd name="connsiteX53" fmla="*/ 5381495 w 6530408"/>
              <a:gd name="connsiteY53" fmla="*/ 3599883 h 5753325"/>
              <a:gd name="connsiteX54" fmla="*/ 5363689 w 6530408"/>
              <a:gd name="connsiteY54" fmla="*/ 3633299 h 5753325"/>
              <a:gd name="connsiteX55" fmla="*/ 5291870 w 6530408"/>
              <a:gd name="connsiteY55" fmla="*/ 3799039 h 5753325"/>
              <a:gd name="connsiteX56" fmla="*/ 5241600 w 6530408"/>
              <a:gd name="connsiteY56" fmla="*/ 3894238 h 5753325"/>
              <a:gd name="connsiteX57" fmla="*/ 5211041 w 6530408"/>
              <a:gd name="connsiteY57" fmla="*/ 3924184 h 5753325"/>
              <a:gd name="connsiteX58" fmla="*/ 5176073 w 6530408"/>
              <a:gd name="connsiteY58" fmla="*/ 3970179 h 5753325"/>
              <a:gd name="connsiteX59" fmla="*/ 5172826 w 6530408"/>
              <a:gd name="connsiteY59" fmla="*/ 3991773 h 5753325"/>
              <a:gd name="connsiteX60" fmla="*/ 5157053 w 6530408"/>
              <a:gd name="connsiteY60" fmla="*/ 3997708 h 5753325"/>
              <a:gd name="connsiteX61" fmla="*/ 5127922 w 6530408"/>
              <a:gd name="connsiteY61" fmla="*/ 4022660 h 5753325"/>
              <a:gd name="connsiteX62" fmla="*/ 5020872 w 6530408"/>
              <a:gd name="connsiteY62" fmla="*/ 4075951 h 5753325"/>
              <a:gd name="connsiteX63" fmla="*/ 4991410 w 6530408"/>
              <a:gd name="connsiteY63" fmla="*/ 4087598 h 5753325"/>
              <a:gd name="connsiteX64" fmla="*/ 4930112 w 6530408"/>
              <a:gd name="connsiteY64" fmla="*/ 4138459 h 5753325"/>
              <a:gd name="connsiteX65" fmla="*/ 4834224 w 6530408"/>
              <a:gd name="connsiteY65" fmla="*/ 4231643 h 5753325"/>
              <a:gd name="connsiteX66" fmla="*/ 4812599 w 6530408"/>
              <a:gd name="connsiteY66" fmla="*/ 4249449 h 5753325"/>
              <a:gd name="connsiteX67" fmla="*/ 4789188 w 6530408"/>
              <a:gd name="connsiteY67" fmla="*/ 4256678 h 5753325"/>
              <a:gd name="connsiteX68" fmla="*/ 4779554 w 6530408"/>
              <a:gd name="connsiteY68" fmla="*/ 4251313 h 5753325"/>
              <a:gd name="connsiteX69" fmla="*/ 4766885 w 6530408"/>
              <a:gd name="connsiteY69" fmla="*/ 4259812 h 5753325"/>
              <a:gd name="connsiteX70" fmla="*/ 4762510 w 6530408"/>
              <a:gd name="connsiteY70" fmla="*/ 4260383 h 5753325"/>
              <a:gd name="connsiteX71" fmla="*/ 4738416 w 6530408"/>
              <a:gd name="connsiteY71" fmla="*/ 4265355 h 5753325"/>
              <a:gd name="connsiteX72" fmla="*/ 4712007 w 6530408"/>
              <a:gd name="connsiteY72" fmla="*/ 4317892 h 5753325"/>
              <a:gd name="connsiteX73" fmla="*/ 4658930 w 6530408"/>
              <a:gd name="connsiteY73" fmla="*/ 4348041 h 5753325"/>
              <a:gd name="connsiteX74" fmla="*/ 4443526 w 6530408"/>
              <a:gd name="connsiteY74" fmla="*/ 4507851 h 5753325"/>
              <a:gd name="connsiteX75" fmla="*/ 4289766 w 6530408"/>
              <a:gd name="connsiteY75" fmla="*/ 4711450 h 5753325"/>
              <a:gd name="connsiteX76" fmla="*/ 4150870 w 6530408"/>
              <a:gd name="connsiteY76" fmla="*/ 4818480 h 5753325"/>
              <a:gd name="connsiteX77" fmla="*/ 4006639 w 6530408"/>
              <a:gd name="connsiteY77" fmla="*/ 4933815 h 5753325"/>
              <a:gd name="connsiteX78" fmla="*/ 3298210 w 6530408"/>
              <a:gd name="connsiteY78" fmla="*/ 5070790 h 5753325"/>
              <a:gd name="connsiteX79" fmla="*/ 2947678 w 6530408"/>
              <a:gd name="connsiteY79" fmla="*/ 5117869 h 5753325"/>
              <a:gd name="connsiteX80" fmla="*/ 2822169 w 6530408"/>
              <a:gd name="connsiteY80" fmla="*/ 5129396 h 5753325"/>
              <a:gd name="connsiteX81" fmla="*/ 2538773 w 6530408"/>
              <a:gd name="connsiteY81" fmla="*/ 5313397 h 5753325"/>
              <a:gd name="connsiteX82" fmla="*/ 2014500 w 6530408"/>
              <a:gd name="connsiteY82" fmla="*/ 5519744 h 5753325"/>
              <a:gd name="connsiteX83" fmla="*/ 1934391 w 6530408"/>
              <a:gd name="connsiteY83" fmla="*/ 5591335 h 5753325"/>
              <a:gd name="connsiteX84" fmla="*/ 1892550 w 6530408"/>
              <a:gd name="connsiteY84" fmla="*/ 5649708 h 5753325"/>
              <a:gd name="connsiteX85" fmla="*/ 1854769 w 6530408"/>
              <a:gd name="connsiteY85" fmla="*/ 5647691 h 5753325"/>
              <a:gd name="connsiteX86" fmla="*/ 1809461 w 6530408"/>
              <a:gd name="connsiteY86" fmla="*/ 5648628 h 5753325"/>
              <a:gd name="connsiteX87" fmla="*/ 1745150 w 6530408"/>
              <a:gd name="connsiteY87" fmla="*/ 5693879 h 5753325"/>
              <a:gd name="connsiteX88" fmla="*/ 1713375 w 6530408"/>
              <a:gd name="connsiteY88" fmla="*/ 5684672 h 5753325"/>
              <a:gd name="connsiteX89" fmla="*/ 1707808 w 6530408"/>
              <a:gd name="connsiteY89" fmla="*/ 5682611 h 5753325"/>
              <a:gd name="connsiteX90" fmla="*/ 1679313 w 6530408"/>
              <a:gd name="connsiteY90" fmla="*/ 5672360 h 5753325"/>
              <a:gd name="connsiteX91" fmla="*/ 1646933 w 6530408"/>
              <a:gd name="connsiteY91" fmla="*/ 5666227 h 5753325"/>
              <a:gd name="connsiteX92" fmla="*/ 1610055 w 6530408"/>
              <a:gd name="connsiteY92" fmla="*/ 5673643 h 5753325"/>
              <a:gd name="connsiteX93" fmla="*/ 1437641 w 6530408"/>
              <a:gd name="connsiteY93" fmla="*/ 5723266 h 5753325"/>
              <a:gd name="connsiteX94" fmla="*/ 1332869 w 6530408"/>
              <a:gd name="connsiteY94" fmla="*/ 5744752 h 5753325"/>
              <a:gd name="connsiteX95" fmla="*/ 1290525 w 6530408"/>
              <a:gd name="connsiteY95" fmla="*/ 5740036 h 5753325"/>
              <a:gd name="connsiteX96" fmla="*/ 1233107 w 6530408"/>
              <a:gd name="connsiteY96" fmla="*/ 5742106 h 5753325"/>
              <a:gd name="connsiteX97" fmla="*/ 1214532 w 6530408"/>
              <a:gd name="connsiteY97" fmla="*/ 5753325 h 5753325"/>
              <a:gd name="connsiteX98" fmla="*/ 1199955 w 6530408"/>
              <a:gd name="connsiteY98" fmla="*/ 5744831 h 5753325"/>
              <a:gd name="connsiteX99" fmla="*/ 1162337 w 6530408"/>
              <a:gd name="connsiteY99" fmla="*/ 5738048 h 5753325"/>
              <a:gd name="connsiteX100" fmla="*/ 1053457 w 6530408"/>
              <a:gd name="connsiteY100" fmla="*/ 5688676 h 5753325"/>
              <a:gd name="connsiteX101" fmla="*/ 1025798 w 6530408"/>
              <a:gd name="connsiteY101" fmla="*/ 5673166 h 5753325"/>
              <a:gd name="connsiteX102" fmla="*/ 947900 w 6530408"/>
              <a:gd name="connsiteY102" fmla="*/ 5657848 h 5753325"/>
              <a:gd name="connsiteX103" fmla="*/ 815627 w 6530408"/>
              <a:gd name="connsiteY103" fmla="*/ 5642557 h 5753325"/>
              <a:gd name="connsiteX104" fmla="*/ 788251 w 6530408"/>
              <a:gd name="connsiteY104" fmla="*/ 5637065 h 5753325"/>
              <a:gd name="connsiteX105" fmla="*/ 767822 w 6530408"/>
              <a:gd name="connsiteY105" fmla="*/ 5623450 h 5753325"/>
              <a:gd name="connsiteX106" fmla="*/ 765791 w 6530408"/>
              <a:gd name="connsiteY106" fmla="*/ 5612539 h 5753325"/>
              <a:gd name="connsiteX107" fmla="*/ 751230 w 6530408"/>
              <a:gd name="connsiteY107" fmla="*/ 5608092 h 5753325"/>
              <a:gd name="connsiteX108" fmla="*/ 748008 w 6530408"/>
              <a:gd name="connsiteY108" fmla="*/ 5605052 h 5753325"/>
              <a:gd name="connsiteX109" fmla="*/ 728871 w 6530408"/>
              <a:gd name="connsiteY109" fmla="*/ 5589469 h 5753325"/>
              <a:gd name="connsiteX110" fmla="*/ 671898 w 6530408"/>
              <a:gd name="connsiteY110" fmla="*/ 5602363 h 5753325"/>
              <a:gd name="connsiteX111" fmla="*/ 615065 w 6530408"/>
              <a:gd name="connsiteY111" fmla="*/ 5580257 h 5753325"/>
              <a:gd name="connsiteX112" fmla="*/ 355785 w 6530408"/>
              <a:gd name="connsiteY112" fmla="*/ 5514383 h 5753325"/>
              <a:gd name="connsiteX113" fmla="*/ 102269 w 6530408"/>
              <a:gd name="connsiteY113" fmla="*/ 5524347 h 5753325"/>
              <a:gd name="connsiteX114" fmla="*/ 13160 w 6530408"/>
              <a:gd name="connsiteY114" fmla="*/ 5514159 h 5753325"/>
              <a:gd name="connsiteX115" fmla="*/ 0 w 6530408"/>
              <a:gd name="connsiteY115" fmla="*/ 5511735 h 5753325"/>
              <a:gd name="connsiteX116" fmla="*/ 0 w 6530408"/>
              <a:gd name="connsiteY116" fmla="*/ 0 h 5753325"/>
              <a:gd name="connsiteX0" fmla="*/ 0 w 6506836"/>
              <a:gd name="connsiteY0" fmla="*/ 0 h 5753325"/>
              <a:gd name="connsiteX1" fmla="*/ 6438980 w 6506836"/>
              <a:gd name="connsiteY1" fmla="*/ 0 h 5753325"/>
              <a:gd name="connsiteX2" fmla="*/ 6439047 w 6506836"/>
              <a:gd name="connsiteY2" fmla="*/ 147 h 5753325"/>
              <a:gd name="connsiteX3" fmla="*/ 6443456 w 6506836"/>
              <a:gd name="connsiteY3" fmla="*/ 130105 h 5753325"/>
              <a:gd name="connsiteX4" fmla="*/ 6447632 w 6506836"/>
              <a:gd name="connsiteY4" fmla="*/ 170016 h 5753325"/>
              <a:gd name="connsiteX5" fmla="*/ 6465936 w 6506836"/>
              <a:gd name="connsiteY5" fmla="*/ 274847 h 5753325"/>
              <a:gd name="connsiteX6" fmla="*/ 6506836 w 6506836"/>
              <a:gd name="connsiteY6" fmla="*/ 331778 h 5753325"/>
              <a:gd name="connsiteX7" fmla="*/ 6488360 w 6506836"/>
              <a:gd name="connsiteY7" fmla="*/ 535865 h 5753325"/>
              <a:gd name="connsiteX8" fmla="*/ 6492864 w 6506836"/>
              <a:gd name="connsiteY8" fmla="*/ 615799 h 5753325"/>
              <a:gd name="connsiteX9" fmla="*/ 6459988 w 6506836"/>
              <a:gd name="connsiteY9" fmla="*/ 707628 h 5753325"/>
              <a:gd name="connsiteX10" fmla="*/ 6453989 w 6506836"/>
              <a:gd name="connsiteY10" fmla="*/ 711876 h 5753325"/>
              <a:gd name="connsiteX11" fmla="*/ 6453209 w 6506836"/>
              <a:gd name="connsiteY11" fmla="*/ 719127 h 5753325"/>
              <a:gd name="connsiteX12" fmla="*/ 6457662 w 6506836"/>
              <a:gd name="connsiteY12" fmla="*/ 723331 h 5753325"/>
              <a:gd name="connsiteX13" fmla="*/ 6447445 w 6506836"/>
              <a:gd name="connsiteY13" fmla="*/ 780003 h 5753325"/>
              <a:gd name="connsiteX14" fmla="*/ 6426552 w 6506836"/>
              <a:gd name="connsiteY14" fmla="*/ 845805 h 5753325"/>
              <a:gd name="connsiteX15" fmla="*/ 6434072 w 6506836"/>
              <a:gd name="connsiteY15" fmla="*/ 910733 h 5753325"/>
              <a:gd name="connsiteX16" fmla="*/ 6432570 w 6506836"/>
              <a:gd name="connsiteY16" fmla="*/ 983394 h 5753325"/>
              <a:gd name="connsiteX17" fmla="*/ 6431878 w 6506836"/>
              <a:gd name="connsiteY17" fmla="*/ 1026728 h 5753325"/>
              <a:gd name="connsiteX18" fmla="*/ 6414269 w 6506836"/>
              <a:gd name="connsiteY18" fmla="*/ 1151111 h 5753325"/>
              <a:gd name="connsiteX19" fmla="*/ 6371722 w 6506836"/>
              <a:gd name="connsiteY19" fmla="*/ 1318080 h 5753325"/>
              <a:gd name="connsiteX20" fmla="*/ 6356023 w 6506836"/>
              <a:gd name="connsiteY20" fmla="*/ 1356227 h 5753325"/>
              <a:gd name="connsiteX21" fmla="*/ 6356157 w 6506836"/>
              <a:gd name="connsiteY21" fmla="*/ 1361967 h 5753325"/>
              <a:gd name="connsiteX22" fmla="*/ 6350613 w 6506836"/>
              <a:gd name="connsiteY22" fmla="*/ 1393569 h 5753325"/>
              <a:gd name="connsiteX23" fmla="*/ 6357062 w 6506836"/>
              <a:gd name="connsiteY23" fmla="*/ 1444071 h 5753325"/>
              <a:gd name="connsiteX24" fmla="*/ 6364832 w 6506836"/>
              <a:gd name="connsiteY24" fmla="*/ 1478763 h 5753325"/>
              <a:gd name="connsiteX25" fmla="*/ 6369745 w 6506836"/>
              <a:gd name="connsiteY25" fmla="*/ 1495680 h 5753325"/>
              <a:gd name="connsiteX26" fmla="*/ 6370898 w 6506836"/>
              <a:gd name="connsiteY26" fmla="*/ 1513331 h 5753325"/>
              <a:gd name="connsiteX27" fmla="*/ 6368801 w 6506836"/>
              <a:gd name="connsiteY27" fmla="*/ 1527414 h 5753325"/>
              <a:gd name="connsiteX28" fmla="*/ 6359177 w 6506836"/>
              <a:gd name="connsiteY28" fmla="*/ 1639513 h 5753325"/>
              <a:gd name="connsiteX29" fmla="*/ 6299489 w 6506836"/>
              <a:gd name="connsiteY29" fmla="*/ 1784860 h 5753325"/>
              <a:gd name="connsiteX30" fmla="*/ 6267878 w 6506836"/>
              <a:gd name="connsiteY30" fmla="*/ 1858572 h 5753325"/>
              <a:gd name="connsiteX31" fmla="*/ 6251146 w 6506836"/>
              <a:gd name="connsiteY31" fmla="*/ 1926167 h 5753325"/>
              <a:gd name="connsiteX32" fmla="*/ 6210686 w 6506836"/>
              <a:gd name="connsiteY32" fmla="*/ 2014834 h 5753325"/>
              <a:gd name="connsiteX33" fmla="*/ 6106652 w 6506836"/>
              <a:gd name="connsiteY33" fmla="*/ 2150572 h 5753325"/>
              <a:gd name="connsiteX34" fmla="*/ 6097813 w 6506836"/>
              <a:gd name="connsiteY34" fmla="*/ 2172208 h 5753325"/>
              <a:gd name="connsiteX35" fmla="*/ 6095990 w 6506836"/>
              <a:gd name="connsiteY35" fmla="*/ 2181185 h 5753325"/>
              <a:gd name="connsiteX36" fmla="*/ 6090126 w 6506836"/>
              <a:gd name="connsiteY36" fmla="*/ 2192533 h 5753325"/>
              <a:gd name="connsiteX37" fmla="*/ 6089503 w 6506836"/>
              <a:gd name="connsiteY37" fmla="*/ 2192543 h 5753325"/>
              <a:gd name="connsiteX38" fmla="*/ 6084946 w 6506836"/>
              <a:gd name="connsiteY38" fmla="*/ 2203694 h 5753325"/>
              <a:gd name="connsiteX39" fmla="*/ 5987861 w 6506836"/>
              <a:gd name="connsiteY39" fmla="*/ 2304868 h 5753325"/>
              <a:gd name="connsiteX40" fmla="*/ 5973439 w 6506836"/>
              <a:gd name="connsiteY40" fmla="*/ 2385635 h 5753325"/>
              <a:gd name="connsiteX41" fmla="*/ 5916727 w 6506836"/>
              <a:gd name="connsiteY41" fmla="*/ 2458777 h 5753325"/>
              <a:gd name="connsiteX42" fmla="*/ 5856524 w 6506836"/>
              <a:gd name="connsiteY42" fmla="*/ 2583281 h 5753325"/>
              <a:gd name="connsiteX43" fmla="*/ 5838091 w 6506836"/>
              <a:gd name="connsiteY43" fmla="*/ 2753474 h 5753325"/>
              <a:gd name="connsiteX44" fmla="*/ 5777471 w 6506836"/>
              <a:gd name="connsiteY44" fmla="*/ 2901570 h 5753325"/>
              <a:gd name="connsiteX45" fmla="*/ 5723992 w 6506836"/>
              <a:gd name="connsiteY45" fmla="*/ 2998752 h 5753325"/>
              <a:gd name="connsiteX46" fmla="*/ 5557886 w 6506836"/>
              <a:gd name="connsiteY46" fmla="*/ 3329735 h 5753325"/>
              <a:gd name="connsiteX47" fmla="*/ 5471501 w 6506836"/>
              <a:gd name="connsiteY47" fmla="*/ 3462221 h 5753325"/>
              <a:gd name="connsiteX48" fmla="*/ 5465154 w 6506836"/>
              <a:gd name="connsiteY48" fmla="*/ 3541065 h 5753325"/>
              <a:gd name="connsiteX49" fmla="*/ 5437889 w 6506836"/>
              <a:gd name="connsiteY49" fmla="*/ 3559927 h 5753325"/>
              <a:gd name="connsiteX50" fmla="*/ 5432770 w 6506836"/>
              <a:gd name="connsiteY50" fmla="*/ 3562948 h 5753325"/>
              <a:gd name="connsiteX51" fmla="*/ 5406795 w 6506836"/>
              <a:gd name="connsiteY51" fmla="*/ 3578594 h 5753325"/>
              <a:gd name="connsiteX52" fmla="*/ 5381495 w 6506836"/>
              <a:gd name="connsiteY52" fmla="*/ 3599883 h 5753325"/>
              <a:gd name="connsiteX53" fmla="*/ 5363689 w 6506836"/>
              <a:gd name="connsiteY53" fmla="*/ 3633299 h 5753325"/>
              <a:gd name="connsiteX54" fmla="*/ 5291870 w 6506836"/>
              <a:gd name="connsiteY54" fmla="*/ 3799039 h 5753325"/>
              <a:gd name="connsiteX55" fmla="*/ 5241600 w 6506836"/>
              <a:gd name="connsiteY55" fmla="*/ 3894238 h 5753325"/>
              <a:gd name="connsiteX56" fmla="*/ 5211041 w 6506836"/>
              <a:gd name="connsiteY56" fmla="*/ 3924184 h 5753325"/>
              <a:gd name="connsiteX57" fmla="*/ 5176073 w 6506836"/>
              <a:gd name="connsiteY57" fmla="*/ 3970179 h 5753325"/>
              <a:gd name="connsiteX58" fmla="*/ 5172826 w 6506836"/>
              <a:gd name="connsiteY58" fmla="*/ 3991773 h 5753325"/>
              <a:gd name="connsiteX59" fmla="*/ 5157053 w 6506836"/>
              <a:gd name="connsiteY59" fmla="*/ 3997708 h 5753325"/>
              <a:gd name="connsiteX60" fmla="*/ 5127922 w 6506836"/>
              <a:gd name="connsiteY60" fmla="*/ 4022660 h 5753325"/>
              <a:gd name="connsiteX61" fmla="*/ 5020872 w 6506836"/>
              <a:gd name="connsiteY61" fmla="*/ 4075951 h 5753325"/>
              <a:gd name="connsiteX62" fmla="*/ 4991410 w 6506836"/>
              <a:gd name="connsiteY62" fmla="*/ 4087598 h 5753325"/>
              <a:gd name="connsiteX63" fmla="*/ 4930112 w 6506836"/>
              <a:gd name="connsiteY63" fmla="*/ 4138459 h 5753325"/>
              <a:gd name="connsiteX64" fmla="*/ 4834224 w 6506836"/>
              <a:gd name="connsiteY64" fmla="*/ 4231643 h 5753325"/>
              <a:gd name="connsiteX65" fmla="*/ 4812599 w 6506836"/>
              <a:gd name="connsiteY65" fmla="*/ 4249449 h 5753325"/>
              <a:gd name="connsiteX66" fmla="*/ 4789188 w 6506836"/>
              <a:gd name="connsiteY66" fmla="*/ 4256678 h 5753325"/>
              <a:gd name="connsiteX67" fmla="*/ 4779554 w 6506836"/>
              <a:gd name="connsiteY67" fmla="*/ 4251313 h 5753325"/>
              <a:gd name="connsiteX68" fmla="*/ 4766885 w 6506836"/>
              <a:gd name="connsiteY68" fmla="*/ 4259812 h 5753325"/>
              <a:gd name="connsiteX69" fmla="*/ 4762510 w 6506836"/>
              <a:gd name="connsiteY69" fmla="*/ 4260383 h 5753325"/>
              <a:gd name="connsiteX70" fmla="*/ 4738416 w 6506836"/>
              <a:gd name="connsiteY70" fmla="*/ 4265355 h 5753325"/>
              <a:gd name="connsiteX71" fmla="*/ 4712007 w 6506836"/>
              <a:gd name="connsiteY71" fmla="*/ 4317892 h 5753325"/>
              <a:gd name="connsiteX72" fmla="*/ 4658930 w 6506836"/>
              <a:gd name="connsiteY72" fmla="*/ 4348041 h 5753325"/>
              <a:gd name="connsiteX73" fmla="*/ 4443526 w 6506836"/>
              <a:gd name="connsiteY73" fmla="*/ 4507851 h 5753325"/>
              <a:gd name="connsiteX74" fmla="*/ 4289766 w 6506836"/>
              <a:gd name="connsiteY74" fmla="*/ 4711450 h 5753325"/>
              <a:gd name="connsiteX75" fmla="*/ 4150870 w 6506836"/>
              <a:gd name="connsiteY75" fmla="*/ 4818480 h 5753325"/>
              <a:gd name="connsiteX76" fmla="*/ 4006639 w 6506836"/>
              <a:gd name="connsiteY76" fmla="*/ 4933815 h 5753325"/>
              <a:gd name="connsiteX77" fmla="*/ 3298210 w 6506836"/>
              <a:gd name="connsiteY77" fmla="*/ 5070790 h 5753325"/>
              <a:gd name="connsiteX78" fmla="*/ 2947678 w 6506836"/>
              <a:gd name="connsiteY78" fmla="*/ 5117869 h 5753325"/>
              <a:gd name="connsiteX79" fmla="*/ 2822169 w 6506836"/>
              <a:gd name="connsiteY79" fmla="*/ 5129396 h 5753325"/>
              <a:gd name="connsiteX80" fmla="*/ 2538773 w 6506836"/>
              <a:gd name="connsiteY80" fmla="*/ 5313397 h 5753325"/>
              <a:gd name="connsiteX81" fmla="*/ 2014500 w 6506836"/>
              <a:gd name="connsiteY81" fmla="*/ 5519744 h 5753325"/>
              <a:gd name="connsiteX82" fmla="*/ 1934391 w 6506836"/>
              <a:gd name="connsiteY82" fmla="*/ 5591335 h 5753325"/>
              <a:gd name="connsiteX83" fmla="*/ 1892550 w 6506836"/>
              <a:gd name="connsiteY83" fmla="*/ 5649708 h 5753325"/>
              <a:gd name="connsiteX84" fmla="*/ 1854769 w 6506836"/>
              <a:gd name="connsiteY84" fmla="*/ 5647691 h 5753325"/>
              <a:gd name="connsiteX85" fmla="*/ 1809461 w 6506836"/>
              <a:gd name="connsiteY85" fmla="*/ 5648628 h 5753325"/>
              <a:gd name="connsiteX86" fmla="*/ 1745150 w 6506836"/>
              <a:gd name="connsiteY86" fmla="*/ 5693879 h 5753325"/>
              <a:gd name="connsiteX87" fmla="*/ 1713375 w 6506836"/>
              <a:gd name="connsiteY87" fmla="*/ 5684672 h 5753325"/>
              <a:gd name="connsiteX88" fmla="*/ 1707808 w 6506836"/>
              <a:gd name="connsiteY88" fmla="*/ 5682611 h 5753325"/>
              <a:gd name="connsiteX89" fmla="*/ 1679313 w 6506836"/>
              <a:gd name="connsiteY89" fmla="*/ 5672360 h 5753325"/>
              <a:gd name="connsiteX90" fmla="*/ 1646933 w 6506836"/>
              <a:gd name="connsiteY90" fmla="*/ 5666227 h 5753325"/>
              <a:gd name="connsiteX91" fmla="*/ 1610055 w 6506836"/>
              <a:gd name="connsiteY91" fmla="*/ 5673643 h 5753325"/>
              <a:gd name="connsiteX92" fmla="*/ 1437641 w 6506836"/>
              <a:gd name="connsiteY92" fmla="*/ 5723266 h 5753325"/>
              <a:gd name="connsiteX93" fmla="*/ 1332869 w 6506836"/>
              <a:gd name="connsiteY93" fmla="*/ 5744752 h 5753325"/>
              <a:gd name="connsiteX94" fmla="*/ 1290525 w 6506836"/>
              <a:gd name="connsiteY94" fmla="*/ 5740036 h 5753325"/>
              <a:gd name="connsiteX95" fmla="*/ 1233107 w 6506836"/>
              <a:gd name="connsiteY95" fmla="*/ 5742106 h 5753325"/>
              <a:gd name="connsiteX96" fmla="*/ 1214532 w 6506836"/>
              <a:gd name="connsiteY96" fmla="*/ 5753325 h 5753325"/>
              <a:gd name="connsiteX97" fmla="*/ 1199955 w 6506836"/>
              <a:gd name="connsiteY97" fmla="*/ 5744831 h 5753325"/>
              <a:gd name="connsiteX98" fmla="*/ 1162337 w 6506836"/>
              <a:gd name="connsiteY98" fmla="*/ 5738048 h 5753325"/>
              <a:gd name="connsiteX99" fmla="*/ 1053457 w 6506836"/>
              <a:gd name="connsiteY99" fmla="*/ 5688676 h 5753325"/>
              <a:gd name="connsiteX100" fmla="*/ 1025798 w 6506836"/>
              <a:gd name="connsiteY100" fmla="*/ 5673166 h 5753325"/>
              <a:gd name="connsiteX101" fmla="*/ 947900 w 6506836"/>
              <a:gd name="connsiteY101" fmla="*/ 5657848 h 5753325"/>
              <a:gd name="connsiteX102" fmla="*/ 815627 w 6506836"/>
              <a:gd name="connsiteY102" fmla="*/ 5642557 h 5753325"/>
              <a:gd name="connsiteX103" fmla="*/ 788251 w 6506836"/>
              <a:gd name="connsiteY103" fmla="*/ 5637065 h 5753325"/>
              <a:gd name="connsiteX104" fmla="*/ 767822 w 6506836"/>
              <a:gd name="connsiteY104" fmla="*/ 5623450 h 5753325"/>
              <a:gd name="connsiteX105" fmla="*/ 765791 w 6506836"/>
              <a:gd name="connsiteY105" fmla="*/ 5612539 h 5753325"/>
              <a:gd name="connsiteX106" fmla="*/ 751230 w 6506836"/>
              <a:gd name="connsiteY106" fmla="*/ 5608092 h 5753325"/>
              <a:gd name="connsiteX107" fmla="*/ 748008 w 6506836"/>
              <a:gd name="connsiteY107" fmla="*/ 5605052 h 5753325"/>
              <a:gd name="connsiteX108" fmla="*/ 728871 w 6506836"/>
              <a:gd name="connsiteY108" fmla="*/ 5589469 h 5753325"/>
              <a:gd name="connsiteX109" fmla="*/ 671898 w 6506836"/>
              <a:gd name="connsiteY109" fmla="*/ 5602363 h 5753325"/>
              <a:gd name="connsiteX110" fmla="*/ 615065 w 6506836"/>
              <a:gd name="connsiteY110" fmla="*/ 5580257 h 5753325"/>
              <a:gd name="connsiteX111" fmla="*/ 355785 w 6506836"/>
              <a:gd name="connsiteY111" fmla="*/ 5514383 h 5753325"/>
              <a:gd name="connsiteX112" fmla="*/ 102269 w 6506836"/>
              <a:gd name="connsiteY112" fmla="*/ 5524347 h 5753325"/>
              <a:gd name="connsiteX113" fmla="*/ 13160 w 6506836"/>
              <a:gd name="connsiteY113" fmla="*/ 5514159 h 5753325"/>
              <a:gd name="connsiteX114" fmla="*/ 0 w 6506836"/>
              <a:gd name="connsiteY114" fmla="*/ 5511735 h 5753325"/>
              <a:gd name="connsiteX115" fmla="*/ 0 w 6506836"/>
              <a:gd name="connsiteY115" fmla="*/ 0 h 5753325"/>
              <a:gd name="connsiteX0" fmla="*/ 0 w 6492864"/>
              <a:gd name="connsiteY0" fmla="*/ 0 h 5753325"/>
              <a:gd name="connsiteX1" fmla="*/ 6438980 w 6492864"/>
              <a:gd name="connsiteY1" fmla="*/ 0 h 5753325"/>
              <a:gd name="connsiteX2" fmla="*/ 6439047 w 6492864"/>
              <a:gd name="connsiteY2" fmla="*/ 147 h 5753325"/>
              <a:gd name="connsiteX3" fmla="*/ 6443456 w 6492864"/>
              <a:gd name="connsiteY3" fmla="*/ 130105 h 5753325"/>
              <a:gd name="connsiteX4" fmla="*/ 6447632 w 6492864"/>
              <a:gd name="connsiteY4" fmla="*/ 170016 h 5753325"/>
              <a:gd name="connsiteX5" fmla="*/ 6465936 w 6492864"/>
              <a:gd name="connsiteY5" fmla="*/ 274847 h 5753325"/>
              <a:gd name="connsiteX6" fmla="*/ 6488360 w 6492864"/>
              <a:gd name="connsiteY6" fmla="*/ 535865 h 5753325"/>
              <a:gd name="connsiteX7" fmla="*/ 6492864 w 6492864"/>
              <a:gd name="connsiteY7" fmla="*/ 615799 h 5753325"/>
              <a:gd name="connsiteX8" fmla="*/ 6459988 w 6492864"/>
              <a:gd name="connsiteY8" fmla="*/ 707628 h 5753325"/>
              <a:gd name="connsiteX9" fmla="*/ 6453989 w 6492864"/>
              <a:gd name="connsiteY9" fmla="*/ 711876 h 5753325"/>
              <a:gd name="connsiteX10" fmla="*/ 6453209 w 6492864"/>
              <a:gd name="connsiteY10" fmla="*/ 719127 h 5753325"/>
              <a:gd name="connsiteX11" fmla="*/ 6457662 w 6492864"/>
              <a:gd name="connsiteY11" fmla="*/ 723331 h 5753325"/>
              <a:gd name="connsiteX12" fmla="*/ 6447445 w 6492864"/>
              <a:gd name="connsiteY12" fmla="*/ 780003 h 5753325"/>
              <a:gd name="connsiteX13" fmla="*/ 6426552 w 6492864"/>
              <a:gd name="connsiteY13" fmla="*/ 845805 h 5753325"/>
              <a:gd name="connsiteX14" fmla="*/ 6434072 w 6492864"/>
              <a:gd name="connsiteY14" fmla="*/ 910733 h 5753325"/>
              <a:gd name="connsiteX15" fmla="*/ 6432570 w 6492864"/>
              <a:gd name="connsiteY15" fmla="*/ 983394 h 5753325"/>
              <a:gd name="connsiteX16" fmla="*/ 6431878 w 6492864"/>
              <a:gd name="connsiteY16" fmla="*/ 1026728 h 5753325"/>
              <a:gd name="connsiteX17" fmla="*/ 6414269 w 6492864"/>
              <a:gd name="connsiteY17" fmla="*/ 1151111 h 5753325"/>
              <a:gd name="connsiteX18" fmla="*/ 6371722 w 6492864"/>
              <a:gd name="connsiteY18" fmla="*/ 1318080 h 5753325"/>
              <a:gd name="connsiteX19" fmla="*/ 6356023 w 6492864"/>
              <a:gd name="connsiteY19" fmla="*/ 1356227 h 5753325"/>
              <a:gd name="connsiteX20" fmla="*/ 6356157 w 6492864"/>
              <a:gd name="connsiteY20" fmla="*/ 1361967 h 5753325"/>
              <a:gd name="connsiteX21" fmla="*/ 6350613 w 6492864"/>
              <a:gd name="connsiteY21" fmla="*/ 1393569 h 5753325"/>
              <a:gd name="connsiteX22" fmla="*/ 6357062 w 6492864"/>
              <a:gd name="connsiteY22" fmla="*/ 1444071 h 5753325"/>
              <a:gd name="connsiteX23" fmla="*/ 6364832 w 6492864"/>
              <a:gd name="connsiteY23" fmla="*/ 1478763 h 5753325"/>
              <a:gd name="connsiteX24" fmla="*/ 6369745 w 6492864"/>
              <a:gd name="connsiteY24" fmla="*/ 1495680 h 5753325"/>
              <a:gd name="connsiteX25" fmla="*/ 6370898 w 6492864"/>
              <a:gd name="connsiteY25" fmla="*/ 1513331 h 5753325"/>
              <a:gd name="connsiteX26" fmla="*/ 6368801 w 6492864"/>
              <a:gd name="connsiteY26" fmla="*/ 1527414 h 5753325"/>
              <a:gd name="connsiteX27" fmla="*/ 6359177 w 6492864"/>
              <a:gd name="connsiteY27" fmla="*/ 1639513 h 5753325"/>
              <a:gd name="connsiteX28" fmla="*/ 6299489 w 6492864"/>
              <a:gd name="connsiteY28" fmla="*/ 1784860 h 5753325"/>
              <a:gd name="connsiteX29" fmla="*/ 6267878 w 6492864"/>
              <a:gd name="connsiteY29" fmla="*/ 1858572 h 5753325"/>
              <a:gd name="connsiteX30" fmla="*/ 6251146 w 6492864"/>
              <a:gd name="connsiteY30" fmla="*/ 1926167 h 5753325"/>
              <a:gd name="connsiteX31" fmla="*/ 6210686 w 6492864"/>
              <a:gd name="connsiteY31" fmla="*/ 2014834 h 5753325"/>
              <a:gd name="connsiteX32" fmla="*/ 6106652 w 6492864"/>
              <a:gd name="connsiteY32" fmla="*/ 2150572 h 5753325"/>
              <a:gd name="connsiteX33" fmla="*/ 6097813 w 6492864"/>
              <a:gd name="connsiteY33" fmla="*/ 2172208 h 5753325"/>
              <a:gd name="connsiteX34" fmla="*/ 6095990 w 6492864"/>
              <a:gd name="connsiteY34" fmla="*/ 2181185 h 5753325"/>
              <a:gd name="connsiteX35" fmla="*/ 6090126 w 6492864"/>
              <a:gd name="connsiteY35" fmla="*/ 2192533 h 5753325"/>
              <a:gd name="connsiteX36" fmla="*/ 6089503 w 6492864"/>
              <a:gd name="connsiteY36" fmla="*/ 2192543 h 5753325"/>
              <a:gd name="connsiteX37" fmla="*/ 6084946 w 6492864"/>
              <a:gd name="connsiteY37" fmla="*/ 2203694 h 5753325"/>
              <a:gd name="connsiteX38" fmla="*/ 5987861 w 6492864"/>
              <a:gd name="connsiteY38" fmla="*/ 2304868 h 5753325"/>
              <a:gd name="connsiteX39" fmla="*/ 5973439 w 6492864"/>
              <a:gd name="connsiteY39" fmla="*/ 2385635 h 5753325"/>
              <a:gd name="connsiteX40" fmla="*/ 5916727 w 6492864"/>
              <a:gd name="connsiteY40" fmla="*/ 2458777 h 5753325"/>
              <a:gd name="connsiteX41" fmla="*/ 5856524 w 6492864"/>
              <a:gd name="connsiteY41" fmla="*/ 2583281 h 5753325"/>
              <a:gd name="connsiteX42" fmla="*/ 5838091 w 6492864"/>
              <a:gd name="connsiteY42" fmla="*/ 2753474 h 5753325"/>
              <a:gd name="connsiteX43" fmla="*/ 5777471 w 6492864"/>
              <a:gd name="connsiteY43" fmla="*/ 2901570 h 5753325"/>
              <a:gd name="connsiteX44" fmla="*/ 5723992 w 6492864"/>
              <a:gd name="connsiteY44" fmla="*/ 2998752 h 5753325"/>
              <a:gd name="connsiteX45" fmla="*/ 5557886 w 6492864"/>
              <a:gd name="connsiteY45" fmla="*/ 3329735 h 5753325"/>
              <a:gd name="connsiteX46" fmla="*/ 5471501 w 6492864"/>
              <a:gd name="connsiteY46" fmla="*/ 3462221 h 5753325"/>
              <a:gd name="connsiteX47" fmla="*/ 5465154 w 6492864"/>
              <a:gd name="connsiteY47" fmla="*/ 3541065 h 5753325"/>
              <a:gd name="connsiteX48" fmla="*/ 5437889 w 6492864"/>
              <a:gd name="connsiteY48" fmla="*/ 3559927 h 5753325"/>
              <a:gd name="connsiteX49" fmla="*/ 5432770 w 6492864"/>
              <a:gd name="connsiteY49" fmla="*/ 3562948 h 5753325"/>
              <a:gd name="connsiteX50" fmla="*/ 5406795 w 6492864"/>
              <a:gd name="connsiteY50" fmla="*/ 3578594 h 5753325"/>
              <a:gd name="connsiteX51" fmla="*/ 5381495 w 6492864"/>
              <a:gd name="connsiteY51" fmla="*/ 3599883 h 5753325"/>
              <a:gd name="connsiteX52" fmla="*/ 5363689 w 6492864"/>
              <a:gd name="connsiteY52" fmla="*/ 3633299 h 5753325"/>
              <a:gd name="connsiteX53" fmla="*/ 5291870 w 6492864"/>
              <a:gd name="connsiteY53" fmla="*/ 3799039 h 5753325"/>
              <a:gd name="connsiteX54" fmla="*/ 5241600 w 6492864"/>
              <a:gd name="connsiteY54" fmla="*/ 3894238 h 5753325"/>
              <a:gd name="connsiteX55" fmla="*/ 5211041 w 6492864"/>
              <a:gd name="connsiteY55" fmla="*/ 3924184 h 5753325"/>
              <a:gd name="connsiteX56" fmla="*/ 5176073 w 6492864"/>
              <a:gd name="connsiteY56" fmla="*/ 3970179 h 5753325"/>
              <a:gd name="connsiteX57" fmla="*/ 5172826 w 6492864"/>
              <a:gd name="connsiteY57" fmla="*/ 3991773 h 5753325"/>
              <a:gd name="connsiteX58" fmla="*/ 5157053 w 6492864"/>
              <a:gd name="connsiteY58" fmla="*/ 3997708 h 5753325"/>
              <a:gd name="connsiteX59" fmla="*/ 5127922 w 6492864"/>
              <a:gd name="connsiteY59" fmla="*/ 4022660 h 5753325"/>
              <a:gd name="connsiteX60" fmla="*/ 5020872 w 6492864"/>
              <a:gd name="connsiteY60" fmla="*/ 4075951 h 5753325"/>
              <a:gd name="connsiteX61" fmla="*/ 4991410 w 6492864"/>
              <a:gd name="connsiteY61" fmla="*/ 4087598 h 5753325"/>
              <a:gd name="connsiteX62" fmla="*/ 4930112 w 6492864"/>
              <a:gd name="connsiteY62" fmla="*/ 4138459 h 5753325"/>
              <a:gd name="connsiteX63" fmla="*/ 4834224 w 6492864"/>
              <a:gd name="connsiteY63" fmla="*/ 4231643 h 5753325"/>
              <a:gd name="connsiteX64" fmla="*/ 4812599 w 6492864"/>
              <a:gd name="connsiteY64" fmla="*/ 4249449 h 5753325"/>
              <a:gd name="connsiteX65" fmla="*/ 4789188 w 6492864"/>
              <a:gd name="connsiteY65" fmla="*/ 4256678 h 5753325"/>
              <a:gd name="connsiteX66" fmla="*/ 4779554 w 6492864"/>
              <a:gd name="connsiteY66" fmla="*/ 4251313 h 5753325"/>
              <a:gd name="connsiteX67" fmla="*/ 4766885 w 6492864"/>
              <a:gd name="connsiteY67" fmla="*/ 4259812 h 5753325"/>
              <a:gd name="connsiteX68" fmla="*/ 4762510 w 6492864"/>
              <a:gd name="connsiteY68" fmla="*/ 4260383 h 5753325"/>
              <a:gd name="connsiteX69" fmla="*/ 4738416 w 6492864"/>
              <a:gd name="connsiteY69" fmla="*/ 4265355 h 5753325"/>
              <a:gd name="connsiteX70" fmla="*/ 4712007 w 6492864"/>
              <a:gd name="connsiteY70" fmla="*/ 4317892 h 5753325"/>
              <a:gd name="connsiteX71" fmla="*/ 4658930 w 6492864"/>
              <a:gd name="connsiteY71" fmla="*/ 4348041 h 5753325"/>
              <a:gd name="connsiteX72" fmla="*/ 4443526 w 6492864"/>
              <a:gd name="connsiteY72" fmla="*/ 4507851 h 5753325"/>
              <a:gd name="connsiteX73" fmla="*/ 4289766 w 6492864"/>
              <a:gd name="connsiteY73" fmla="*/ 4711450 h 5753325"/>
              <a:gd name="connsiteX74" fmla="*/ 4150870 w 6492864"/>
              <a:gd name="connsiteY74" fmla="*/ 4818480 h 5753325"/>
              <a:gd name="connsiteX75" fmla="*/ 4006639 w 6492864"/>
              <a:gd name="connsiteY75" fmla="*/ 4933815 h 5753325"/>
              <a:gd name="connsiteX76" fmla="*/ 3298210 w 6492864"/>
              <a:gd name="connsiteY76" fmla="*/ 5070790 h 5753325"/>
              <a:gd name="connsiteX77" fmla="*/ 2947678 w 6492864"/>
              <a:gd name="connsiteY77" fmla="*/ 5117869 h 5753325"/>
              <a:gd name="connsiteX78" fmla="*/ 2822169 w 6492864"/>
              <a:gd name="connsiteY78" fmla="*/ 5129396 h 5753325"/>
              <a:gd name="connsiteX79" fmla="*/ 2538773 w 6492864"/>
              <a:gd name="connsiteY79" fmla="*/ 5313397 h 5753325"/>
              <a:gd name="connsiteX80" fmla="*/ 2014500 w 6492864"/>
              <a:gd name="connsiteY80" fmla="*/ 5519744 h 5753325"/>
              <a:gd name="connsiteX81" fmla="*/ 1934391 w 6492864"/>
              <a:gd name="connsiteY81" fmla="*/ 5591335 h 5753325"/>
              <a:gd name="connsiteX82" fmla="*/ 1892550 w 6492864"/>
              <a:gd name="connsiteY82" fmla="*/ 5649708 h 5753325"/>
              <a:gd name="connsiteX83" fmla="*/ 1854769 w 6492864"/>
              <a:gd name="connsiteY83" fmla="*/ 5647691 h 5753325"/>
              <a:gd name="connsiteX84" fmla="*/ 1809461 w 6492864"/>
              <a:gd name="connsiteY84" fmla="*/ 5648628 h 5753325"/>
              <a:gd name="connsiteX85" fmla="*/ 1745150 w 6492864"/>
              <a:gd name="connsiteY85" fmla="*/ 5693879 h 5753325"/>
              <a:gd name="connsiteX86" fmla="*/ 1713375 w 6492864"/>
              <a:gd name="connsiteY86" fmla="*/ 5684672 h 5753325"/>
              <a:gd name="connsiteX87" fmla="*/ 1707808 w 6492864"/>
              <a:gd name="connsiteY87" fmla="*/ 5682611 h 5753325"/>
              <a:gd name="connsiteX88" fmla="*/ 1679313 w 6492864"/>
              <a:gd name="connsiteY88" fmla="*/ 5672360 h 5753325"/>
              <a:gd name="connsiteX89" fmla="*/ 1646933 w 6492864"/>
              <a:gd name="connsiteY89" fmla="*/ 5666227 h 5753325"/>
              <a:gd name="connsiteX90" fmla="*/ 1610055 w 6492864"/>
              <a:gd name="connsiteY90" fmla="*/ 5673643 h 5753325"/>
              <a:gd name="connsiteX91" fmla="*/ 1437641 w 6492864"/>
              <a:gd name="connsiteY91" fmla="*/ 5723266 h 5753325"/>
              <a:gd name="connsiteX92" fmla="*/ 1332869 w 6492864"/>
              <a:gd name="connsiteY92" fmla="*/ 5744752 h 5753325"/>
              <a:gd name="connsiteX93" fmla="*/ 1290525 w 6492864"/>
              <a:gd name="connsiteY93" fmla="*/ 5740036 h 5753325"/>
              <a:gd name="connsiteX94" fmla="*/ 1233107 w 6492864"/>
              <a:gd name="connsiteY94" fmla="*/ 5742106 h 5753325"/>
              <a:gd name="connsiteX95" fmla="*/ 1214532 w 6492864"/>
              <a:gd name="connsiteY95" fmla="*/ 5753325 h 5753325"/>
              <a:gd name="connsiteX96" fmla="*/ 1199955 w 6492864"/>
              <a:gd name="connsiteY96" fmla="*/ 5744831 h 5753325"/>
              <a:gd name="connsiteX97" fmla="*/ 1162337 w 6492864"/>
              <a:gd name="connsiteY97" fmla="*/ 5738048 h 5753325"/>
              <a:gd name="connsiteX98" fmla="*/ 1053457 w 6492864"/>
              <a:gd name="connsiteY98" fmla="*/ 5688676 h 5753325"/>
              <a:gd name="connsiteX99" fmla="*/ 1025798 w 6492864"/>
              <a:gd name="connsiteY99" fmla="*/ 5673166 h 5753325"/>
              <a:gd name="connsiteX100" fmla="*/ 947900 w 6492864"/>
              <a:gd name="connsiteY100" fmla="*/ 5657848 h 5753325"/>
              <a:gd name="connsiteX101" fmla="*/ 815627 w 6492864"/>
              <a:gd name="connsiteY101" fmla="*/ 5642557 h 5753325"/>
              <a:gd name="connsiteX102" fmla="*/ 788251 w 6492864"/>
              <a:gd name="connsiteY102" fmla="*/ 5637065 h 5753325"/>
              <a:gd name="connsiteX103" fmla="*/ 767822 w 6492864"/>
              <a:gd name="connsiteY103" fmla="*/ 5623450 h 5753325"/>
              <a:gd name="connsiteX104" fmla="*/ 765791 w 6492864"/>
              <a:gd name="connsiteY104" fmla="*/ 5612539 h 5753325"/>
              <a:gd name="connsiteX105" fmla="*/ 751230 w 6492864"/>
              <a:gd name="connsiteY105" fmla="*/ 5608092 h 5753325"/>
              <a:gd name="connsiteX106" fmla="*/ 748008 w 6492864"/>
              <a:gd name="connsiteY106" fmla="*/ 5605052 h 5753325"/>
              <a:gd name="connsiteX107" fmla="*/ 728871 w 6492864"/>
              <a:gd name="connsiteY107" fmla="*/ 5589469 h 5753325"/>
              <a:gd name="connsiteX108" fmla="*/ 671898 w 6492864"/>
              <a:gd name="connsiteY108" fmla="*/ 5602363 h 5753325"/>
              <a:gd name="connsiteX109" fmla="*/ 615065 w 6492864"/>
              <a:gd name="connsiteY109" fmla="*/ 5580257 h 5753325"/>
              <a:gd name="connsiteX110" fmla="*/ 355785 w 6492864"/>
              <a:gd name="connsiteY110" fmla="*/ 5514383 h 5753325"/>
              <a:gd name="connsiteX111" fmla="*/ 102269 w 6492864"/>
              <a:gd name="connsiteY111" fmla="*/ 5524347 h 5753325"/>
              <a:gd name="connsiteX112" fmla="*/ 13160 w 6492864"/>
              <a:gd name="connsiteY112" fmla="*/ 5514159 h 5753325"/>
              <a:gd name="connsiteX113" fmla="*/ 0 w 6492864"/>
              <a:gd name="connsiteY113" fmla="*/ 5511735 h 5753325"/>
              <a:gd name="connsiteX114" fmla="*/ 0 w 6492864"/>
              <a:gd name="connsiteY114" fmla="*/ 0 h 5753325"/>
              <a:gd name="connsiteX0" fmla="*/ 0 w 6492864"/>
              <a:gd name="connsiteY0" fmla="*/ 0 h 5753325"/>
              <a:gd name="connsiteX1" fmla="*/ 6438980 w 6492864"/>
              <a:gd name="connsiteY1" fmla="*/ 0 h 5753325"/>
              <a:gd name="connsiteX2" fmla="*/ 6439047 w 6492864"/>
              <a:gd name="connsiteY2" fmla="*/ 147 h 5753325"/>
              <a:gd name="connsiteX3" fmla="*/ 6443456 w 6492864"/>
              <a:gd name="connsiteY3" fmla="*/ 130105 h 5753325"/>
              <a:gd name="connsiteX4" fmla="*/ 6447632 w 6492864"/>
              <a:gd name="connsiteY4" fmla="*/ 170016 h 5753325"/>
              <a:gd name="connsiteX5" fmla="*/ 6396598 w 6492864"/>
              <a:gd name="connsiteY5" fmla="*/ 274847 h 5753325"/>
              <a:gd name="connsiteX6" fmla="*/ 6488360 w 6492864"/>
              <a:gd name="connsiteY6" fmla="*/ 535865 h 5753325"/>
              <a:gd name="connsiteX7" fmla="*/ 6492864 w 6492864"/>
              <a:gd name="connsiteY7" fmla="*/ 615799 h 5753325"/>
              <a:gd name="connsiteX8" fmla="*/ 6459988 w 6492864"/>
              <a:gd name="connsiteY8" fmla="*/ 707628 h 5753325"/>
              <a:gd name="connsiteX9" fmla="*/ 6453989 w 6492864"/>
              <a:gd name="connsiteY9" fmla="*/ 711876 h 5753325"/>
              <a:gd name="connsiteX10" fmla="*/ 6453209 w 6492864"/>
              <a:gd name="connsiteY10" fmla="*/ 719127 h 5753325"/>
              <a:gd name="connsiteX11" fmla="*/ 6457662 w 6492864"/>
              <a:gd name="connsiteY11" fmla="*/ 723331 h 5753325"/>
              <a:gd name="connsiteX12" fmla="*/ 6447445 w 6492864"/>
              <a:gd name="connsiteY12" fmla="*/ 780003 h 5753325"/>
              <a:gd name="connsiteX13" fmla="*/ 6426552 w 6492864"/>
              <a:gd name="connsiteY13" fmla="*/ 845805 h 5753325"/>
              <a:gd name="connsiteX14" fmla="*/ 6434072 w 6492864"/>
              <a:gd name="connsiteY14" fmla="*/ 910733 h 5753325"/>
              <a:gd name="connsiteX15" fmla="*/ 6432570 w 6492864"/>
              <a:gd name="connsiteY15" fmla="*/ 983394 h 5753325"/>
              <a:gd name="connsiteX16" fmla="*/ 6431878 w 6492864"/>
              <a:gd name="connsiteY16" fmla="*/ 1026728 h 5753325"/>
              <a:gd name="connsiteX17" fmla="*/ 6414269 w 6492864"/>
              <a:gd name="connsiteY17" fmla="*/ 1151111 h 5753325"/>
              <a:gd name="connsiteX18" fmla="*/ 6371722 w 6492864"/>
              <a:gd name="connsiteY18" fmla="*/ 1318080 h 5753325"/>
              <a:gd name="connsiteX19" fmla="*/ 6356023 w 6492864"/>
              <a:gd name="connsiteY19" fmla="*/ 1356227 h 5753325"/>
              <a:gd name="connsiteX20" fmla="*/ 6356157 w 6492864"/>
              <a:gd name="connsiteY20" fmla="*/ 1361967 h 5753325"/>
              <a:gd name="connsiteX21" fmla="*/ 6350613 w 6492864"/>
              <a:gd name="connsiteY21" fmla="*/ 1393569 h 5753325"/>
              <a:gd name="connsiteX22" fmla="*/ 6357062 w 6492864"/>
              <a:gd name="connsiteY22" fmla="*/ 1444071 h 5753325"/>
              <a:gd name="connsiteX23" fmla="*/ 6364832 w 6492864"/>
              <a:gd name="connsiteY23" fmla="*/ 1478763 h 5753325"/>
              <a:gd name="connsiteX24" fmla="*/ 6369745 w 6492864"/>
              <a:gd name="connsiteY24" fmla="*/ 1495680 h 5753325"/>
              <a:gd name="connsiteX25" fmla="*/ 6370898 w 6492864"/>
              <a:gd name="connsiteY25" fmla="*/ 1513331 h 5753325"/>
              <a:gd name="connsiteX26" fmla="*/ 6368801 w 6492864"/>
              <a:gd name="connsiteY26" fmla="*/ 1527414 h 5753325"/>
              <a:gd name="connsiteX27" fmla="*/ 6359177 w 6492864"/>
              <a:gd name="connsiteY27" fmla="*/ 1639513 h 5753325"/>
              <a:gd name="connsiteX28" fmla="*/ 6299489 w 6492864"/>
              <a:gd name="connsiteY28" fmla="*/ 1784860 h 5753325"/>
              <a:gd name="connsiteX29" fmla="*/ 6267878 w 6492864"/>
              <a:gd name="connsiteY29" fmla="*/ 1858572 h 5753325"/>
              <a:gd name="connsiteX30" fmla="*/ 6251146 w 6492864"/>
              <a:gd name="connsiteY30" fmla="*/ 1926167 h 5753325"/>
              <a:gd name="connsiteX31" fmla="*/ 6210686 w 6492864"/>
              <a:gd name="connsiteY31" fmla="*/ 2014834 h 5753325"/>
              <a:gd name="connsiteX32" fmla="*/ 6106652 w 6492864"/>
              <a:gd name="connsiteY32" fmla="*/ 2150572 h 5753325"/>
              <a:gd name="connsiteX33" fmla="*/ 6097813 w 6492864"/>
              <a:gd name="connsiteY33" fmla="*/ 2172208 h 5753325"/>
              <a:gd name="connsiteX34" fmla="*/ 6095990 w 6492864"/>
              <a:gd name="connsiteY34" fmla="*/ 2181185 h 5753325"/>
              <a:gd name="connsiteX35" fmla="*/ 6090126 w 6492864"/>
              <a:gd name="connsiteY35" fmla="*/ 2192533 h 5753325"/>
              <a:gd name="connsiteX36" fmla="*/ 6089503 w 6492864"/>
              <a:gd name="connsiteY36" fmla="*/ 2192543 h 5753325"/>
              <a:gd name="connsiteX37" fmla="*/ 6084946 w 6492864"/>
              <a:gd name="connsiteY37" fmla="*/ 2203694 h 5753325"/>
              <a:gd name="connsiteX38" fmla="*/ 5987861 w 6492864"/>
              <a:gd name="connsiteY38" fmla="*/ 2304868 h 5753325"/>
              <a:gd name="connsiteX39" fmla="*/ 5973439 w 6492864"/>
              <a:gd name="connsiteY39" fmla="*/ 2385635 h 5753325"/>
              <a:gd name="connsiteX40" fmla="*/ 5916727 w 6492864"/>
              <a:gd name="connsiteY40" fmla="*/ 2458777 h 5753325"/>
              <a:gd name="connsiteX41" fmla="*/ 5856524 w 6492864"/>
              <a:gd name="connsiteY41" fmla="*/ 2583281 h 5753325"/>
              <a:gd name="connsiteX42" fmla="*/ 5838091 w 6492864"/>
              <a:gd name="connsiteY42" fmla="*/ 2753474 h 5753325"/>
              <a:gd name="connsiteX43" fmla="*/ 5777471 w 6492864"/>
              <a:gd name="connsiteY43" fmla="*/ 2901570 h 5753325"/>
              <a:gd name="connsiteX44" fmla="*/ 5723992 w 6492864"/>
              <a:gd name="connsiteY44" fmla="*/ 2998752 h 5753325"/>
              <a:gd name="connsiteX45" fmla="*/ 5557886 w 6492864"/>
              <a:gd name="connsiteY45" fmla="*/ 3329735 h 5753325"/>
              <a:gd name="connsiteX46" fmla="*/ 5471501 w 6492864"/>
              <a:gd name="connsiteY46" fmla="*/ 3462221 h 5753325"/>
              <a:gd name="connsiteX47" fmla="*/ 5465154 w 6492864"/>
              <a:gd name="connsiteY47" fmla="*/ 3541065 h 5753325"/>
              <a:gd name="connsiteX48" fmla="*/ 5437889 w 6492864"/>
              <a:gd name="connsiteY48" fmla="*/ 3559927 h 5753325"/>
              <a:gd name="connsiteX49" fmla="*/ 5432770 w 6492864"/>
              <a:gd name="connsiteY49" fmla="*/ 3562948 h 5753325"/>
              <a:gd name="connsiteX50" fmla="*/ 5406795 w 6492864"/>
              <a:gd name="connsiteY50" fmla="*/ 3578594 h 5753325"/>
              <a:gd name="connsiteX51" fmla="*/ 5381495 w 6492864"/>
              <a:gd name="connsiteY51" fmla="*/ 3599883 h 5753325"/>
              <a:gd name="connsiteX52" fmla="*/ 5363689 w 6492864"/>
              <a:gd name="connsiteY52" fmla="*/ 3633299 h 5753325"/>
              <a:gd name="connsiteX53" fmla="*/ 5291870 w 6492864"/>
              <a:gd name="connsiteY53" fmla="*/ 3799039 h 5753325"/>
              <a:gd name="connsiteX54" fmla="*/ 5241600 w 6492864"/>
              <a:gd name="connsiteY54" fmla="*/ 3894238 h 5753325"/>
              <a:gd name="connsiteX55" fmla="*/ 5211041 w 6492864"/>
              <a:gd name="connsiteY55" fmla="*/ 3924184 h 5753325"/>
              <a:gd name="connsiteX56" fmla="*/ 5176073 w 6492864"/>
              <a:gd name="connsiteY56" fmla="*/ 3970179 h 5753325"/>
              <a:gd name="connsiteX57" fmla="*/ 5172826 w 6492864"/>
              <a:gd name="connsiteY57" fmla="*/ 3991773 h 5753325"/>
              <a:gd name="connsiteX58" fmla="*/ 5157053 w 6492864"/>
              <a:gd name="connsiteY58" fmla="*/ 3997708 h 5753325"/>
              <a:gd name="connsiteX59" fmla="*/ 5127922 w 6492864"/>
              <a:gd name="connsiteY59" fmla="*/ 4022660 h 5753325"/>
              <a:gd name="connsiteX60" fmla="*/ 5020872 w 6492864"/>
              <a:gd name="connsiteY60" fmla="*/ 4075951 h 5753325"/>
              <a:gd name="connsiteX61" fmla="*/ 4991410 w 6492864"/>
              <a:gd name="connsiteY61" fmla="*/ 4087598 h 5753325"/>
              <a:gd name="connsiteX62" fmla="*/ 4930112 w 6492864"/>
              <a:gd name="connsiteY62" fmla="*/ 4138459 h 5753325"/>
              <a:gd name="connsiteX63" fmla="*/ 4834224 w 6492864"/>
              <a:gd name="connsiteY63" fmla="*/ 4231643 h 5753325"/>
              <a:gd name="connsiteX64" fmla="*/ 4812599 w 6492864"/>
              <a:gd name="connsiteY64" fmla="*/ 4249449 h 5753325"/>
              <a:gd name="connsiteX65" fmla="*/ 4789188 w 6492864"/>
              <a:gd name="connsiteY65" fmla="*/ 4256678 h 5753325"/>
              <a:gd name="connsiteX66" fmla="*/ 4779554 w 6492864"/>
              <a:gd name="connsiteY66" fmla="*/ 4251313 h 5753325"/>
              <a:gd name="connsiteX67" fmla="*/ 4766885 w 6492864"/>
              <a:gd name="connsiteY67" fmla="*/ 4259812 h 5753325"/>
              <a:gd name="connsiteX68" fmla="*/ 4762510 w 6492864"/>
              <a:gd name="connsiteY68" fmla="*/ 4260383 h 5753325"/>
              <a:gd name="connsiteX69" fmla="*/ 4738416 w 6492864"/>
              <a:gd name="connsiteY69" fmla="*/ 4265355 h 5753325"/>
              <a:gd name="connsiteX70" fmla="*/ 4712007 w 6492864"/>
              <a:gd name="connsiteY70" fmla="*/ 4317892 h 5753325"/>
              <a:gd name="connsiteX71" fmla="*/ 4658930 w 6492864"/>
              <a:gd name="connsiteY71" fmla="*/ 4348041 h 5753325"/>
              <a:gd name="connsiteX72" fmla="*/ 4443526 w 6492864"/>
              <a:gd name="connsiteY72" fmla="*/ 4507851 h 5753325"/>
              <a:gd name="connsiteX73" fmla="*/ 4289766 w 6492864"/>
              <a:gd name="connsiteY73" fmla="*/ 4711450 h 5753325"/>
              <a:gd name="connsiteX74" fmla="*/ 4150870 w 6492864"/>
              <a:gd name="connsiteY74" fmla="*/ 4818480 h 5753325"/>
              <a:gd name="connsiteX75" fmla="*/ 4006639 w 6492864"/>
              <a:gd name="connsiteY75" fmla="*/ 4933815 h 5753325"/>
              <a:gd name="connsiteX76" fmla="*/ 3298210 w 6492864"/>
              <a:gd name="connsiteY76" fmla="*/ 5070790 h 5753325"/>
              <a:gd name="connsiteX77" fmla="*/ 2947678 w 6492864"/>
              <a:gd name="connsiteY77" fmla="*/ 5117869 h 5753325"/>
              <a:gd name="connsiteX78" fmla="*/ 2822169 w 6492864"/>
              <a:gd name="connsiteY78" fmla="*/ 5129396 h 5753325"/>
              <a:gd name="connsiteX79" fmla="*/ 2538773 w 6492864"/>
              <a:gd name="connsiteY79" fmla="*/ 5313397 h 5753325"/>
              <a:gd name="connsiteX80" fmla="*/ 2014500 w 6492864"/>
              <a:gd name="connsiteY80" fmla="*/ 5519744 h 5753325"/>
              <a:gd name="connsiteX81" fmla="*/ 1934391 w 6492864"/>
              <a:gd name="connsiteY81" fmla="*/ 5591335 h 5753325"/>
              <a:gd name="connsiteX82" fmla="*/ 1892550 w 6492864"/>
              <a:gd name="connsiteY82" fmla="*/ 5649708 h 5753325"/>
              <a:gd name="connsiteX83" fmla="*/ 1854769 w 6492864"/>
              <a:gd name="connsiteY83" fmla="*/ 5647691 h 5753325"/>
              <a:gd name="connsiteX84" fmla="*/ 1809461 w 6492864"/>
              <a:gd name="connsiteY84" fmla="*/ 5648628 h 5753325"/>
              <a:gd name="connsiteX85" fmla="*/ 1745150 w 6492864"/>
              <a:gd name="connsiteY85" fmla="*/ 5693879 h 5753325"/>
              <a:gd name="connsiteX86" fmla="*/ 1713375 w 6492864"/>
              <a:gd name="connsiteY86" fmla="*/ 5684672 h 5753325"/>
              <a:gd name="connsiteX87" fmla="*/ 1707808 w 6492864"/>
              <a:gd name="connsiteY87" fmla="*/ 5682611 h 5753325"/>
              <a:gd name="connsiteX88" fmla="*/ 1679313 w 6492864"/>
              <a:gd name="connsiteY88" fmla="*/ 5672360 h 5753325"/>
              <a:gd name="connsiteX89" fmla="*/ 1646933 w 6492864"/>
              <a:gd name="connsiteY89" fmla="*/ 5666227 h 5753325"/>
              <a:gd name="connsiteX90" fmla="*/ 1610055 w 6492864"/>
              <a:gd name="connsiteY90" fmla="*/ 5673643 h 5753325"/>
              <a:gd name="connsiteX91" fmla="*/ 1437641 w 6492864"/>
              <a:gd name="connsiteY91" fmla="*/ 5723266 h 5753325"/>
              <a:gd name="connsiteX92" fmla="*/ 1332869 w 6492864"/>
              <a:gd name="connsiteY92" fmla="*/ 5744752 h 5753325"/>
              <a:gd name="connsiteX93" fmla="*/ 1290525 w 6492864"/>
              <a:gd name="connsiteY93" fmla="*/ 5740036 h 5753325"/>
              <a:gd name="connsiteX94" fmla="*/ 1233107 w 6492864"/>
              <a:gd name="connsiteY94" fmla="*/ 5742106 h 5753325"/>
              <a:gd name="connsiteX95" fmla="*/ 1214532 w 6492864"/>
              <a:gd name="connsiteY95" fmla="*/ 5753325 h 5753325"/>
              <a:gd name="connsiteX96" fmla="*/ 1199955 w 6492864"/>
              <a:gd name="connsiteY96" fmla="*/ 5744831 h 5753325"/>
              <a:gd name="connsiteX97" fmla="*/ 1162337 w 6492864"/>
              <a:gd name="connsiteY97" fmla="*/ 5738048 h 5753325"/>
              <a:gd name="connsiteX98" fmla="*/ 1053457 w 6492864"/>
              <a:gd name="connsiteY98" fmla="*/ 5688676 h 5753325"/>
              <a:gd name="connsiteX99" fmla="*/ 1025798 w 6492864"/>
              <a:gd name="connsiteY99" fmla="*/ 5673166 h 5753325"/>
              <a:gd name="connsiteX100" fmla="*/ 947900 w 6492864"/>
              <a:gd name="connsiteY100" fmla="*/ 5657848 h 5753325"/>
              <a:gd name="connsiteX101" fmla="*/ 815627 w 6492864"/>
              <a:gd name="connsiteY101" fmla="*/ 5642557 h 5753325"/>
              <a:gd name="connsiteX102" fmla="*/ 788251 w 6492864"/>
              <a:gd name="connsiteY102" fmla="*/ 5637065 h 5753325"/>
              <a:gd name="connsiteX103" fmla="*/ 767822 w 6492864"/>
              <a:gd name="connsiteY103" fmla="*/ 5623450 h 5753325"/>
              <a:gd name="connsiteX104" fmla="*/ 765791 w 6492864"/>
              <a:gd name="connsiteY104" fmla="*/ 5612539 h 5753325"/>
              <a:gd name="connsiteX105" fmla="*/ 751230 w 6492864"/>
              <a:gd name="connsiteY105" fmla="*/ 5608092 h 5753325"/>
              <a:gd name="connsiteX106" fmla="*/ 748008 w 6492864"/>
              <a:gd name="connsiteY106" fmla="*/ 5605052 h 5753325"/>
              <a:gd name="connsiteX107" fmla="*/ 728871 w 6492864"/>
              <a:gd name="connsiteY107" fmla="*/ 5589469 h 5753325"/>
              <a:gd name="connsiteX108" fmla="*/ 671898 w 6492864"/>
              <a:gd name="connsiteY108" fmla="*/ 5602363 h 5753325"/>
              <a:gd name="connsiteX109" fmla="*/ 615065 w 6492864"/>
              <a:gd name="connsiteY109" fmla="*/ 5580257 h 5753325"/>
              <a:gd name="connsiteX110" fmla="*/ 355785 w 6492864"/>
              <a:gd name="connsiteY110" fmla="*/ 5514383 h 5753325"/>
              <a:gd name="connsiteX111" fmla="*/ 102269 w 6492864"/>
              <a:gd name="connsiteY111" fmla="*/ 5524347 h 5753325"/>
              <a:gd name="connsiteX112" fmla="*/ 13160 w 6492864"/>
              <a:gd name="connsiteY112" fmla="*/ 5514159 h 5753325"/>
              <a:gd name="connsiteX113" fmla="*/ 0 w 6492864"/>
              <a:gd name="connsiteY113" fmla="*/ 5511735 h 5753325"/>
              <a:gd name="connsiteX114" fmla="*/ 0 w 6492864"/>
              <a:gd name="connsiteY114" fmla="*/ 0 h 5753325"/>
              <a:gd name="connsiteX0" fmla="*/ 0 w 6492864"/>
              <a:gd name="connsiteY0" fmla="*/ 0 h 5753325"/>
              <a:gd name="connsiteX1" fmla="*/ 6438980 w 6492864"/>
              <a:gd name="connsiteY1" fmla="*/ 0 h 5753325"/>
              <a:gd name="connsiteX2" fmla="*/ 6439047 w 6492864"/>
              <a:gd name="connsiteY2" fmla="*/ 147 h 5753325"/>
              <a:gd name="connsiteX3" fmla="*/ 6443456 w 6492864"/>
              <a:gd name="connsiteY3" fmla="*/ 130105 h 5753325"/>
              <a:gd name="connsiteX4" fmla="*/ 6447632 w 6492864"/>
              <a:gd name="connsiteY4" fmla="*/ 170016 h 5753325"/>
              <a:gd name="connsiteX5" fmla="*/ 6396598 w 6492864"/>
              <a:gd name="connsiteY5" fmla="*/ 274847 h 5753325"/>
              <a:gd name="connsiteX6" fmla="*/ 6375685 w 6492864"/>
              <a:gd name="connsiteY6" fmla="*/ 535865 h 5753325"/>
              <a:gd name="connsiteX7" fmla="*/ 6492864 w 6492864"/>
              <a:gd name="connsiteY7" fmla="*/ 615799 h 5753325"/>
              <a:gd name="connsiteX8" fmla="*/ 6459988 w 6492864"/>
              <a:gd name="connsiteY8" fmla="*/ 707628 h 5753325"/>
              <a:gd name="connsiteX9" fmla="*/ 6453989 w 6492864"/>
              <a:gd name="connsiteY9" fmla="*/ 711876 h 5753325"/>
              <a:gd name="connsiteX10" fmla="*/ 6453209 w 6492864"/>
              <a:gd name="connsiteY10" fmla="*/ 719127 h 5753325"/>
              <a:gd name="connsiteX11" fmla="*/ 6457662 w 6492864"/>
              <a:gd name="connsiteY11" fmla="*/ 723331 h 5753325"/>
              <a:gd name="connsiteX12" fmla="*/ 6447445 w 6492864"/>
              <a:gd name="connsiteY12" fmla="*/ 780003 h 5753325"/>
              <a:gd name="connsiteX13" fmla="*/ 6426552 w 6492864"/>
              <a:gd name="connsiteY13" fmla="*/ 845805 h 5753325"/>
              <a:gd name="connsiteX14" fmla="*/ 6434072 w 6492864"/>
              <a:gd name="connsiteY14" fmla="*/ 910733 h 5753325"/>
              <a:gd name="connsiteX15" fmla="*/ 6432570 w 6492864"/>
              <a:gd name="connsiteY15" fmla="*/ 983394 h 5753325"/>
              <a:gd name="connsiteX16" fmla="*/ 6431878 w 6492864"/>
              <a:gd name="connsiteY16" fmla="*/ 1026728 h 5753325"/>
              <a:gd name="connsiteX17" fmla="*/ 6414269 w 6492864"/>
              <a:gd name="connsiteY17" fmla="*/ 1151111 h 5753325"/>
              <a:gd name="connsiteX18" fmla="*/ 6371722 w 6492864"/>
              <a:gd name="connsiteY18" fmla="*/ 1318080 h 5753325"/>
              <a:gd name="connsiteX19" fmla="*/ 6356023 w 6492864"/>
              <a:gd name="connsiteY19" fmla="*/ 1356227 h 5753325"/>
              <a:gd name="connsiteX20" fmla="*/ 6356157 w 6492864"/>
              <a:gd name="connsiteY20" fmla="*/ 1361967 h 5753325"/>
              <a:gd name="connsiteX21" fmla="*/ 6350613 w 6492864"/>
              <a:gd name="connsiteY21" fmla="*/ 1393569 h 5753325"/>
              <a:gd name="connsiteX22" fmla="*/ 6357062 w 6492864"/>
              <a:gd name="connsiteY22" fmla="*/ 1444071 h 5753325"/>
              <a:gd name="connsiteX23" fmla="*/ 6364832 w 6492864"/>
              <a:gd name="connsiteY23" fmla="*/ 1478763 h 5753325"/>
              <a:gd name="connsiteX24" fmla="*/ 6369745 w 6492864"/>
              <a:gd name="connsiteY24" fmla="*/ 1495680 h 5753325"/>
              <a:gd name="connsiteX25" fmla="*/ 6370898 w 6492864"/>
              <a:gd name="connsiteY25" fmla="*/ 1513331 h 5753325"/>
              <a:gd name="connsiteX26" fmla="*/ 6368801 w 6492864"/>
              <a:gd name="connsiteY26" fmla="*/ 1527414 h 5753325"/>
              <a:gd name="connsiteX27" fmla="*/ 6359177 w 6492864"/>
              <a:gd name="connsiteY27" fmla="*/ 1639513 h 5753325"/>
              <a:gd name="connsiteX28" fmla="*/ 6299489 w 6492864"/>
              <a:gd name="connsiteY28" fmla="*/ 1784860 h 5753325"/>
              <a:gd name="connsiteX29" fmla="*/ 6267878 w 6492864"/>
              <a:gd name="connsiteY29" fmla="*/ 1858572 h 5753325"/>
              <a:gd name="connsiteX30" fmla="*/ 6251146 w 6492864"/>
              <a:gd name="connsiteY30" fmla="*/ 1926167 h 5753325"/>
              <a:gd name="connsiteX31" fmla="*/ 6210686 w 6492864"/>
              <a:gd name="connsiteY31" fmla="*/ 2014834 h 5753325"/>
              <a:gd name="connsiteX32" fmla="*/ 6106652 w 6492864"/>
              <a:gd name="connsiteY32" fmla="*/ 2150572 h 5753325"/>
              <a:gd name="connsiteX33" fmla="*/ 6097813 w 6492864"/>
              <a:gd name="connsiteY33" fmla="*/ 2172208 h 5753325"/>
              <a:gd name="connsiteX34" fmla="*/ 6095990 w 6492864"/>
              <a:gd name="connsiteY34" fmla="*/ 2181185 h 5753325"/>
              <a:gd name="connsiteX35" fmla="*/ 6090126 w 6492864"/>
              <a:gd name="connsiteY35" fmla="*/ 2192533 h 5753325"/>
              <a:gd name="connsiteX36" fmla="*/ 6089503 w 6492864"/>
              <a:gd name="connsiteY36" fmla="*/ 2192543 h 5753325"/>
              <a:gd name="connsiteX37" fmla="*/ 6084946 w 6492864"/>
              <a:gd name="connsiteY37" fmla="*/ 2203694 h 5753325"/>
              <a:gd name="connsiteX38" fmla="*/ 5987861 w 6492864"/>
              <a:gd name="connsiteY38" fmla="*/ 2304868 h 5753325"/>
              <a:gd name="connsiteX39" fmla="*/ 5973439 w 6492864"/>
              <a:gd name="connsiteY39" fmla="*/ 2385635 h 5753325"/>
              <a:gd name="connsiteX40" fmla="*/ 5916727 w 6492864"/>
              <a:gd name="connsiteY40" fmla="*/ 2458777 h 5753325"/>
              <a:gd name="connsiteX41" fmla="*/ 5856524 w 6492864"/>
              <a:gd name="connsiteY41" fmla="*/ 2583281 h 5753325"/>
              <a:gd name="connsiteX42" fmla="*/ 5838091 w 6492864"/>
              <a:gd name="connsiteY42" fmla="*/ 2753474 h 5753325"/>
              <a:gd name="connsiteX43" fmla="*/ 5777471 w 6492864"/>
              <a:gd name="connsiteY43" fmla="*/ 2901570 h 5753325"/>
              <a:gd name="connsiteX44" fmla="*/ 5723992 w 6492864"/>
              <a:gd name="connsiteY44" fmla="*/ 2998752 h 5753325"/>
              <a:gd name="connsiteX45" fmla="*/ 5557886 w 6492864"/>
              <a:gd name="connsiteY45" fmla="*/ 3329735 h 5753325"/>
              <a:gd name="connsiteX46" fmla="*/ 5471501 w 6492864"/>
              <a:gd name="connsiteY46" fmla="*/ 3462221 h 5753325"/>
              <a:gd name="connsiteX47" fmla="*/ 5465154 w 6492864"/>
              <a:gd name="connsiteY47" fmla="*/ 3541065 h 5753325"/>
              <a:gd name="connsiteX48" fmla="*/ 5437889 w 6492864"/>
              <a:gd name="connsiteY48" fmla="*/ 3559927 h 5753325"/>
              <a:gd name="connsiteX49" fmla="*/ 5432770 w 6492864"/>
              <a:gd name="connsiteY49" fmla="*/ 3562948 h 5753325"/>
              <a:gd name="connsiteX50" fmla="*/ 5406795 w 6492864"/>
              <a:gd name="connsiteY50" fmla="*/ 3578594 h 5753325"/>
              <a:gd name="connsiteX51" fmla="*/ 5381495 w 6492864"/>
              <a:gd name="connsiteY51" fmla="*/ 3599883 h 5753325"/>
              <a:gd name="connsiteX52" fmla="*/ 5363689 w 6492864"/>
              <a:gd name="connsiteY52" fmla="*/ 3633299 h 5753325"/>
              <a:gd name="connsiteX53" fmla="*/ 5291870 w 6492864"/>
              <a:gd name="connsiteY53" fmla="*/ 3799039 h 5753325"/>
              <a:gd name="connsiteX54" fmla="*/ 5241600 w 6492864"/>
              <a:gd name="connsiteY54" fmla="*/ 3894238 h 5753325"/>
              <a:gd name="connsiteX55" fmla="*/ 5211041 w 6492864"/>
              <a:gd name="connsiteY55" fmla="*/ 3924184 h 5753325"/>
              <a:gd name="connsiteX56" fmla="*/ 5176073 w 6492864"/>
              <a:gd name="connsiteY56" fmla="*/ 3970179 h 5753325"/>
              <a:gd name="connsiteX57" fmla="*/ 5172826 w 6492864"/>
              <a:gd name="connsiteY57" fmla="*/ 3991773 h 5753325"/>
              <a:gd name="connsiteX58" fmla="*/ 5157053 w 6492864"/>
              <a:gd name="connsiteY58" fmla="*/ 3997708 h 5753325"/>
              <a:gd name="connsiteX59" fmla="*/ 5127922 w 6492864"/>
              <a:gd name="connsiteY59" fmla="*/ 4022660 h 5753325"/>
              <a:gd name="connsiteX60" fmla="*/ 5020872 w 6492864"/>
              <a:gd name="connsiteY60" fmla="*/ 4075951 h 5753325"/>
              <a:gd name="connsiteX61" fmla="*/ 4991410 w 6492864"/>
              <a:gd name="connsiteY61" fmla="*/ 4087598 h 5753325"/>
              <a:gd name="connsiteX62" fmla="*/ 4930112 w 6492864"/>
              <a:gd name="connsiteY62" fmla="*/ 4138459 h 5753325"/>
              <a:gd name="connsiteX63" fmla="*/ 4834224 w 6492864"/>
              <a:gd name="connsiteY63" fmla="*/ 4231643 h 5753325"/>
              <a:gd name="connsiteX64" fmla="*/ 4812599 w 6492864"/>
              <a:gd name="connsiteY64" fmla="*/ 4249449 h 5753325"/>
              <a:gd name="connsiteX65" fmla="*/ 4789188 w 6492864"/>
              <a:gd name="connsiteY65" fmla="*/ 4256678 h 5753325"/>
              <a:gd name="connsiteX66" fmla="*/ 4779554 w 6492864"/>
              <a:gd name="connsiteY66" fmla="*/ 4251313 h 5753325"/>
              <a:gd name="connsiteX67" fmla="*/ 4766885 w 6492864"/>
              <a:gd name="connsiteY67" fmla="*/ 4259812 h 5753325"/>
              <a:gd name="connsiteX68" fmla="*/ 4762510 w 6492864"/>
              <a:gd name="connsiteY68" fmla="*/ 4260383 h 5753325"/>
              <a:gd name="connsiteX69" fmla="*/ 4738416 w 6492864"/>
              <a:gd name="connsiteY69" fmla="*/ 4265355 h 5753325"/>
              <a:gd name="connsiteX70" fmla="*/ 4712007 w 6492864"/>
              <a:gd name="connsiteY70" fmla="*/ 4317892 h 5753325"/>
              <a:gd name="connsiteX71" fmla="*/ 4658930 w 6492864"/>
              <a:gd name="connsiteY71" fmla="*/ 4348041 h 5753325"/>
              <a:gd name="connsiteX72" fmla="*/ 4443526 w 6492864"/>
              <a:gd name="connsiteY72" fmla="*/ 4507851 h 5753325"/>
              <a:gd name="connsiteX73" fmla="*/ 4289766 w 6492864"/>
              <a:gd name="connsiteY73" fmla="*/ 4711450 h 5753325"/>
              <a:gd name="connsiteX74" fmla="*/ 4150870 w 6492864"/>
              <a:gd name="connsiteY74" fmla="*/ 4818480 h 5753325"/>
              <a:gd name="connsiteX75" fmla="*/ 4006639 w 6492864"/>
              <a:gd name="connsiteY75" fmla="*/ 4933815 h 5753325"/>
              <a:gd name="connsiteX76" fmla="*/ 3298210 w 6492864"/>
              <a:gd name="connsiteY76" fmla="*/ 5070790 h 5753325"/>
              <a:gd name="connsiteX77" fmla="*/ 2947678 w 6492864"/>
              <a:gd name="connsiteY77" fmla="*/ 5117869 h 5753325"/>
              <a:gd name="connsiteX78" fmla="*/ 2822169 w 6492864"/>
              <a:gd name="connsiteY78" fmla="*/ 5129396 h 5753325"/>
              <a:gd name="connsiteX79" fmla="*/ 2538773 w 6492864"/>
              <a:gd name="connsiteY79" fmla="*/ 5313397 h 5753325"/>
              <a:gd name="connsiteX80" fmla="*/ 2014500 w 6492864"/>
              <a:gd name="connsiteY80" fmla="*/ 5519744 h 5753325"/>
              <a:gd name="connsiteX81" fmla="*/ 1934391 w 6492864"/>
              <a:gd name="connsiteY81" fmla="*/ 5591335 h 5753325"/>
              <a:gd name="connsiteX82" fmla="*/ 1892550 w 6492864"/>
              <a:gd name="connsiteY82" fmla="*/ 5649708 h 5753325"/>
              <a:gd name="connsiteX83" fmla="*/ 1854769 w 6492864"/>
              <a:gd name="connsiteY83" fmla="*/ 5647691 h 5753325"/>
              <a:gd name="connsiteX84" fmla="*/ 1809461 w 6492864"/>
              <a:gd name="connsiteY84" fmla="*/ 5648628 h 5753325"/>
              <a:gd name="connsiteX85" fmla="*/ 1745150 w 6492864"/>
              <a:gd name="connsiteY85" fmla="*/ 5693879 h 5753325"/>
              <a:gd name="connsiteX86" fmla="*/ 1713375 w 6492864"/>
              <a:gd name="connsiteY86" fmla="*/ 5684672 h 5753325"/>
              <a:gd name="connsiteX87" fmla="*/ 1707808 w 6492864"/>
              <a:gd name="connsiteY87" fmla="*/ 5682611 h 5753325"/>
              <a:gd name="connsiteX88" fmla="*/ 1679313 w 6492864"/>
              <a:gd name="connsiteY88" fmla="*/ 5672360 h 5753325"/>
              <a:gd name="connsiteX89" fmla="*/ 1646933 w 6492864"/>
              <a:gd name="connsiteY89" fmla="*/ 5666227 h 5753325"/>
              <a:gd name="connsiteX90" fmla="*/ 1610055 w 6492864"/>
              <a:gd name="connsiteY90" fmla="*/ 5673643 h 5753325"/>
              <a:gd name="connsiteX91" fmla="*/ 1437641 w 6492864"/>
              <a:gd name="connsiteY91" fmla="*/ 5723266 h 5753325"/>
              <a:gd name="connsiteX92" fmla="*/ 1332869 w 6492864"/>
              <a:gd name="connsiteY92" fmla="*/ 5744752 h 5753325"/>
              <a:gd name="connsiteX93" fmla="*/ 1290525 w 6492864"/>
              <a:gd name="connsiteY93" fmla="*/ 5740036 h 5753325"/>
              <a:gd name="connsiteX94" fmla="*/ 1233107 w 6492864"/>
              <a:gd name="connsiteY94" fmla="*/ 5742106 h 5753325"/>
              <a:gd name="connsiteX95" fmla="*/ 1214532 w 6492864"/>
              <a:gd name="connsiteY95" fmla="*/ 5753325 h 5753325"/>
              <a:gd name="connsiteX96" fmla="*/ 1199955 w 6492864"/>
              <a:gd name="connsiteY96" fmla="*/ 5744831 h 5753325"/>
              <a:gd name="connsiteX97" fmla="*/ 1162337 w 6492864"/>
              <a:gd name="connsiteY97" fmla="*/ 5738048 h 5753325"/>
              <a:gd name="connsiteX98" fmla="*/ 1053457 w 6492864"/>
              <a:gd name="connsiteY98" fmla="*/ 5688676 h 5753325"/>
              <a:gd name="connsiteX99" fmla="*/ 1025798 w 6492864"/>
              <a:gd name="connsiteY99" fmla="*/ 5673166 h 5753325"/>
              <a:gd name="connsiteX100" fmla="*/ 947900 w 6492864"/>
              <a:gd name="connsiteY100" fmla="*/ 5657848 h 5753325"/>
              <a:gd name="connsiteX101" fmla="*/ 815627 w 6492864"/>
              <a:gd name="connsiteY101" fmla="*/ 5642557 h 5753325"/>
              <a:gd name="connsiteX102" fmla="*/ 788251 w 6492864"/>
              <a:gd name="connsiteY102" fmla="*/ 5637065 h 5753325"/>
              <a:gd name="connsiteX103" fmla="*/ 767822 w 6492864"/>
              <a:gd name="connsiteY103" fmla="*/ 5623450 h 5753325"/>
              <a:gd name="connsiteX104" fmla="*/ 765791 w 6492864"/>
              <a:gd name="connsiteY104" fmla="*/ 5612539 h 5753325"/>
              <a:gd name="connsiteX105" fmla="*/ 751230 w 6492864"/>
              <a:gd name="connsiteY105" fmla="*/ 5608092 h 5753325"/>
              <a:gd name="connsiteX106" fmla="*/ 748008 w 6492864"/>
              <a:gd name="connsiteY106" fmla="*/ 5605052 h 5753325"/>
              <a:gd name="connsiteX107" fmla="*/ 728871 w 6492864"/>
              <a:gd name="connsiteY107" fmla="*/ 5589469 h 5753325"/>
              <a:gd name="connsiteX108" fmla="*/ 671898 w 6492864"/>
              <a:gd name="connsiteY108" fmla="*/ 5602363 h 5753325"/>
              <a:gd name="connsiteX109" fmla="*/ 615065 w 6492864"/>
              <a:gd name="connsiteY109" fmla="*/ 5580257 h 5753325"/>
              <a:gd name="connsiteX110" fmla="*/ 355785 w 6492864"/>
              <a:gd name="connsiteY110" fmla="*/ 5514383 h 5753325"/>
              <a:gd name="connsiteX111" fmla="*/ 102269 w 6492864"/>
              <a:gd name="connsiteY111" fmla="*/ 5524347 h 5753325"/>
              <a:gd name="connsiteX112" fmla="*/ 13160 w 6492864"/>
              <a:gd name="connsiteY112" fmla="*/ 5514159 h 5753325"/>
              <a:gd name="connsiteX113" fmla="*/ 0 w 6492864"/>
              <a:gd name="connsiteY113" fmla="*/ 5511735 h 5753325"/>
              <a:gd name="connsiteX114" fmla="*/ 0 w 6492864"/>
              <a:gd name="connsiteY114" fmla="*/ 0 h 5753325"/>
              <a:gd name="connsiteX0" fmla="*/ 0 w 6462955"/>
              <a:gd name="connsiteY0" fmla="*/ 0 h 5753325"/>
              <a:gd name="connsiteX1" fmla="*/ 6438980 w 6462955"/>
              <a:gd name="connsiteY1" fmla="*/ 0 h 5753325"/>
              <a:gd name="connsiteX2" fmla="*/ 6439047 w 6462955"/>
              <a:gd name="connsiteY2" fmla="*/ 147 h 5753325"/>
              <a:gd name="connsiteX3" fmla="*/ 6443456 w 6462955"/>
              <a:gd name="connsiteY3" fmla="*/ 130105 h 5753325"/>
              <a:gd name="connsiteX4" fmla="*/ 6447632 w 6462955"/>
              <a:gd name="connsiteY4" fmla="*/ 170016 h 5753325"/>
              <a:gd name="connsiteX5" fmla="*/ 6396598 w 6462955"/>
              <a:gd name="connsiteY5" fmla="*/ 274847 h 5753325"/>
              <a:gd name="connsiteX6" fmla="*/ 6375685 w 6462955"/>
              <a:gd name="connsiteY6" fmla="*/ 535865 h 5753325"/>
              <a:gd name="connsiteX7" fmla="*/ 6354187 w 6462955"/>
              <a:gd name="connsiteY7" fmla="*/ 615799 h 5753325"/>
              <a:gd name="connsiteX8" fmla="*/ 6459988 w 6462955"/>
              <a:gd name="connsiteY8" fmla="*/ 707628 h 5753325"/>
              <a:gd name="connsiteX9" fmla="*/ 6453989 w 6462955"/>
              <a:gd name="connsiteY9" fmla="*/ 711876 h 5753325"/>
              <a:gd name="connsiteX10" fmla="*/ 6453209 w 6462955"/>
              <a:gd name="connsiteY10" fmla="*/ 719127 h 5753325"/>
              <a:gd name="connsiteX11" fmla="*/ 6457662 w 6462955"/>
              <a:gd name="connsiteY11" fmla="*/ 723331 h 5753325"/>
              <a:gd name="connsiteX12" fmla="*/ 6447445 w 6462955"/>
              <a:gd name="connsiteY12" fmla="*/ 780003 h 5753325"/>
              <a:gd name="connsiteX13" fmla="*/ 6426552 w 6462955"/>
              <a:gd name="connsiteY13" fmla="*/ 845805 h 5753325"/>
              <a:gd name="connsiteX14" fmla="*/ 6434072 w 6462955"/>
              <a:gd name="connsiteY14" fmla="*/ 910733 h 5753325"/>
              <a:gd name="connsiteX15" fmla="*/ 6432570 w 6462955"/>
              <a:gd name="connsiteY15" fmla="*/ 983394 h 5753325"/>
              <a:gd name="connsiteX16" fmla="*/ 6431878 w 6462955"/>
              <a:gd name="connsiteY16" fmla="*/ 1026728 h 5753325"/>
              <a:gd name="connsiteX17" fmla="*/ 6414269 w 6462955"/>
              <a:gd name="connsiteY17" fmla="*/ 1151111 h 5753325"/>
              <a:gd name="connsiteX18" fmla="*/ 6371722 w 6462955"/>
              <a:gd name="connsiteY18" fmla="*/ 1318080 h 5753325"/>
              <a:gd name="connsiteX19" fmla="*/ 6356023 w 6462955"/>
              <a:gd name="connsiteY19" fmla="*/ 1356227 h 5753325"/>
              <a:gd name="connsiteX20" fmla="*/ 6356157 w 6462955"/>
              <a:gd name="connsiteY20" fmla="*/ 1361967 h 5753325"/>
              <a:gd name="connsiteX21" fmla="*/ 6350613 w 6462955"/>
              <a:gd name="connsiteY21" fmla="*/ 1393569 h 5753325"/>
              <a:gd name="connsiteX22" fmla="*/ 6357062 w 6462955"/>
              <a:gd name="connsiteY22" fmla="*/ 1444071 h 5753325"/>
              <a:gd name="connsiteX23" fmla="*/ 6364832 w 6462955"/>
              <a:gd name="connsiteY23" fmla="*/ 1478763 h 5753325"/>
              <a:gd name="connsiteX24" fmla="*/ 6369745 w 6462955"/>
              <a:gd name="connsiteY24" fmla="*/ 1495680 h 5753325"/>
              <a:gd name="connsiteX25" fmla="*/ 6370898 w 6462955"/>
              <a:gd name="connsiteY25" fmla="*/ 1513331 h 5753325"/>
              <a:gd name="connsiteX26" fmla="*/ 6368801 w 6462955"/>
              <a:gd name="connsiteY26" fmla="*/ 1527414 h 5753325"/>
              <a:gd name="connsiteX27" fmla="*/ 6359177 w 6462955"/>
              <a:gd name="connsiteY27" fmla="*/ 1639513 h 5753325"/>
              <a:gd name="connsiteX28" fmla="*/ 6299489 w 6462955"/>
              <a:gd name="connsiteY28" fmla="*/ 1784860 h 5753325"/>
              <a:gd name="connsiteX29" fmla="*/ 6267878 w 6462955"/>
              <a:gd name="connsiteY29" fmla="*/ 1858572 h 5753325"/>
              <a:gd name="connsiteX30" fmla="*/ 6251146 w 6462955"/>
              <a:gd name="connsiteY30" fmla="*/ 1926167 h 5753325"/>
              <a:gd name="connsiteX31" fmla="*/ 6210686 w 6462955"/>
              <a:gd name="connsiteY31" fmla="*/ 2014834 h 5753325"/>
              <a:gd name="connsiteX32" fmla="*/ 6106652 w 6462955"/>
              <a:gd name="connsiteY32" fmla="*/ 2150572 h 5753325"/>
              <a:gd name="connsiteX33" fmla="*/ 6097813 w 6462955"/>
              <a:gd name="connsiteY33" fmla="*/ 2172208 h 5753325"/>
              <a:gd name="connsiteX34" fmla="*/ 6095990 w 6462955"/>
              <a:gd name="connsiteY34" fmla="*/ 2181185 h 5753325"/>
              <a:gd name="connsiteX35" fmla="*/ 6090126 w 6462955"/>
              <a:gd name="connsiteY35" fmla="*/ 2192533 h 5753325"/>
              <a:gd name="connsiteX36" fmla="*/ 6089503 w 6462955"/>
              <a:gd name="connsiteY36" fmla="*/ 2192543 h 5753325"/>
              <a:gd name="connsiteX37" fmla="*/ 6084946 w 6462955"/>
              <a:gd name="connsiteY37" fmla="*/ 2203694 h 5753325"/>
              <a:gd name="connsiteX38" fmla="*/ 5987861 w 6462955"/>
              <a:gd name="connsiteY38" fmla="*/ 2304868 h 5753325"/>
              <a:gd name="connsiteX39" fmla="*/ 5973439 w 6462955"/>
              <a:gd name="connsiteY39" fmla="*/ 2385635 h 5753325"/>
              <a:gd name="connsiteX40" fmla="*/ 5916727 w 6462955"/>
              <a:gd name="connsiteY40" fmla="*/ 2458777 h 5753325"/>
              <a:gd name="connsiteX41" fmla="*/ 5856524 w 6462955"/>
              <a:gd name="connsiteY41" fmla="*/ 2583281 h 5753325"/>
              <a:gd name="connsiteX42" fmla="*/ 5838091 w 6462955"/>
              <a:gd name="connsiteY42" fmla="*/ 2753474 h 5753325"/>
              <a:gd name="connsiteX43" fmla="*/ 5777471 w 6462955"/>
              <a:gd name="connsiteY43" fmla="*/ 2901570 h 5753325"/>
              <a:gd name="connsiteX44" fmla="*/ 5723992 w 6462955"/>
              <a:gd name="connsiteY44" fmla="*/ 2998752 h 5753325"/>
              <a:gd name="connsiteX45" fmla="*/ 5557886 w 6462955"/>
              <a:gd name="connsiteY45" fmla="*/ 3329735 h 5753325"/>
              <a:gd name="connsiteX46" fmla="*/ 5471501 w 6462955"/>
              <a:gd name="connsiteY46" fmla="*/ 3462221 h 5753325"/>
              <a:gd name="connsiteX47" fmla="*/ 5465154 w 6462955"/>
              <a:gd name="connsiteY47" fmla="*/ 3541065 h 5753325"/>
              <a:gd name="connsiteX48" fmla="*/ 5437889 w 6462955"/>
              <a:gd name="connsiteY48" fmla="*/ 3559927 h 5753325"/>
              <a:gd name="connsiteX49" fmla="*/ 5432770 w 6462955"/>
              <a:gd name="connsiteY49" fmla="*/ 3562948 h 5753325"/>
              <a:gd name="connsiteX50" fmla="*/ 5406795 w 6462955"/>
              <a:gd name="connsiteY50" fmla="*/ 3578594 h 5753325"/>
              <a:gd name="connsiteX51" fmla="*/ 5381495 w 6462955"/>
              <a:gd name="connsiteY51" fmla="*/ 3599883 h 5753325"/>
              <a:gd name="connsiteX52" fmla="*/ 5363689 w 6462955"/>
              <a:gd name="connsiteY52" fmla="*/ 3633299 h 5753325"/>
              <a:gd name="connsiteX53" fmla="*/ 5291870 w 6462955"/>
              <a:gd name="connsiteY53" fmla="*/ 3799039 h 5753325"/>
              <a:gd name="connsiteX54" fmla="*/ 5241600 w 6462955"/>
              <a:gd name="connsiteY54" fmla="*/ 3894238 h 5753325"/>
              <a:gd name="connsiteX55" fmla="*/ 5211041 w 6462955"/>
              <a:gd name="connsiteY55" fmla="*/ 3924184 h 5753325"/>
              <a:gd name="connsiteX56" fmla="*/ 5176073 w 6462955"/>
              <a:gd name="connsiteY56" fmla="*/ 3970179 h 5753325"/>
              <a:gd name="connsiteX57" fmla="*/ 5172826 w 6462955"/>
              <a:gd name="connsiteY57" fmla="*/ 3991773 h 5753325"/>
              <a:gd name="connsiteX58" fmla="*/ 5157053 w 6462955"/>
              <a:gd name="connsiteY58" fmla="*/ 3997708 h 5753325"/>
              <a:gd name="connsiteX59" fmla="*/ 5127922 w 6462955"/>
              <a:gd name="connsiteY59" fmla="*/ 4022660 h 5753325"/>
              <a:gd name="connsiteX60" fmla="*/ 5020872 w 6462955"/>
              <a:gd name="connsiteY60" fmla="*/ 4075951 h 5753325"/>
              <a:gd name="connsiteX61" fmla="*/ 4991410 w 6462955"/>
              <a:gd name="connsiteY61" fmla="*/ 4087598 h 5753325"/>
              <a:gd name="connsiteX62" fmla="*/ 4930112 w 6462955"/>
              <a:gd name="connsiteY62" fmla="*/ 4138459 h 5753325"/>
              <a:gd name="connsiteX63" fmla="*/ 4834224 w 6462955"/>
              <a:gd name="connsiteY63" fmla="*/ 4231643 h 5753325"/>
              <a:gd name="connsiteX64" fmla="*/ 4812599 w 6462955"/>
              <a:gd name="connsiteY64" fmla="*/ 4249449 h 5753325"/>
              <a:gd name="connsiteX65" fmla="*/ 4789188 w 6462955"/>
              <a:gd name="connsiteY65" fmla="*/ 4256678 h 5753325"/>
              <a:gd name="connsiteX66" fmla="*/ 4779554 w 6462955"/>
              <a:gd name="connsiteY66" fmla="*/ 4251313 h 5753325"/>
              <a:gd name="connsiteX67" fmla="*/ 4766885 w 6462955"/>
              <a:gd name="connsiteY67" fmla="*/ 4259812 h 5753325"/>
              <a:gd name="connsiteX68" fmla="*/ 4762510 w 6462955"/>
              <a:gd name="connsiteY68" fmla="*/ 4260383 h 5753325"/>
              <a:gd name="connsiteX69" fmla="*/ 4738416 w 6462955"/>
              <a:gd name="connsiteY69" fmla="*/ 4265355 h 5753325"/>
              <a:gd name="connsiteX70" fmla="*/ 4712007 w 6462955"/>
              <a:gd name="connsiteY70" fmla="*/ 4317892 h 5753325"/>
              <a:gd name="connsiteX71" fmla="*/ 4658930 w 6462955"/>
              <a:gd name="connsiteY71" fmla="*/ 4348041 h 5753325"/>
              <a:gd name="connsiteX72" fmla="*/ 4443526 w 6462955"/>
              <a:gd name="connsiteY72" fmla="*/ 4507851 h 5753325"/>
              <a:gd name="connsiteX73" fmla="*/ 4289766 w 6462955"/>
              <a:gd name="connsiteY73" fmla="*/ 4711450 h 5753325"/>
              <a:gd name="connsiteX74" fmla="*/ 4150870 w 6462955"/>
              <a:gd name="connsiteY74" fmla="*/ 4818480 h 5753325"/>
              <a:gd name="connsiteX75" fmla="*/ 4006639 w 6462955"/>
              <a:gd name="connsiteY75" fmla="*/ 4933815 h 5753325"/>
              <a:gd name="connsiteX76" fmla="*/ 3298210 w 6462955"/>
              <a:gd name="connsiteY76" fmla="*/ 5070790 h 5753325"/>
              <a:gd name="connsiteX77" fmla="*/ 2947678 w 6462955"/>
              <a:gd name="connsiteY77" fmla="*/ 5117869 h 5753325"/>
              <a:gd name="connsiteX78" fmla="*/ 2822169 w 6462955"/>
              <a:gd name="connsiteY78" fmla="*/ 5129396 h 5753325"/>
              <a:gd name="connsiteX79" fmla="*/ 2538773 w 6462955"/>
              <a:gd name="connsiteY79" fmla="*/ 5313397 h 5753325"/>
              <a:gd name="connsiteX80" fmla="*/ 2014500 w 6462955"/>
              <a:gd name="connsiteY80" fmla="*/ 5519744 h 5753325"/>
              <a:gd name="connsiteX81" fmla="*/ 1934391 w 6462955"/>
              <a:gd name="connsiteY81" fmla="*/ 5591335 h 5753325"/>
              <a:gd name="connsiteX82" fmla="*/ 1892550 w 6462955"/>
              <a:gd name="connsiteY82" fmla="*/ 5649708 h 5753325"/>
              <a:gd name="connsiteX83" fmla="*/ 1854769 w 6462955"/>
              <a:gd name="connsiteY83" fmla="*/ 5647691 h 5753325"/>
              <a:gd name="connsiteX84" fmla="*/ 1809461 w 6462955"/>
              <a:gd name="connsiteY84" fmla="*/ 5648628 h 5753325"/>
              <a:gd name="connsiteX85" fmla="*/ 1745150 w 6462955"/>
              <a:gd name="connsiteY85" fmla="*/ 5693879 h 5753325"/>
              <a:gd name="connsiteX86" fmla="*/ 1713375 w 6462955"/>
              <a:gd name="connsiteY86" fmla="*/ 5684672 h 5753325"/>
              <a:gd name="connsiteX87" fmla="*/ 1707808 w 6462955"/>
              <a:gd name="connsiteY87" fmla="*/ 5682611 h 5753325"/>
              <a:gd name="connsiteX88" fmla="*/ 1679313 w 6462955"/>
              <a:gd name="connsiteY88" fmla="*/ 5672360 h 5753325"/>
              <a:gd name="connsiteX89" fmla="*/ 1646933 w 6462955"/>
              <a:gd name="connsiteY89" fmla="*/ 5666227 h 5753325"/>
              <a:gd name="connsiteX90" fmla="*/ 1610055 w 6462955"/>
              <a:gd name="connsiteY90" fmla="*/ 5673643 h 5753325"/>
              <a:gd name="connsiteX91" fmla="*/ 1437641 w 6462955"/>
              <a:gd name="connsiteY91" fmla="*/ 5723266 h 5753325"/>
              <a:gd name="connsiteX92" fmla="*/ 1332869 w 6462955"/>
              <a:gd name="connsiteY92" fmla="*/ 5744752 h 5753325"/>
              <a:gd name="connsiteX93" fmla="*/ 1290525 w 6462955"/>
              <a:gd name="connsiteY93" fmla="*/ 5740036 h 5753325"/>
              <a:gd name="connsiteX94" fmla="*/ 1233107 w 6462955"/>
              <a:gd name="connsiteY94" fmla="*/ 5742106 h 5753325"/>
              <a:gd name="connsiteX95" fmla="*/ 1214532 w 6462955"/>
              <a:gd name="connsiteY95" fmla="*/ 5753325 h 5753325"/>
              <a:gd name="connsiteX96" fmla="*/ 1199955 w 6462955"/>
              <a:gd name="connsiteY96" fmla="*/ 5744831 h 5753325"/>
              <a:gd name="connsiteX97" fmla="*/ 1162337 w 6462955"/>
              <a:gd name="connsiteY97" fmla="*/ 5738048 h 5753325"/>
              <a:gd name="connsiteX98" fmla="*/ 1053457 w 6462955"/>
              <a:gd name="connsiteY98" fmla="*/ 5688676 h 5753325"/>
              <a:gd name="connsiteX99" fmla="*/ 1025798 w 6462955"/>
              <a:gd name="connsiteY99" fmla="*/ 5673166 h 5753325"/>
              <a:gd name="connsiteX100" fmla="*/ 947900 w 6462955"/>
              <a:gd name="connsiteY100" fmla="*/ 5657848 h 5753325"/>
              <a:gd name="connsiteX101" fmla="*/ 815627 w 6462955"/>
              <a:gd name="connsiteY101" fmla="*/ 5642557 h 5753325"/>
              <a:gd name="connsiteX102" fmla="*/ 788251 w 6462955"/>
              <a:gd name="connsiteY102" fmla="*/ 5637065 h 5753325"/>
              <a:gd name="connsiteX103" fmla="*/ 767822 w 6462955"/>
              <a:gd name="connsiteY103" fmla="*/ 5623450 h 5753325"/>
              <a:gd name="connsiteX104" fmla="*/ 765791 w 6462955"/>
              <a:gd name="connsiteY104" fmla="*/ 5612539 h 5753325"/>
              <a:gd name="connsiteX105" fmla="*/ 751230 w 6462955"/>
              <a:gd name="connsiteY105" fmla="*/ 5608092 h 5753325"/>
              <a:gd name="connsiteX106" fmla="*/ 748008 w 6462955"/>
              <a:gd name="connsiteY106" fmla="*/ 5605052 h 5753325"/>
              <a:gd name="connsiteX107" fmla="*/ 728871 w 6462955"/>
              <a:gd name="connsiteY107" fmla="*/ 5589469 h 5753325"/>
              <a:gd name="connsiteX108" fmla="*/ 671898 w 6462955"/>
              <a:gd name="connsiteY108" fmla="*/ 5602363 h 5753325"/>
              <a:gd name="connsiteX109" fmla="*/ 615065 w 6462955"/>
              <a:gd name="connsiteY109" fmla="*/ 5580257 h 5753325"/>
              <a:gd name="connsiteX110" fmla="*/ 355785 w 6462955"/>
              <a:gd name="connsiteY110" fmla="*/ 5514383 h 5753325"/>
              <a:gd name="connsiteX111" fmla="*/ 102269 w 6462955"/>
              <a:gd name="connsiteY111" fmla="*/ 5524347 h 5753325"/>
              <a:gd name="connsiteX112" fmla="*/ 13160 w 6462955"/>
              <a:gd name="connsiteY112" fmla="*/ 5514159 h 5753325"/>
              <a:gd name="connsiteX113" fmla="*/ 0 w 6462955"/>
              <a:gd name="connsiteY113" fmla="*/ 5511735 h 5753325"/>
              <a:gd name="connsiteX114" fmla="*/ 0 w 6462955"/>
              <a:gd name="connsiteY114" fmla="*/ 0 h 5753325"/>
              <a:gd name="connsiteX0" fmla="*/ 0 w 6459988"/>
              <a:gd name="connsiteY0" fmla="*/ 0 h 5753325"/>
              <a:gd name="connsiteX1" fmla="*/ 6438980 w 6459988"/>
              <a:gd name="connsiteY1" fmla="*/ 0 h 5753325"/>
              <a:gd name="connsiteX2" fmla="*/ 6439047 w 6459988"/>
              <a:gd name="connsiteY2" fmla="*/ 147 h 5753325"/>
              <a:gd name="connsiteX3" fmla="*/ 6443456 w 6459988"/>
              <a:gd name="connsiteY3" fmla="*/ 130105 h 5753325"/>
              <a:gd name="connsiteX4" fmla="*/ 6447632 w 6459988"/>
              <a:gd name="connsiteY4" fmla="*/ 170016 h 5753325"/>
              <a:gd name="connsiteX5" fmla="*/ 6396598 w 6459988"/>
              <a:gd name="connsiteY5" fmla="*/ 274847 h 5753325"/>
              <a:gd name="connsiteX6" fmla="*/ 6375685 w 6459988"/>
              <a:gd name="connsiteY6" fmla="*/ 535865 h 5753325"/>
              <a:gd name="connsiteX7" fmla="*/ 6354187 w 6459988"/>
              <a:gd name="connsiteY7" fmla="*/ 615799 h 5753325"/>
              <a:gd name="connsiteX8" fmla="*/ 6459988 w 6459988"/>
              <a:gd name="connsiteY8" fmla="*/ 707628 h 5753325"/>
              <a:gd name="connsiteX9" fmla="*/ 6453989 w 6459988"/>
              <a:gd name="connsiteY9" fmla="*/ 711876 h 5753325"/>
              <a:gd name="connsiteX10" fmla="*/ 6453209 w 6459988"/>
              <a:gd name="connsiteY10" fmla="*/ 719127 h 5753325"/>
              <a:gd name="connsiteX11" fmla="*/ 6344988 w 6459988"/>
              <a:gd name="connsiteY11" fmla="*/ 697330 h 5753325"/>
              <a:gd name="connsiteX12" fmla="*/ 6447445 w 6459988"/>
              <a:gd name="connsiteY12" fmla="*/ 780003 h 5753325"/>
              <a:gd name="connsiteX13" fmla="*/ 6426552 w 6459988"/>
              <a:gd name="connsiteY13" fmla="*/ 845805 h 5753325"/>
              <a:gd name="connsiteX14" fmla="*/ 6434072 w 6459988"/>
              <a:gd name="connsiteY14" fmla="*/ 910733 h 5753325"/>
              <a:gd name="connsiteX15" fmla="*/ 6432570 w 6459988"/>
              <a:gd name="connsiteY15" fmla="*/ 983394 h 5753325"/>
              <a:gd name="connsiteX16" fmla="*/ 6431878 w 6459988"/>
              <a:gd name="connsiteY16" fmla="*/ 1026728 h 5753325"/>
              <a:gd name="connsiteX17" fmla="*/ 6414269 w 6459988"/>
              <a:gd name="connsiteY17" fmla="*/ 1151111 h 5753325"/>
              <a:gd name="connsiteX18" fmla="*/ 6371722 w 6459988"/>
              <a:gd name="connsiteY18" fmla="*/ 1318080 h 5753325"/>
              <a:gd name="connsiteX19" fmla="*/ 6356023 w 6459988"/>
              <a:gd name="connsiteY19" fmla="*/ 1356227 h 5753325"/>
              <a:gd name="connsiteX20" fmla="*/ 6356157 w 6459988"/>
              <a:gd name="connsiteY20" fmla="*/ 1361967 h 5753325"/>
              <a:gd name="connsiteX21" fmla="*/ 6350613 w 6459988"/>
              <a:gd name="connsiteY21" fmla="*/ 1393569 h 5753325"/>
              <a:gd name="connsiteX22" fmla="*/ 6357062 w 6459988"/>
              <a:gd name="connsiteY22" fmla="*/ 1444071 h 5753325"/>
              <a:gd name="connsiteX23" fmla="*/ 6364832 w 6459988"/>
              <a:gd name="connsiteY23" fmla="*/ 1478763 h 5753325"/>
              <a:gd name="connsiteX24" fmla="*/ 6369745 w 6459988"/>
              <a:gd name="connsiteY24" fmla="*/ 1495680 h 5753325"/>
              <a:gd name="connsiteX25" fmla="*/ 6370898 w 6459988"/>
              <a:gd name="connsiteY25" fmla="*/ 1513331 h 5753325"/>
              <a:gd name="connsiteX26" fmla="*/ 6368801 w 6459988"/>
              <a:gd name="connsiteY26" fmla="*/ 1527414 h 5753325"/>
              <a:gd name="connsiteX27" fmla="*/ 6359177 w 6459988"/>
              <a:gd name="connsiteY27" fmla="*/ 1639513 h 5753325"/>
              <a:gd name="connsiteX28" fmla="*/ 6299489 w 6459988"/>
              <a:gd name="connsiteY28" fmla="*/ 1784860 h 5753325"/>
              <a:gd name="connsiteX29" fmla="*/ 6267878 w 6459988"/>
              <a:gd name="connsiteY29" fmla="*/ 1858572 h 5753325"/>
              <a:gd name="connsiteX30" fmla="*/ 6251146 w 6459988"/>
              <a:gd name="connsiteY30" fmla="*/ 1926167 h 5753325"/>
              <a:gd name="connsiteX31" fmla="*/ 6210686 w 6459988"/>
              <a:gd name="connsiteY31" fmla="*/ 2014834 h 5753325"/>
              <a:gd name="connsiteX32" fmla="*/ 6106652 w 6459988"/>
              <a:gd name="connsiteY32" fmla="*/ 2150572 h 5753325"/>
              <a:gd name="connsiteX33" fmla="*/ 6097813 w 6459988"/>
              <a:gd name="connsiteY33" fmla="*/ 2172208 h 5753325"/>
              <a:gd name="connsiteX34" fmla="*/ 6095990 w 6459988"/>
              <a:gd name="connsiteY34" fmla="*/ 2181185 h 5753325"/>
              <a:gd name="connsiteX35" fmla="*/ 6090126 w 6459988"/>
              <a:gd name="connsiteY35" fmla="*/ 2192533 h 5753325"/>
              <a:gd name="connsiteX36" fmla="*/ 6089503 w 6459988"/>
              <a:gd name="connsiteY36" fmla="*/ 2192543 h 5753325"/>
              <a:gd name="connsiteX37" fmla="*/ 6084946 w 6459988"/>
              <a:gd name="connsiteY37" fmla="*/ 2203694 h 5753325"/>
              <a:gd name="connsiteX38" fmla="*/ 5987861 w 6459988"/>
              <a:gd name="connsiteY38" fmla="*/ 2304868 h 5753325"/>
              <a:gd name="connsiteX39" fmla="*/ 5973439 w 6459988"/>
              <a:gd name="connsiteY39" fmla="*/ 2385635 h 5753325"/>
              <a:gd name="connsiteX40" fmla="*/ 5916727 w 6459988"/>
              <a:gd name="connsiteY40" fmla="*/ 2458777 h 5753325"/>
              <a:gd name="connsiteX41" fmla="*/ 5856524 w 6459988"/>
              <a:gd name="connsiteY41" fmla="*/ 2583281 h 5753325"/>
              <a:gd name="connsiteX42" fmla="*/ 5838091 w 6459988"/>
              <a:gd name="connsiteY42" fmla="*/ 2753474 h 5753325"/>
              <a:gd name="connsiteX43" fmla="*/ 5777471 w 6459988"/>
              <a:gd name="connsiteY43" fmla="*/ 2901570 h 5753325"/>
              <a:gd name="connsiteX44" fmla="*/ 5723992 w 6459988"/>
              <a:gd name="connsiteY44" fmla="*/ 2998752 h 5753325"/>
              <a:gd name="connsiteX45" fmla="*/ 5557886 w 6459988"/>
              <a:gd name="connsiteY45" fmla="*/ 3329735 h 5753325"/>
              <a:gd name="connsiteX46" fmla="*/ 5471501 w 6459988"/>
              <a:gd name="connsiteY46" fmla="*/ 3462221 h 5753325"/>
              <a:gd name="connsiteX47" fmla="*/ 5465154 w 6459988"/>
              <a:gd name="connsiteY47" fmla="*/ 3541065 h 5753325"/>
              <a:gd name="connsiteX48" fmla="*/ 5437889 w 6459988"/>
              <a:gd name="connsiteY48" fmla="*/ 3559927 h 5753325"/>
              <a:gd name="connsiteX49" fmla="*/ 5432770 w 6459988"/>
              <a:gd name="connsiteY49" fmla="*/ 3562948 h 5753325"/>
              <a:gd name="connsiteX50" fmla="*/ 5406795 w 6459988"/>
              <a:gd name="connsiteY50" fmla="*/ 3578594 h 5753325"/>
              <a:gd name="connsiteX51" fmla="*/ 5381495 w 6459988"/>
              <a:gd name="connsiteY51" fmla="*/ 3599883 h 5753325"/>
              <a:gd name="connsiteX52" fmla="*/ 5363689 w 6459988"/>
              <a:gd name="connsiteY52" fmla="*/ 3633299 h 5753325"/>
              <a:gd name="connsiteX53" fmla="*/ 5291870 w 6459988"/>
              <a:gd name="connsiteY53" fmla="*/ 3799039 h 5753325"/>
              <a:gd name="connsiteX54" fmla="*/ 5241600 w 6459988"/>
              <a:gd name="connsiteY54" fmla="*/ 3894238 h 5753325"/>
              <a:gd name="connsiteX55" fmla="*/ 5211041 w 6459988"/>
              <a:gd name="connsiteY55" fmla="*/ 3924184 h 5753325"/>
              <a:gd name="connsiteX56" fmla="*/ 5176073 w 6459988"/>
              <a:gd name="connsiteY56" fmla="*/ 3970179 h 5753325"/>
              <a:gd name="connsiteX57" fmla="*/ 5172826 w 6459988"/>
              <a:gd name="connsiteY57" fmla="*/ 3991773 h 5753325"/>
              <a:gd name="connsiteX58" fmla="*/ 5157053 w 6459988"/>
              <a:gd name="connsiteY58" fmla="*/ 3997708 h 5753325"/>
              <a:gd name="connsiteX59" fmla="*/ 5127922 w 6459988"/>
              <a:gd name="connsiteY59" fmla="*/ 4022660 h 5753325"/>
              <a:gd name="connsiteX60" fmla="*/ 5020872 w 6459988"/>
              <a:gd name="connsiteY60" fmla="*/ 4075951 h 5753325"/>
              <a:gd name="connsiteX61" fmla="*/ 4991410 w 6459988"/>
              <a:gd name="connsiteY61" fmla="*/ 4087598 h 5753325"/>
              <a:gd name="connsiteX62" fmla="*/ 4930112 w 6459988"/>
              <a:gd name="connsiteY62" fmla="*/ 4138459 h 5753325"/>
              <a:gd name="connsiteX63" fmla="*/ 4834224 w 6459988"/>
              <a:gd name="connsiteY63" fmla="*/ 4231643 h 5753325"/>
              <a:gd name="connsiteX64" fmla="*/ 4812599 w 6459988"/>
              <a:gd name="connsiteY64" fmla="*/ 4249449 h 5753325"/>
              <a:gd name="connsiteX65" fmla="*/ 4789188 w 6459988"/>
              <a:gd name="connsiteY65" fmla="*/ 4256678 h 5753325"/>
              <a:gd name="connsiteX66" fmla="*/ 4779554 w 6459988"/>
              <a:gd name="connsiteY66" fmla="*/ 4251313 h 5753325"/>
              <a:gd name="connsiteX67" fmla="*/ 4766885 w 6459988"/>
              <a:gd name="connsiteY67" fmla="*/ 4259812 h 5753325"/>
              <a:gd name="connsiteX68" fmla="*/ 4762510 w 6459988"/>
              <a:gd name="connsiteY68" fmla="*/ 4260383 h 5753325"/>
              <a:gd name="connsiteX69" fmla="*/ 4738416 w 6459988"/>
              <a:gd name="connsiteY69" fmla="*/ 4265355 h 5753325"/>
              <a:gd name="connsiteX70" fmla="*/ 4712007 w 6459988"/>
              <a:gd name="connsiteY70" fmla="*/ 4317892 h 5753325"/>
              <a:gd name="connsiteX71" fmla="*/ 4658930 w 6459988"/>
              <a:gd name="connsiteY71" fmla="*/ 4348041 h 5753325"/>
              <a:gd name="connsiteX72" fmla="*/ 4443526 w 6459988"/>
              <a:gd name="connsiteY72" fmla="*/ 4507851 h 5753325"/>
              <a:gd name="connsiteX73" fmla="*/ 4289766 w 6459988"/>
              <a:gd name="connsiteY73" fmla="*/ 4711450 h 5753325"/>
              <a:gd name="connsiteX74" fmla="*/ 4150870 w 6459988"/>
              <a:gd name="connsiteY74" fmla="*/ 4818480 h 5753325"/>
              <a:gd name="connsiteX75" fmla="*/ 4006639 w 6459988"/>
              <a:gd name="connsiteY75" fmla="*/ 4933815 h 5753325"/>
              <a:gd name="connsiteX76" fmla="*/ 3298210 w 6459988"/>
              <a:gd name="connsiteY76" fmla="*/ 5070790 h 5753325"/>
              <a:gd name="connsiteX77" fmla="*/ 2947678 w 6459988"/>
              <a:gd name="connsiteY77" fmla="*/ 5117869 h 5753325"/>
              <a:gd name="connsiteX78" fmla="*/ 2822169 w 6459988"/>
              <a:gd name="connsiteY78" fmla="*/ 5129396 h 5753325"/>
              <a:gd name="connsiteX79" fmla="*/ 2538773 w 6459988"/>
              <a:gd name="connsiteY79" fmla="*/ 5313397 h 5753325"/>
              <a:gd name="connsiteX80" fmla="*/ 2014500 w 6459988"/>
              <a:gd name="connsiteY80" fmla="*/ 5519744 h 5753325"/>
              <a:gd name="connsiteX81" fmla="*/ 1934391 w 6459988"/>
              <a:gd name="connsiteY81" fmla="*/ 5591335 h 5753325"/>
              <a:gd name="connsiteX82" fmla="*/ 1892550 w 6459988"/>
              <a:gd name="connsiteY82" fmla="*/ 5649708 h 5753325"/>
              <a:gd name="connsiteX83" fmla="*/ 1854769 w 6459988"/>
              <a:gd name="connsiteY83" fmla="*/ 5647691 h 5753325"/>
              <a:gd name="connsiteX84" fmla="*/ 1809461 w 6459988"/>
              <a:gd name="connsiteY84" fmla="*/ 5648628 h 5753325"/>
              <a:gd name="connsiteX85" fmla="*/ 1745150 w 6459988"/>
              <a:gd name="connsiteY85" fmla="*/ 5693879 h 5753325"/>
              <a:gd name="connsiteX86" fmla="*/ 1713375 w 6459988"/>
              <a:gd name="connsiteY86" fmla="*/ 5684672 h 5753325"/>
              <a:gd name="connsiteX87" fmla="*/ 1707808 w 6459988"/>
              <a:gd name="connsiteY87" fmla="*/ 5682611 h 5753325"/>
              <a:gd name="connsiteX88" fmla="*/ 1679313 w 6459988"/>
              <a:gd name="connsiteY88" fmla="*/ 5672360 h 5753325"/>
              <a:gd name="connsiteX89" fmla="*/ 1646933 w 6459988"/>
              <a:gd name="connsiteY89" fmla="*/ 5666227 h 5753325"/>
              <a:gd name="connsiteX90" fmla="*/ 1610055 w 6459988"/>
              <a:gd name="connsiteY90" fmla="*/ 5673643 h 5753325"/>
              <a:gd name="connsiteX91" fmla="*/ 1437641 w 6459988"/>
              <a:gd name="connsiteY91" fmla="*/ 5723266 h 5753325"/>
              <a:gd name="connsiteX92" fmla="*/ 1332869 w 6459988"/>
              <a:gd name="connsiteY92" fmla="*/ 5744752 h 5753325"/>
              <a:gd name="connsiteX93" fmla="*/ 1290525 w 6459988"/>
              <a:gd name="connsiteY93" fmla="*/ 5740036 h 5753325"/>
              <a:gd name="connsiteX94" fmla="*/ 1233107 w 6459988"/>
              <a:gd name="connsiteY94" fmla="*/ 5742106 h 5753325"/>
              <a:gd name="connsiteX95" fmla="*/ 1214532 w 6459988"/>
              <a:gd name="connsiteY95" fmla="*/ 5753325 h 5753325"/>
              <a:gd name="connsiteX96" fmla="*/ 1199955 w 6459988"/>
              <a:gd name="connsiteY96" fmla="*/ 5744831 h 5753325"/>
              <a:gd name="connsiteX97" fmla="*/ 1162337 w 6459988"/>
              <a:gd name="connsiteY97" fmla="*/ 5738048 h 5753325"/>
              <a:gd name="connsiteX98" fmla="*/ 1053457 w 6459988"/>
              <a:gd name="connsiteY98" fmla="*/ 5688676 h 5753325"/>
              <a:gd name="connsiteX99" fmla="*/ 1025798 w 6459988"/>
              <a:gd name="connsiteY99" fmla="*/ 5673166 h 5753325"/>
              <a:gd name="connsiteX100" fmla="*/ 947900 w 6459988"/>
              <a:gd name="connsiteY100" fmla="*/ 5657848 h 5753325"/>
              <a:gd name="connsiteX101" fmla="*/ 815627 w 6459988"/>
              <a:gd name="connsiteY101" fmla="*/ 5642557 h 5753325"/>
              <a:gd name="connsiteX102" fmla="*/ 788251 w 6459988"/>
              <a:gd name="connsiteY102" fmla="*/ 5637065 h 5753325"/>
              <a:gd name="connsiteX103" fmla="*/ 767822 w 6459988"/>
              <a:gd name="connsiteY103" fmla="*/ 5623450 h 5753325"/>
              <a:gd name="connsiteX104" fmla="*/ 765791 w 6459988"/>
              <a:gd name="connsiteY104" fmla="*/ 5612539 h 5753325"/>
              <a:gd name="connsiteX105" fmla="*/ 751230 w 6459988"/>
              <a:gd name="connsiteY105" fmla="*/ 5608092 h 5753325"/>
              <a:gd name="connsiteX106" fmla="*/ 748008 w 6459988"/>
              <a:gd name="connsiteY106" fmla="*/ 5605052 h 5753325"/>
              <a:gd name="connsiteX107" fmla="*/ 728871 w 6459988"/>
              <a:gd name="connsiteY107" fmla="*/ 5589469 h 5753325"/>
              <a:gd name="connsiteX108" fmla="*/ 671898 w 6459988"/>
              <a:gd name="connsiteY108" fmla="*/ 5602363 h 5753325"/>
              <a:gd name="connsiteX109" fmla="*/ 615065 w 6459988"/>
              <a:gd name="connsiteY109" fmla="*/ 5580257 h 5753325"/>
              <a:gd name="connsiteX110" fmla="*/ 355785 w 6459988"/>
              <a:gd name="connsiteY110" fmla="*/ 5514383 h 5753325"/>
              <a:gd name="connsiteX111" fmla="*/ 102269 w 6459988"/>
              <a:gd name="connsiteY111" fmla="*/ 5524347 h 5753325"/>
              <a:gd name="connsiteX112" fmla="*/ 13160 w 6459988"/>
              <a:gd name="connsiteY112" fmla="*/ 5514159 h 5753325"/>
              <a:gd name="connsiteX113" fmla="*/ 0 w 6459988"/>
              <a:gd name="connsiteY113" fmla="*/ 5511735 h 5753325"/>
              <a:gd name="connsiteX114" fmla="*/ 0 w 6459988"/>
              <a:gd name="connsiteY114" fmla="*/ 0 h 5753325"/>
              <a:gd name="connsiteX0" fmla="*/ 0 w 6459988"/>
              <a:gd name="connsiteY0" fmla="*/ 0 h 5753325"/>
              <a:gd name="connsiteX1" fmla="*/ 6438980 w 6459988"/>
              <a:gd name="connsiteY1" fmla="*/ 0 h 5753325"/>
              <a:gd name="connsiteX2" fmla="*/ 6439047 w 6459988"/>
              <a:gd name="connsiteY2" fmla="*/ 147 h 5753325"/>
              <a:gd name="connsiteX3" fmla="*/ 6443456 w 6459988"/>
              <a:gd name="connsiteY3" fmla="*/ 130105 h 5753325"/>
              <a:gd name="connsiteX4" fmla="*/ 6447632 w 6459988"/>
              <a:gd name="connsiteY4" fmla="*/ 170016 h 5753325"/>
              <a:gd name="connsiteX5" fmla="*/ 6396598 w 6459988"/>
              <a:gd name="connsiteY5" fmla="*/ 274847 h 5753325"/>
              <a:gd name="connsiteX6" fmla="*/ 6375685 w 6459988"/>
              <a:gd name="connsiteY6" fmla="*/ 535865 h 5753325"/>
              <a:gd name="connsiteX7" fmla="*/ 6354187 w 6459988"/>
              <a:gd name="connsiteY7" fmla="*/ 615799 h 5753325"/>
              <a:gd name="connsiteX8" fmla="*/ 6459988 w 6459988"/>
              <a:gd name="connsiteY8" fmla="*/ 707628 h 5753325"/>
              <a:gd name="connsiteX9" fmla="*/ 6453989 w 6459988"/>
              <a:gd name="connsiteY9" fmla="*/ 711876 h 5753325"/>
              <a:gd name="connsiteX10" fmla="*/ 6344988 w 6459988"/>
              <a:gd name="connsiteY10" fmla="*/ 697330 h 5753325"/>
              <a:gd name="connsiteX11" fmla="*/ 6447445 w 6459988"/>
              <a:gd name="connsiteY11" fmla="*/ 780003 h 5753325"/>
              <a:gd name="connsiteX12" fmla="*/ 6426552 w 6459988"/>
              <a:gd name="connsiteY12" fmla="*/ 845805 h 5753325"/>
              <a:gd name="connsiteX13" fmla="*/ 6434072 w 6459988"/>
              <a:gd name="connsiteY13" fmla="*/ 910733 h 5753325"/>
              <a:gd name="connsiteX14" fmla="*/ 6432570 w 6459988"/>
              <a:gd name="connsiteY14" fmla="*/ 983394 h 5753325"/>
              <a:gd name="connsiteX15" fmla="*/ 6431878 w 6459988"/>
              <a:gd name="connsiteY15" fmla="*/ 1026728 h 5753325"/>
              <a:gd name="connsiteX16" fmla="*/ 6414269 w 6459988"/>
              <a:gd name="connsiteY16" fmla="*/ 1151111 h 5753325"/>
              <a:gd name="connsiteX17" fmla="*/ 6371722 w 6459988"/>
              <a:gd name="connsiteY17" fmla="*/ 1318080 h 5753325"/>
              <a:gd name="connsiteX18" fmla="*/ 6356023 w 6459988"/>
              <a:gd name="connsiteY18" fmla="*/ 1356227 h 5753325"/>
              <a:gd name="connsiteX19" fmla="*/ 6356157 w 6459988"/>
              <a:gd name="connsiteY19" fmla="*/ 1361967 h 5753325"/>
              <a:gd name="connsiteX20" fmla="*/ 6350613 w 6459988"/>
              <a:gd name="connsiteY20" fmla="*/ 1393569 h 5753325"/>
              <a:gd name="connsiteX21" fmla="*/ 6357062 w 6459988"/>
              <a:gd name="connsiteY21" fmla="*/ 1444071 h 5753325"/>
              <a:gd name="connsiteX22" fmla="*/ 6364832 w 6459988"/>
              <a:gd name="connsiteY22" fmla="*/ 1478763 h 5753325"/>
              <a:gd name="connsiteX23" fmla="*/ 6369745 w 6459988"/>
              <a:gd name="connsiteY23" fmla="*/ 1495680 h 5753325"/>
              <a:gd name="connsiteX24" fmla="*/ 6370898 w 6459988"/>
              <a:gd name="connsiteY24" fmla="*/ 1513331 h 5753325"/>
              <a:gd name="connsiteX25" fmla="*/ 6368801 w 6459988"/>
              <a:gd name="connsiteY25" fmla="*/ 1527414 h 5753325"/>
              <a:gd name="connsiteX26" fmla="*/ 6359177 w 6459988"/>
              <a:gd name="connsiteY26" fmla="*/ 1639513 h 5753325"/>
              <a:gd name="connsiteX27" fmla="*/ 6299489 w 6459988"/>
              <a:gd name="connsiteY27" fmla="*/ 1784860 h 5753325"/>
              <a:gd name="connsiteX28" fmla="*/ 6267878 w 6459988"/>
              <a:gd name="connsiteY28" fmla="*/ 1858572 h 5753325"/>
              <a:gd name="connsiteX29" fmla="*/ 6251146 w 6459988"/>
              <a:gd name="connsiteY29" fmla="*/ 1926167 h 5753325"/>
              <a:gd name="connsiteX30" fmla="*/ 6210686 w 6459988"/>
              <a:gd name="connsiteY30" fmla="*/ 2014834 h 5753325"/>
              <a:gd name="connsiteX31" fmla="*/ 6106652 w 6459988"/>
              <a:gd name="connsiteY31" fmla="*/ 2150572 h 5753325"/>
              <a:gd name="connsiteX32" fmla="*/ 6097813 w 6459988"/>
              <a:gd name="connsiteY32" fmla="*/ 2172208 h 5753325"/>
              <a:gd name="connsiteX33" fmla="*/ 6095990 w 6459988"/>
              <a:gd name="connsiteY33" fmla="*/ 2181185 h 5753325"/>
              <a:gd name="connsiteX34" fmla="*/ 6090126 w 6459988"/>
              <a:gd name="connsiteY34" fmla="*/ 2192533 h 5753325"/>
              <a:gd name="connsiteX35" fmla="*/ 6089503 w 6459988"/>
              <a:gd name="connsiteY35" fmla="*/ 2192543 h 5753325"/>
              <a:gd name="connsiteX36" fmla="*/ 6084946 w 6459988"/>
              <a:gd name="connsiteY36" fmla="*/ 2203694 h 5753325"/>
              <a:gd name="connsiteX37" fmla="*/ 5987861 w 6459988"/>
              <a:gd name="connsiteY37" fmla="*/ 2304868 h 5753325"/>
              <a:gd name="connsiteX38" fmla="*/ 5973439 w 6459988"/>
              <a:gd name="connsiteY38" fmla="*/ 2385635 h 5753325"/>
              <a:gd name="connsiteX39" fmla="*/ 5916727 w 6459988"/>
              <a:gd name="connsiteY39" fmla="*/ 2458777 h 5753325"/>
              <a:gd name="connsiteX40" fmla="*/ 5856524 w 6459988"/>
              <a:gd name="connsiteY40" fmla="*/ 2583281 h 5753325"/>
              <a:gd name="connsiteX41" fmla="*/ 5838091 w 6459988"/>
              <a:gd name="connsiteY41" fmla="*/ 2753474 h 5753325"/>
              <a:gd name="connsiteX42" fmla="*/ 5777471 w 6459988"/>
              <a:gd name="connsiteY42" fmla="*/ 2901570 h 5753325"/>
              <a:gd name="connsiteX43" fmla="*/ 5723992 w 6459988"/>
              <a:gd name="connsiteY43" fmla="*/ 2998752 h 5753325"/>
              <a:gd name="connsiteX44" fmla="*/ 5557886 w 6459988"/>
              <a:gd name="connsiteY44" fmla="*/ 3329735 h 5753325"/>
              <a:gd name="connsiteX45" fmla="*/ 5471501 w 6459988"/>
              <a:gd name="connsiteY45" fmla="*/ 3462221 h 5753325"/>
              <a:gd name="connsiteX46" fmla="*/ 5465154 w 6459988"/>
              <a:gd name="connsiteY46" fmla="*/ 3541065 h 5753325"/>
              <a:gd name="connsiteX47" fmla="*/ 5437889 w 6459988"/>
              <a:gd name="connsiteY47" fmla="*/ 3559927 h 5753325"/>
              <a:gd name="connsiteX48" fmla="*/ 5432770 w 6459988"/>
              <a:gd name="connsiteY48" fmla="*/ 3562948 h 5753325"/>
              <a:gd name="connsiteX49" fmla="*/ 5406795 w 6459988"/>
              <a:gd name="connsiteY49" fmla="*/ 3578594 h 5753325"/>
              <a:gd name="connsiteX50" fmla="*/ 5381495 w 6459988"/>
              <a:gd name="connsiteY50" fmla="*/ 3599883 h 5753325"/>
              <a:gd name="connsiteX51" fmla="*/ 5363689 w 6459988"/>
              <a:gd name="connsiteY51" fmla="*/ 3633299 h 5753325"/>
              <a:gd name="connsiteX52" fmla="*/ 5291870 w 6459988"/>
              <a:gd name="connsiteY52" fmla="*/ 3799039 h 5753325"/>
              <a:gd name="connsiteX53" fmla="*/ 5241600 w 6459988"/>
              <a:gd name="connsiteY53" fmla="*/ 3894238 h 5753325"/>
              <a:gd name="connsiteX54" fmla="*/ 5211041 w 6459988"/>
              <a:gd name="connsiteY54" fmla="*/ 3924184 h 5753325"/>
              <a:gd name="connsiteX55" fmla="*/ 5176073 w 6459988"/>
              <a:gd name="connsiteY55" fmla="*/ 3970179 h 5753325"/>
              <a:gd name="connsiteX56" fmla="*/ 5172826 w 6459988"/>
              <a:gd name="connsiteY56" fmla="*/ 3991773 h 5753325"/>
              <a:gd name="connsiteX57" fmla="*/ 5157053 w 6459988"/>
              <a:gd name="connsiteY57" fmla="*/ 3997708 h 5753325"/>
              <a:gd name="connsiteX58" fmla="*/ 5127922 w 6459988"/>
              <a:gd name="connsiteY58" fmla="*/ 4022660 h 5753325"/>
              <a:gd name="connsiteX59" fmla="*/ 5020872 w 6459988"/>
              <a:gd name="connsiteY59" fmla="*/ 4075951 h 5753325"/>
              <a:gd name="connsiteX60" fmla="*/ 4991410 w 6459988"/>
              <a:gd name="connsiteY60" fmla="*/ 4087598 h 5753325"/>
              <a:gd name="connsiteX61" fmla="*/ 4930112 w 6459988"/>
              <a:gd name="connsiteY61" fmla="*/ 4138459 h 5753325"/>
              <a:gd name="connsiteX62" fmla="*/ 4834224 w 6459988"/>
              <a:gd name="connsiteY62" fmla="*/ 4231643 h 5753325"/>
              <a:gd name="connsiteX63" fmla="*/ 4812599 w 6459988"/>
              <a:gd name="connsiteY63" fmla="*/ 4249449 h 5753325"/>
              <a:gd name="connsiteX64" fmla="*/ 4789188 w 6459988"/>
              <a:gd name="connsiteY64" fmla="*/ 4256678 h 5753325"/>
              <a:gd name="connsiteX65" fmla="*/ 4779554 w 6459988"/>
              <a:gd name="connsiteY65" fmla="*/ 4251313 h 5753325"/>
              <a:gd name="connsiteX66" fmla="*/ 4766885 w 6459988"/>
              <a:gd name="connsiteY66" fmla="*/ 4259812 h 5753325"/>
              <a:gd name="connsiteX67" fmla="*/ 4762510 w 6459988"/>
              <a:gd name="connsiteY67" fmla="*/ 4260383 h 5753325"/>
              <a:gd name="connsiteX68" fmla="*/ 4738416 w 6459988"/>
              <a:gd name="connsiteY68" fmla="*/ 4265355 h 5753325"/>
              <a:gd name="connsiteX69" fmla="*/ 4712007 w 6459988"/>
              <a:gd name="connsiteY69" fmla="*/ 4317892 h 5753325"/>
              <a:gd name="connsiteX70" fmla="*/ 4658930 w 6459988"/>
              <a:gd name="connsiteY70" fmla="*/ 4348041 h 5753325"/>
              <a:gd name="connsiteX71" fmla="*/ 4443526 w 6459988"/>
              <a:gd name="connsiteY71" fmla="*/ 4507851 h 5753325"/>
              <a:gd name="connsiteX72" fmla="*/ 4289766 w 6459988"/>
              <a:gd name="connsiteY72" fmla="*/ 4711450 h 5753325"/>
              <a:gd name="connsiteX73" fmla="*/ 4150870 w 6459988"/>
              <a:gd name="connsiteY73" fmla="*/ 4818480 h 5753325"/>
              <a:gd name="connsiteX74" fmla="*/ 4006639 w 6459988"/>
              <a:gd name="connsiteY74" fmla="*/ 4933815 h 5753325"/>
              <a:gd name="connsiteX75" fmla="*/ 3298210 w 6459988"/>
              <a:gd name="connsiteY75" fmla="*/ 5070790 h 5753325"/>
              <a:gd name="connsiteX76" fmla="*/ 2947678 w 6459988"/>
              <a:gd name="connsiteY76" fmla="*/ 5117869 h 5753325"/>
              <a:gd name="connsiteX77" fmla="*/ 2822169 w 6459988"/>
              <a:gd name="connsiteY77" fmla="*/ 5129396 h 5753325"/>
              <a:gd name="connsiteX78" fmla="*/ 2538773 w 6459988"/>
              <a:gd name="connsiteY78" fmla="*/ 5313397 h 5753325"/>
              <a:gd name="connsiteX79" fmla="*/ 2014500 w 6459988"/>
              <a:gd name="connsiteY79" fmla="*/ 5519744 h 5753325"/>
              <a:gd name="connsiteX80" fmla="*/ 1934391 w 6459988"/>
              <a:gd name="connsiteY80" fmla="*/ 5591335 h 5753325"/>
              <a:gd name="connsiteX81" fmla="*/ 1892550 w 6459988"/>
              <a:gd name="connsiteY81" fmla="*/ 5649708 h 5753325"/>
              <a:gd name="connsiteX82" fmla="*/ 1854769 w 6459988"/>
              <a:gd name="connsiteY82" fmla="*/ 5647691 h 5753325"/>
              <a:gd name="connsiteX83" fmla="*/ 1809461 w 6459988"/>
              <a:gd name="connsiteY83" fmla="*/ 5648628 h 5753325"/>
              <a:gd name="connsiteX84" fmla="*/ 1745150 w 6459988"/>
              <a:gd name="connsiteY84" fmla="*/ 5693879 h 5753325"/>
              <a:gd name="connsiteX85" fmla="*/ 1713375 w 6459988"/>
              <a:gd name="connsiteY85" fmla="*/ 5684672 h 5753325"/>
              <a:gd name="connsiteX86" fmla="*/ 1707808 w 6459988"/>
              <a:gd name="connsiteY86" fmla="*/ 5682611 h 5753325"/>
              <a:gd name="connsiteX87" fmla="*/ 1679313 w 6459988"/>
              <a:gd name="connsiteY87" fmla="*/ 5672360 h 5753325"/>
              <a:gd name="connsiteX88" fmla="*/ 1646933 w 6459988"/>
              <a:gd name="connsiteY88" fmla="*/ 5666227 h 5753325"/>
              <a:gd name="connsiteX89" fmla="*/ 1610055 w 6459988"/>
              <a:gd name="connsiteY89" fmla="*/ 5673643 h 5753325"/>
              <a:gd name="connsiteX90" fmla="*/ 1437641 w 6459988"/>
              <a:gd name="connsiteY90" fmla="*/ 5723266 h 5753325"/>
              <a:gd name="connsiteX91" fmla="*/ 1332869 w 6459988"/>
              <a:gd name="connsiteY91" fmla="*/ 5744752 h 5753325"/>
              <a:gd name="connsiteX92" fmla="*/ 1290525 w 6459988"/>
              <a:gd name="connsiteY92" fmla="*/ 5740036 h 5753325"/>
              <a:gd name="connsiteX93" fmla="*/ 1233107 w 6459988"/>
              <a:gd name="connsiteY93" fmla="*/ 5742106 h 5753325"/>
              <a:gd name="connsiteX94" fmla="*/ 1214532 w 6459988"/>
              <a:gd name="connsiteY94" fmla="*/ 5753325 h 5753325"/>
              <a:gd name="connsiteX95" fmla="*/ 1199955 w 6459988"/>
              <a:gd name="connsiteY95" fmla="*/ 5744831 h 5753325"/>
              <a:gd name="connsiteX96" fmla="*/ 1162337 w 6459988"/>
              <a:gd name="connsiteY96" fmla="*/ 5738048 h 5753325"/>
              <a:gd name="connsiteX97" fmla="*/ 1053457 w 6459988"/>
              <a:gd name="connsiteY97" fmla="*/ 5688676 h 5753325"/>
              <a:gd name="connsiteX98" fmla="*/ 1025798 w 6459988"/>
              <a:gd name="connsiteY98" fmla="*/ 5673166 h 5753325"/>
              <a:gd name="connsiteX99" fmla="*/ 947900 w 6459988"/>
              <a:gd name="connsiteY99" fmla="*/ 5657848 h 5753325"/>
              <a:gd name="connsiteX100" fmla="*/ 815627 w 6459988"/>
              <a:gd name="connsiteY100" fmla="*/ 5642557 h 5753325"/>
              <a:gd name="connsiteX101" fmla="*/ 788251 w 6459988"/>
              <a:gd name="connsiteY101" fmla="*/ 5637065 h 5753325"/>
              <a:gd name="connsiteX102" fmla="*/ 767822 w 6459988"/>
              <a:gd name="connsiteY102" fmla="*/ 5623450 h 5753325"/>
              <a:gd name="connsiteX103" fmla="*/ 765791 w 6459988"/>
              <a:gd name="connsiteY103" fmla="*/ 5612539 h 5753325"/>
              <a:gd name="connsiteX104" fmla="*/ 751230 w 6459988"/>
              <a:gd name="connsiteY104" fmla="*/ 5608092 h 5753325"/>
              <a:gd name="connsiteX105" fmla="*/ 748008 w 6459988"/>
              <a:gd name="connsiteY105" fmla="*/ 5605052 h 5753325"/>
              <a:gd name="connsiteX106" fmla="*/ 728871 w 6459988"/>
              <a:gd name="connsiteY106" fmla="*/ 5589469 h 5753325"/>
              <a:gd name="connsiteX107" fmla="*/ 671898 w 6459988"/>
              <a:gd name="connsiteY107" fmla="*/ 5602363 h 5753325"/>
              <a:gd name="connsiteX108" fmla="*/ 615065 w 6459988"/>
              <a:gd name="connsiteY108" fmla="*/ 5580257 h 5753325"/>
              <a:gd name="connsiteX109" fmla="*/ 355785 w 6459988"/>
              <a:gd name="connsiteY109" fmla="*/ 5514383 h 5753325"/>
              <a:gd name="connsiteX110" fmla="*/ 102269 w 6459988"/>
              <a:gd name="connsiteY110" fmla="*/ 5524347 h 5753325"/>
              <a:gd name="connsiteX111" fmla="*/ 13160 w 6459988"/>
              <a:gd name="connsiteY111" fmla="*/ 5514159 h 5753325"/>
              <a:gd name="connsiteX112" fmla="*/ 0 w 6459988"/>
              <a:gd name="connsiteY112" fmla="*/ 5511735 h 5753325"/>
              <a:gd name="connsiteX113" fmla="*/ 0 w 6459988"/>
              <a:gd name="connsiteY113" fmla="*/ 0 h 5753325"/>
              <a:gd name="connsiteX0" fmla="*/ 0 w 6459988"/>
              <a:gd name="connsiteY0" fmla="*/ 0 h 5753325"/>
              <a:gd name="connsiteX1" fmla="*/ 6438980 w 6459988"/>
              <a:gd name="connsiteY1" fmla="*/ 0 h 5753325"/>
              <a:gd name="connsiteX2" fmla="*/ 6439047 w 6459988"/>
              <a:gd name="connsiteY2" fmla="*/ 147 h 5753325"/>
              <a:gd name="connsiteX3" fmla="*/ 6443456 w 6459988"/>
              <a:gd name="connsiteY3" fmla="*/ 130105 h 5753325"/>
              <a:gd name="connsiteX4" fmla="*/ 6447632 w 6459988"/>
              <a:gd name="connsiteY4" fmla="*/ 170016 h 5753325"/>
              <a:gd name="connsiteX5" fmla="*/ 6396598 w 6459988"/>
              <a:gd name="connsiteY5" fmla="*/ 274847 h 5753325"/>
              <a:gd name="connsiteX6" fmla="*/ 6375685 w 6459988"/>
              <a:gd name="connsiteY6" fmla="*/ 535865 h 5753325"/>
              <a:gd name="connsiteX7" fmla="*/ 6354187 w 6459988"/>
              <a:gd name="connsiteY7" fmla="*/ 615799 h 5753325"/>
              <a:gd name="connsiteX8" fmla="*/ 6459988 w 6459988"/>
              <a:gd name="connsiteY8" fmla="*/ 707628 h 5753325"/>
              <a:gd name="connsiteX9" fmla="*/ 6344988 w 6459988"/>
              <a:gd name="connsiteY9" fmla="*/ 697330 h 5753325"/>
              <a:gd name="connsiteX10" fmla="*/ 6447445 w 6459988"/>
              <a:gd name="connsiteY10" fmla="*/ 780003 h 5753325"/>
              <a:gd name="connsiteX11" fmla="*/ 6426552 w 6459988"/>
              <a:gd name="connsiteY11" fmla="*/ 845805 h 5753325"/>
              <a:gd name="connsiteX12" fmla="*/ 6434072 w 6459988"/>
              <a:gd name="connsiteY12" fmla="*/ 910733 h 5753325"/>
              <a:gd name="connsiteX13" fmla="*/ 6432570 w 6459988"/>
              <a:gd name="connsiteY13" fmla="*/ 983394 h 5753325"/>
              <a:gd name="connsiteX14" fmla="*/ 6431878 w 6459988"/>
              <a:gd name="connsiteY14" fmla="*/ 1026728 h 5753325"/>
              <a:gd name="connsiteX15" fmla="*/ 6414269 w 6459988"/>
              <a:gd name="connsiteY15" fmla="*/ 1151111 h 5753325"/>
              <a:gd name="connsiteX16" fmla="*/ 6371722 w 6459988"/>
              <a:gd name="connsiteY16" fmla="*/ 1318080 h 5753325"/>
              <a:gd name="connsiteX17" fmla="*/ 6356023 w 6459988"/>
              <a:gd name="connsiteY17" fmla="*/ 1356227 h 5753325"/>
              <a:gd name="connsiteX18" fmla="*/ 6356157 w 6459988"/>
              <a:gd name="connsiteY18" fmla="*/ 1361967 h 5753325"/>
              <a:gd name="connsiteX19" fmla="*/ 6350613 w 6459988"/>
              <a:gd name="connsiteY19" fmla="*/ 1393569 h 5753325"/>
              <a:gd name="connsiteX20" fmla="*/ 6357062 w 6459988"/>
              <a:gd name="connsiteY20" fmla="*/ 1444071 h 5753325"/>
              <a:gd name="connsiteX21" fmla="*/ 6364832 w 6459988"/>
              <a:gd name="connsiteY21" fmla="*/ 1478763 h 5753325"/>
              <a:gd name="connsiteX22" fmla="*/ 6369745 w 6459988"/>
              <a:gd name="connsiteY22" fmla="*/ 1495680 h 5753325"/>
              <a:gd name="connsiteX23" fmla="*/ 6370898 w 6459988"/>
              <a:gd name="connsiteY23" fmla="*/ 1513331 h 5753325"/>
              <a:gd name="connsiteX24" fmla="*/ 6368801 w 6459988"/>
              <a:gd name="connsiteY24" fmla="*/ 1527414 h 5753325"/>
              <a:gd name="connsiteX25" fmla="*/ 6359177 w 6459988"/>
              <a:gd name="connsiteY25" fmla="*/ 1639513 h 5753325"/>
              <a:gd name="connsiteX26" fmla="*/ 6299489 w 6459988"/>
              <a:gd name="connsiteY26" fmla="*/ 1784860 h 5753325"/>
              <a:gd name="connsiteX27" fmla="*/ 6267878 w 6459988"/>
              <a:gd name="connsiteY27" fmla="*/ 1858572 h 5753325"/>
              <a:gd name="connsiteX28" fmla="*/ 6251146 w 6459988"/>
              <a:gd name="connsiteY28" fmla="*/ 1926167 h 5753325"/>
              <a:gd name="connsiteX29" fmla="*/ 6210686 w 6459988"/>
              <a:gd name="connsiteY29" fmla="*/ 2014834 h 5753325"/>
              <a:gd name="connsiteX30" fmla="*/ 6106652 w 6459988"/>
              <a:gd name="connsiteY30" fmla="*/ 2150572 h 5753325"/>
              <a:gd name="connsiteX31" fmla="*/ 6097813 w 6459988"/>
              <a:gd name="connsiteY31" fmla="*/ 2172208 h 5753325"/>
              <a:gd name="connsiteX32" fmla="*/ 6095990 w 6459988"/>
              <a:gd name="connsiteY32" fmla="*/ 2181185 h 5753325"/>
              <a:gd name="connsiteX33" fmla="*/ 6090126 w 6459988"/>
              <a:gd name="connsiteY33" fmla="*/ 2192533 h 5753325"/>
              <a:gd name="connsiteX34" fmla="*/ 6089503 w 6459988"/>
              <a:gd name="connsiteY34" fmla="*/ 2192543 h 5753325"/>
              <a:gd name="connsiteX35" fmla="*/ 6084946 w 6459988"/>
              <a:gd name="connsiteY35" fmla="*/ 2203694 h 5753325"/>
              <a:gd name="connsiteX36" fmla="*/ 5987861 w 6459988"/>
              <a:gd name="connsiteY36" fmla="*/ 2304868 h 5753325"/>
              <a:gd name="connsiteX37" fmla="*/ 5973439 w 6459988"/>
              <a:gd name="connsiteY37" fmla="*/ 2385635 h 5753325"/>
              <a:gd name="connsiteX38" fmla="*/ 5916727 w 6459988"/>
              <a:gd name="connsiteY38" fmla="*/ 2458777 h 5753325"/>
              <a:gd name="connsiteX39" fmla="*/ 5856524 w 6459988"/>
              <a:gd name="connsiteY39" fmla="*/ 2583281 h 5753325"/>
              <a:gd name="connsiteX40" fmla="*/ 5838091 w 6459988"/>
              <a:gd name="connsiteY40" fmla="*/ 2753474 h 5753325"/>
              <a:gd name="connsiteX41" fmla="*/ 5777471 w 6459988"/>
              <a:gd name="connsiteY41" fmla="*/ 2901570 h 5753325"/>
              <a:gd name="connsiteX42" fmla="*/ 5723992 w 6459988"/>
              <a:gd name="connsiteY42" fmla="*/ 2998752 h 5753325"/>
              <a:gd name="connsiteX43" fmla="*/ 5557886 w 6459988"/>
              <a:gd name="connsiteY43" fmla="*/ 3329735 h 5753325"/>
              <a:gd name="connsiteX44" fmla="*/ 5471501 w 6459988"/>
              <a:gd name="connsiteY44" fmla="*/ 3462221 h 5753325"/>
              <a:gd name="connsiteX45" fmla="*/ 5465154 w 6459988"/>
              <a:gd name="connsiteY45" fmla="*/ 3541065 h 5753325"/>
              <a:gd name="connsiteX46" fmla="*/ 5437889 w 6459988"/>
              <a:gd name="connsiteY46" fmla="*/ 3559927 h 5753325"/>
              <a:gd name="connsiteX47" fmla="*/ 5432770 w 6459988"/>
              <a:gd name="connsiteY47" fmla="*/ 3562948 h 5753325"/>
              <a:gd name="connsiteX48" fmla="*/ 5406795 w 6459988"/>
              <a:gd name="connsiteY48" fmla="*/ 3578594 h 5753325"/>
              <a:gd name="connsiteX49" fmla="*/ 5381495 w 6459988"/>
              <a:gd name="connsiteY49" fmla="*/ 3599883 h 5753325"/>
              <a:gd name="connsiteX50" fmla="*/ 5363689 w 6459988"/>
              <a:gd name="connsiteY50" fmla="*/ 3633299 h 5753325"/>
              <a:gd name="connsiteX51" fmla="*/ 5291870 w 6459988"/>
              <a:gd name="connsiteY51" fmla="*/ 3799039 h 5753325"/>
              <a:gd name="connsiteX52" fmla="*/ 5241600 w 6459988"/>
              <a:gd name="connsiteY52" fmla="*/ 3894238 h 5753325"/>
              <a:gd name="connsiteX53" fmla="*/ 5211041 w 6459988"/>
              <a:gd name="connsiteY53" fmla="*/ 3924184 h 5753325"/>
              <a:gd name="connsiteX54" fmla="*/ 5176073 w 6459988"/>
              <a:gd name="connsiteY54" fmla="*/ 3970179 h 5753325"/>
              <a:gd name="connsiteX55" fmla="*/ 5172826 w 6459988"/>
              <a:gd name="connsiteY55" fmla="*/ 3991773 h 5753325"/>
              <a:gd name="connsiteX56" fmla="*/ 5157053 w 6459988"/>
              <a:gd name="connsiteY56" fmla="*/ 3997708 h 5753325"/>
              <a:gd name="connsiteX57" fmla="*/ 5127922 w 6459988"/>
              <a:gd name="connsiteY57" fmla="*/ 4022660 h 5753325"/>
              <a:gd name="connsiteX58" fmla="*/ 5020872 w 6459988"/>
              <a:gd name="connsiteY58" fmla="*/ 4075951 h 5753325"/>
              <a:gd name="connsiteX59" fmla="*/ 4991410 w 6459988"/>
              <a:gd name="connsiteY59" fmla="*/ 4087598 h 5753325"/>
              <a:gd name="connsiteX60" fmla="*/ 4930112 w 6459988"/>
              <a:gd name="connsiteY60" fmla="*/ 4138459 h 5753325"/>
              <a:gd name="connsiteX61" fmla="*/ 4834224 w 6459988"/>
              <a:gd name="connsiteY61" fmla="*/ 4231643 h 5753325"/>
              <a:gd name="connsiteX62" fmla="*/ 4812599 w 6459988"/>
              <a:gd name="connsiteY62" fmla="*/ 4249449 h 5753325"/>
              <a:gd name="connsiteX63" fmla="*/ 4789188 w 6459988"/>
              <a:gd name="connsiteY63" fmla="*/ 4256678 h 5753325"/>
              <a:gd name="connsiteX64" fmla="*/ 4779554 w 6459988"/>
              <a:gd name="connsiteY64" fmla="*/ 4251313 h 5753325"/>
              <a:gd name="connsiteX65" fmla="*/ 4766885 w 6459988"/>
              <a:gd name="connsiteY65" fmla="*/ 4259812 h 5753325"/>
              <a:gd name="connsiteX66" fmla="*/ 4762510 w 6459988"/>
              <a:gd name="connsiteY66" fmla="*/ 4260383 h 5753325"/>
              <a:gd name="connsiteX67" fmla="*/ 4738416 w 6459988"/>
              <a:gd name="connsiteY67" fmla="*/ 4265355 h 5753325"/>
              <a:gd name="connsiteX68" fmla="*/ 4712007 w 6459988"/>
              <a:gd name="connsiteY68" fmla="*/ 4317892 h 5753325"/>
              <a:gd name="connsiteX69" fmla="*/ 4658930 w 6459988"/>
              <a:gd name="connsiteY69" fmla="*/ 4348041 h 5753325"/>
              <a:gd name="connsiteX70" fmla="*/ 4443526 w 6459988"/>
              <a:gd name="connsiteY70" fmla="*/ 4507851 h 5753325"/>
              <a:gd name="connsiteX71" fmla="*/ 4289766 w 6459988"/>
              <a:gd name="connsiteY71" fmla="*/ 4711450 h 5753325"/>
              <a:gd name="connsiteX72" fmla="*/ 4150870 w 6459988"/>
              <a:gd name="connsiteY72" fmla="*/ 4818480 h 5753325"/>
              <a:gd name="connsiteX73" fmla="*/ 4006639 w 6459988"/>
              <a:gd name="connsiteY73" fmla="*/ 4933815 h 5753325"/>
              <a:gd name="connsiteX74" fmla="*/ 3298210 w 6459988"/>
              <a:gd name="connsiteY74" fmla="*/ 5070790 h 5753325"/>
              <a:gd name="connsiteX75" fmla="*/ 2947678 w 6459988"/>
              <a:gd name="connsiteY75" fmla="*/ 5117869 h 5753325"/>
              <a:gd name="connsiteX76" fmla="*/ 2822169 w 6459988"/>
              <a:gd name="connsiteY76" fmla="*/ 5129396 h 5753325"/>
              <a:gd name="connsiteX77" fmla="*/ 2538773 w 6459988"/>
              <a:gd name="connsiteY77" fmla="*/ 5313397 h 5753325"/>
              <a:gd name="connsiteX78" fmla="*/ 2014500 w 6459988"/>
              <a:gd name="connsiteY78" fmla="*/ 5519744 h 5753325"/>
              <a:gd name="connsiteX79" fmla="*/ 1934391 w 6459988"/>
              <a:gd name="connsiteY79" fmla="*/ 5591335 h 5753325"/>
              <a:gd name="connsiteX80" fmla="*/ 1892550 w 6459988"/>
              <a:gd name="connsiteY80" fmla="*/ 5649708 h 5753325"/>
              <a:gd name="connsiteX81" fmla="*/ 1854769 w 6459988"/>
              <a:gd name="connsiteY81" fmla="*/ 5647691 h 5753325"/>
              <a:gd name="connsiteX82" fmla="*/ 1809461 w 6459988"/>
              <a:gd name="connsiteY82" fmla="*/ 5648628 h 5753325"/>
              <a:gd name="connsiteX83" fmla="*/ 1745150 w 6459988"/>
              <a:gd name="connsiteY83" fmla="*/ 5693879 h 5753325"/>
              <a:gd name="connsiteX84" fmla="*/ 1713375 w 6459988"/>
              <a:gd name="connsiteY84" fmla="*/ 5684672 h 5753325"/>
              <a:gd name="connsiteX85" fmla="*/ 1707808 w 6459988"/>
              <a:gd name="connsiteY85" fmla="*/ 5682611 h 5753325"/>
              <a:gd name="connsiteX86" fmla="*/ 1679313 w 6459988"/>
              <a:gd name="connsiteY86" fmla="*/ 5672360 h 5753325"/>
              <a:gd name="connsiteX87" fmla="*/ 1646933 w 6459988"/>
              <a:gd name="connsiteY87" fmla="*/ 5666227 h 5753325"/>
              <a:gd name="connsiteX88" fmla="*/ 1610055 w 6459988"/>
              <a:gd name="connsiteY88" fmla="*/ 5673643 h 5753325"/>
              <a:gd name="connsiteX89" fmla="*/ 1437641 w 6459988"/>
              <a:gd name="connsiteY89" fmla="*/ 5723266 h 5753325"/>
              <a:gd name="connsiteX90" fmla="*/ 1332869 w 6459988"/>
              <a:gd name="connsiteY90" fmla="*/ 5744752 h 5753325"/>
              <a:gd name="connsiteX91" fmla="*/ 1290525 w 6459988"/>
              <a:gd name="connsiteY91" fmla="*/ 5740036 h 5753325"/>
              <a:gd name="connsiteX92" fmla="*/ 1233107 w 6459988"/>
              <a:gd name="connsiteY92" fmla="*/ 5742106 h 5753325"/>
              <a:gd name="connsiteX93" fmla="*/ 1214532 w 6459988"/>
              <a:gd name="connsiteY93" fmla="*/ 5753325 h 5753325"/>
              <a:gd name="connsiteX94" fmla="*/ 1199955 w 6459988"/>
              <a:gd name="connsiteY94" fmla="*/ 5744831 h 5753325"/>
              <a:gd name="connsiteX95" fmla="*/ 1162337 w 6459988"/>
              <a:gd name="connsiteY95" fmla="*/ 5738048 h 5753325"/>
              <a:gd name="connsiteX96" fmla="*/ 1053457 w 6459988"/>
              <a:gd name="connsiteY96" fmla="*/ 5688676 h 5753325"/>
              <a:gd name="connsiteX97" fmla="*/ 1025798 w 6459988"/>
              <a:gd name="connsiteY97" fmla="*/ 5673166 h 5753325"/>
              <a:gd name="connsiteX98" fmla="*/ 947900 w 6459988"/>
              <a:gd name="connsiteY98" fmla="*/ 5657848 h 5753325"/>
              <a:gd name="connsiteX99" fmla="*/ 815627 w 6459988"/>
              <a:gd name="connsiteY99" fmla="*/ 5642557 h 5753325"/>
              <a:gd name="connsiteX100" fmla="*/ 788251 w 6459988"/>
              <a:gd name="connsiteY100" fmla="*/ 5637065 h 5753325"/>
              <a:gd name="connsiteX101" fmla="*/ 767822 w 6459988"/>
              <a:gd name="connsiteY101" fmla="*/ 5623450 h 5753325"/>
              <a:gd name="connsiteX102" fmla="*/ 765791 w 6459988"/>
              <a:gd name="connsiteY102" fmla="*/ 5612539 h 5753325"/>
              <a:gd name="connsiteX103" fmla="*/ 751230 w 6459988"/>
              <a:gd name="connsiteY103" fmla="*/ 5608092 h 5753325"/>
              <a:gd name="connsiteX104" fmla="*/ 748008 w 6459988"/>
              <a:gd name="connsiteY104" fmla="*/ 5605052 h 5753325"/>
              <a:gd name="connsiteX105" fmla="*/ 728871 w 6459988"/>
              <a:gd name="connsiteY105" fmla="*/ 5589469 h 5753325"/>
              <a:gd name="connsiteX106" fmla="*/ 671898 w 6459988"/>
              <a:gd name="connsiteY106" fmla="*/ 5602363 h 5753325"/>
              <a:gd name="connsiteX107" fmla="*/ 615065 w 6459988"/>
              <a:gd name="connsiteY107" fmla="*/ 5580257 h 5753325"/>
              <a:gd name="connsiteX108" fmla="*/ 355785 w 6459988"/>
              <a:gd name="connsiteY108" fmla="*/ 5514383 h 5753325"/>
              <a:gd name="connsiteX109" fmla="*/ 102269 w 6459988"/>
              <a:gd name="connsiteY109" fmla="*/ 5524347 h 5753325"/>
              <a:gd name="connsiteX110" fmla="*/ 13160 w 6459988"/>
              <a:gd name="connsiteY110" fmla="*/ 5514159 h 5753325"/>
              <a:gd name="connsiteX111" fmla="*/ 0 w 6459988"/>
              <a:gd name="connsiteY111" fmla="*/ 5511735 h 5753325"/>
              <a:gd name="connsiteX112" fmla="*/ 0 w 6459988"/>
              <a:gd name="connsiteY112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75685 w 6447632"/>
              <a:gd name="connsiteY6" fmla="*/ 535865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447445 w 6447632"/>
              <a:gd name="connsiteY10" fmla="*/ 780003 h 5753325"/>
              <a:gd name="connsiteX11" fmla="*/ 6426552 w 6447632"/>
              <a:gd name="connsiteY11" fmla="*/ 845805 h 5753325"/>
              <a:gd name="connsiteX12" fmla="*/ 6434072 w 6447632"/>
              <a:gd name="connsiteY12" fmla="*/ 910733 h 5753325"/>
              <a:gd name="connsiteX13" fmla="*/ 6432570 w 6447632"/>
              <a:gd name="connsiteY13" fmla="*/ 983394 h 5753325"/>
              <a:gd name="connsiteX14" fmla="*/ 6431878 w 6447632"/>
              <a:gd name="connsiteY14" fmla="*/ 1026728 h 5753325"/>
              <a:gd name="connsiteX15" fmla="*/ 6414269 w 6447632"/>
              <a:gd name="connsiteY15" fmla="*/ 1151111 h 5753325"/>
              <a:gd name="connsiteX16" fmla="*/ 6371722 w 6447632"/>
              <a:gd name="connsiteY16" fmla="*/ 1318080 h 5753325"/>
              <a:gd name="connsiteX17" fmla="*/ 6356023 w 6447632"/>
              <a:gd name="connsiteY17" fmla="*/ 1356227 h 5753325"/>
              <a:gd name="connsiteX18" fmla="*/ 6356157 w 6447632"/>
              <a:gd name="connsiteY18" fmla="*/ 1361967 h 5753325"/>
              <a:gd name="connsiteX19" fmla="*/ 6350613 w 6447632"/>
              <a:gd name="connsiteY19" fmla="*/ 1393569 h 5753325"/>
              <a:gd name="connsiteX20" fmla="*/ 6357062 w 6447632"/>
              <a:gd name="connsiteY20" fmla="*/ 1444071 h 5753325"/>
              <a:gd name="connsiteX21" fmla="*/ 6364832 w 6447632"/>
              <a:gd name="connsiteY21" fmla="*/ 1478763 h 5753325"/>
              <a:gd name="connsiteX22" fmla="*/ 6369745 w 6447632"/>
              <a:gd name="connsiteY22" fmla="*/ 1495680 h 5753325"/>
              <a:gd name="connsiteX23" fmla="*/ 6370898 w 6447632"/>
              <a:gd name="connsiteY23" fmla="*/ 1513331 h 5753325"/>
              <a:gd name="connsiteX24" fmla="*/ 6368801 w 6447632"/>
              <a:gd name="connsiteY24" fmla="*/ 1527414 h 5753325"/>
              <a:gd name="connsiteX25" fmla="*/ 6359177 w 6447632"/>
              <a:gd name="connsiteY25" fmla="*/ 1639513 h 5753325"/>
              <a:gd name="connsiteX26" fmla="*/ 6299489 w 6447632"/>
              <a:gd name="connsiteY26" fmla="*/ 1784860 h 5753325"/>
              <a:gd name="connsiteX27" fmla="*/ 6267878 w 6447632"/>
              <a:gd name="connsiteY27" fmla="*/ 1858572 h 5753325"/>
              <a:gd name="connsiteX28" fmla="*/ 6251146 w 6447632"/>
              <a:gd name="connsiteY28" fmla="*/ 1926167 h 5753325"/>
              <a:gd name="connsiteX29" fmla="*/ 6210686 w 6447632"/>
              <a:gd name="connsiteY29" fmla="*/ 2014834 h 5753325"/>
              <a:gd name="connsiteX30" fmla="*/ 6106652 w 6447632"/>
              <a:gd name="connsiteY30" fmla="*/ 2150572 h 5753325"/>
              <a:gd name="connsiteX31" fmla="*/ 6097813 w 6447632"/>
              <a:gd name="connsiteY31" fmla="*/ 2172208 h 5753325"/>
              <a:gd name="connsiteX32" fmla="*/ 6095990 w 6447632"/>
              <a:gd name="connsiteY32" fmla="*/ 2181185 h 5753325"/>
              <a:gd name="connsiteX33" fmla="*/ 6090126 w 6447632"/>
              <a:gd name="connsiteY33" fmla="*/ 2192533 h 5753325"/>
              <a:gd name="connsiteX34" fmla="*/ 6089503 w 6447632"/>
              <a:gd name="connsiteY34" fmla="*/ 2192543 h 5753325"/>
              <a:gd name="connsiteX35" fmla="*/ 6084946 w 6447632"/>
              <a:gd name="connsiteY35" fmla="*/ 2203694 h 5753325"/>
              <a:gd name="connsiteX36" fmla="*/ 5987861 w 6447632"/>
              <a:gd name="connsiteY36" fmla="*/ 2304868 h 5753325"/>
              <a:gd name="connsiteX37" fmla="*/ 5973439 w 6447632"/>
              <a:gd name="connsiteY37" fmla="*/ 2385635 h 5753325"/>
              <a:gd name="connsiteX38" fmla="*/ 5916727 w 6447632"/>
              <a:gd name="connsiteY38" fmla="*/ 2458777 h 5753325"/>
              <a:gd name="connsiteX39" fmla="*/ 5856524 w 6447632"/>
              <a:gd name="connsiteY39" fmla="*/ 2583281 h 5753325"/>
              <a:gd name="connsiteX40" fmla="*/ 5838091 w 6447632"/>
              <a:gd name="connsiteY40" fmla="*/ 2753474 h 5753325"/>
              <a:gd name="connsiteX41" fmla="*/ 5777471 w 6447632"/>
              <a:gd name="connsiteY41" fmla="*/ 2901570 h 5753325"/>
              <a:gd name="connsiteX42" fmla="*/ 5723992 w 6447632"/>
              <a:gd name="connsiteY42" fmla="*/ 2998752 h 5753325"/>
              <a:gd name="connsiteX43" fmla="*/ 5557886 w 6447632"/>
              <a:gd name="connsiteY43" fmla="*/ 3329735 h 5753325"/>
              <a:gd name="connsiteX44" fmla="*/ 5471501 w 6447632"/>
              <a:gd name="connsiteY44" fmla="*/ 3462221 h 5753325"/>
              <a:gd name="connsiteX45" fmla="*/ 5465154 w 6447632"/>
              <a:gd name="connsiteY45" fmla="*/ 3541065 h 5753325"/>
              <a:gd name="connsiteX46" fmla="*/ 5437889 w 6447632"/>
              <a:gd name="connsiteY46" fmla="*/ 3559927 h 5753325"/>
              <a:gd name="connsiteX47" fmla="*/ 5432770 w 6447632"/>
              <a:gd name="connsiteY47" fmla="*/ 3562948 h 5753325"/>
              <a:gd name="connsiteX48" fmla="*/ 5406795 w 6447632"/>
              <a:gd name="connsiteY48" fmla="*/ 3578594 h 5753325"/>
              <a:gd name="connsiteX49" fmla="*/ 5381495 w 6447632"/>
              <a:gd name="connsiteY49" fmla="*/ 3599883 h 5753325"/>
              <a:gd name="connsiteX50" fmla="*/ 5363689 w 6447632"/>
              <a:gd name="connsiteY50" fmla="*/ 3633299 h 5753325"/>
              <a:gd name="connsiteX51" fmla="*/ 5291870 w 6447632"/>
              <a:gd name="connsiteY51" fmla="*/ 3799039 h 5753325"/>
              <a:gd name="connsiteX52" fmla="*/ 5241600 w 6447632"/>
              <a:gd name="connsiteY52" fmla="*/ 3894238 h 5753325"/>
              <a:gd name="connsiteX53" fmla="*/ 5211041 w 6447632"/>
              <a:gd name="connsiteY53" fmla="*/ 3924184 h 5753325"/>
              <a:gd name="connsiteX54" fmla="*/ 5176073 w 6447632"/>
              <a:gd name="connsiteY54" fmla="*/ 3970179 h 5753325"/>
              <a:gd name="connsiteX55" fmla="*/ 5172826 w 6447632"/>
              <a:gd name="connsiteY55" fmla="*/ 3991773 h 5753325"/>
              <a:gd name="connsiteX56" fmla="*/ 5157053 w 6447632"/>
              <a:gd name="connsiteY56" fmla="*/ 3997708 h 5753325"/>
              <a:gd name="connsiteX57" fmla="*/ 5127922 w 6447632"/>
              <a:gd name="connsiteY57" fmla="*/ 4022660 h 5753325"/>
              <a:gd name="connsiteX58" fmla="*/ 5020872 w 6447632"/>
              <a:gd name="connsiteY58" fmla="*/ 4075951 h 5753325"/>
              <a:gd name="connsiteX59" fmla="*/ 4991410 w 6447632"/>
              <a:gd name="connsiteY59" fmla="*/ 4087598 h 5753325"/>
              <a:gd name="connsiteX60" fmla="*/ 4930112 w 6447632"/>
              <a:gd name="connsiteY60" fmla="*/ 4138459 h 5753325"/>
              <a:gd name="connsiteX61" fmla="*/ 4834224 w 6447632"/>
              <a:gd name="connsiteY61" fmla="*/ 4231643 h 5753325"/>
              <a:gd name="connsiteX62" fmla="*/ 4812599 w 6447632"/>
              <a:gd name="connsiteY62" fmla="*/ 4249449 h 5753325"/>
              <a:gd name="connsiteX63" fmla="*/ 4789188 w 6447632"/>
              <a:gd name="connsiteY63" fmla="*/ 4256678 h 5753325"/>
              <a:gd name="connsiteX64" fmla="*/ 4779554 w 6447632"/>
              <a:gd name="connsiteY64" fmla="*/ 4251313 h 5753325"/>
              <a:gd name="connsiteX65" fmla="*/ 4766885 w 6447632"/>
              <a:gd name="connsiteY65" fmla="*/ 4259812 h 5753325"/>
              <a:gd name="connsiteX66" fmla="*/ 4762510 w 6447632"/>
              <a:gd name="connsiteY66" fmla="*/ 4260383 h 5753325"/>
              <a:gd name="connsiteX67" fmla="*/ 4738416 w 6447632"/>
              <a:gd name="connsiteY67" fmla="*/ 4265355 h 5753325"/>
              <a:gd name="connsiteX68" fmla="*/ 4712007 w 6447632"/>
              <a:gd name="connsiteY68" fmla="*/ 4317892 h 5753325"/>
              <a:gd name="connsiteX69" fmla="*/ 4658930 w 6447632"/>
              <a:gd name="connsiteY69" fmla="*/ 4348041 h 5753325"/>
              <a:gd name="connsiteX70" fmla="*/ 4443526 w 6447632"/>
              <a:gd name="connsiteY70" fmla="*/ 4507851 h 5753325"/>
              <a:gd name="connsiteX71" fmla="*/ 4289766 w 6447632"/>
              <a:gd name="connsiteY71" fmla="*/ 4711450 h 5753325"/>
              <a:gd name="connsiteX72" fmla="*/ 4150870 w 6447632"/>
              <a:gd name="connsiteY72" fmla="*/ 4818480 h 5753325"/>
              <a:gd name="connsiteX73" fmla="*/ 4006639 w 6447632"/>
              <a:gd name="connsiteY73" fmla="*/ 4933815 h 5753325"/>
              <a:gd name="connsiteX74" fmla="*/ 3298210 w 6447632"/>
              <a:gd name="connsiteY74" fmla="*/ 5070790 h 5753325"/>
              <a:gd name="connsiteX75" fmla="*/ 2947678 w 6447632"/>
              <a:gd name="connsiteY75" fmla="*/ 5117869 h 5753325"/>
              <a:gd name="connsiteX76" fmla="*/ 2822169 w 6447632"/>
              <a:gd name="connsiteY76" fmla="*/ 5129396 h 5753325"/>
              <a:gd name="connsiteX77" fmla="*/ 2538773 w 6447632"/>
              <a:gd name="connsiteY77" fmla="*/ 5313397 h 5753325"/>
              <a:gd name="connsiteX78" fmla="*/ 2014500 w 6447632"/>
              <a:gd name="connsiteY78" fmla="*/ 5519744 h 5753325"/>
              <a:gd name="connsiteX79" fmla="*/ 1934391 w 6447632"/>
              <a:gd name="connsiteY79" fmla="*/ 5591335 h 5753325"/>
              <a:gd name="connsiteX80" fmla="*/ 1892550 w 6447632"/>
              <a:gd name="connsiteY80" fmla="*/ 5649708 h 5753325"/>
              <a:gd name="connsiteX81" fmla="*/ 1854769 w 6447632"/>
              <a:gd name="connsiteY81" fmla="*/ 5647691 h 5753325"/>
              <a:gd name="connsiteX82" fmla="*/ 1809461 w 6447632"/>
              <a:gd name="connsiteY82" fmla="*/ 5648628 h 5753325"/>
              <a:gd name="connsiteX83" fmla="*/ 1745150 w 6447632"/>
              <a:gd name="connsiteY83" fmla="*/ 5693879 h 5753325"/>
              <a:gd name="connsiteX84" fmla="*/ 1713375 w 6447632"/>
              <a:gd name="connsiteY84" fmla="*/ 5684672 h 5753325"/>
              <a:gd name="connsiteX85" fmla="*/ 1707808 w 6447632"/>
              <a:gd name="connsiteY85" fmla="*/ 5682611 h 5753325"/>
              <a:gd name="connsiteX86" fmla="*/ 1679313 w 6447632"/>
              <a:gd name="connsiteY86" fmla="*/ 5672360 h 5753325"/>
              <a:gd name="connsiteX87" fmla="*/ 1646933 w 6447632"/>
              <a:gd name="connsiteY87" fmla="*/ 5666227 h 5753325"/>
              <a:gd name="connsiteX88" fmla="*/ 1610055 w 6447632"/>
              <a:gd name="connsiteY88" fmla="*/ 5673643 h 5753325"/>
              <a:gd name="connsiteX89" fmla="*/ 1437641 w 6447632"/>
              <a:gd name="connsiteY89" fmla="*/ 5723266 h 5753325"/>
              <a:gd name="connsiteX90" fmla="*/ 1332869 w 6447632"/>
              <a:gd name="connsiteY90" fmla="*/ 5744752 h 5753325"/>
              <a:gd name="connsiteX91" fmla="*/ 1290525 w 6447632"/>
              <a:gd name="connsiteY91" fmla="*/ 5740036 h 5753325"/>
              <a:gd name="connsiteX92" fmla="*/ 1233107 w 6447632"/>
              <a:gd name="connsiteY92" fmla="*/ 5742106 h 5753325"/>
              <a:gd name="connsiteX93" fmla="*/ 1214532 w 6447632"/>
              <a:gd name="connsiteY93" fmla="*/ 5753325 h 5753325"/>
              <a:gd name="connsiteX94" fmla="*/ 1199955 w 6447632"/>
              <a:gd name="connsiteY94" fmla="*/ 5744831 h 5753325"/>
              <a:gd name="connsiteX95" fmla="*/ 1162337 w 6447632"/>
              <a:gd name="connsiteY95" fmla="*/ 5738048 h 5753325"/>
              <a:gd name="connsiteX96" fmla="*/ 1053457 w 6447632"/>
              <a:gd name="connsiteY96" fmla="*/ 5688676 h 5753325"/>
              <a:gd name="connsiteX97" fmla="*/ 1025798 w 6447632"/>
              <a:gd name="connsiteY97" fmla="*/ 5673166 h 5753325"/>
              <a:gd name="connsiteX98" fmla="*/ 947900 w 6447632"/>
              <a:gd name="connsiteY98" fmla="*/ 5657848 h 5753325"/>
              <a:gd name="connsiteX99" fmla="*/ 815627 w 6447632"/>
              <a:gd name="connsiteY99" fmla="*/ 5642557 h 5753325"/>
              <a:gd name="connsiteX100" fmla="*/ 788251 w 6447632"/>
              <a:gd name="connsiteY100" fmla="*/ 5637065 h 5753325"/>
              <a:gd name="connsiteX101" fmla="*/ 767822 w 6447632"/>
              <a:gd name="connsiteY101" fmla="*/ 5623450 h 5753325"/>
              <a:gd name="connsiteX102" fmla="*/ 765791 w 6447632"/>
              <a:gd name="connsiteY102" fmla="*/ 5612539 h 5753325"/>
              <a:gd name="connsiteX103" fmla="*/ 751230 w 6447632"/>
              <a:gd name="connsiteY103" fmla="*/ 5608092 h 5753325"/>
              <a:gd name="connsiteX104" fmla="*/ 748008 w 6447632"/>
              <a:gd name="connsiteY104" fmla="*/ 5605052 h 5753325"/>
              <a:gd name="connsiteX105" fmla="*/ 728871 w 6447632"/>
              <a:gd name="connsiteY105" fmla="*/ 5589469 h 5753325"/>
              <a:gd name="connsiteX106" fmla="*/ 671898 w 6447632"/>
              <a:gd name="connsiteY106" fmla="*/ 5602363 h 5753325"/>
              <a:gd name="connsiteX107" fmla="*/ 615065 w 6447632"/>
              <a:gd name="connsiteY107" fmla="*/ 5580257 h 5753325"/>
              <a:gd name="connsiteX108" fmla="*/ 355785 w 6447632"/>
              <a:gd name="connsiteY108" fmla="*/ 5514383 h 5753325"/>
              <a:gd name="connsiteX109" fmla="*/ 102269 w 6447632"/>
              <a:gd name="connsiteY109" fmla="*/ 5524347 h 5753325"/>
              <a:gd name="connsiteX110" fmla="*/ 13160 w 6447632"/>
              <a:gd name="connsiteY110" fmla="*/ 5514159 h 5753325"/>
              <a:gd name="connsiteX111" fmla="*/ 0 w 6447632"/>
              <a:gd name="connsiteY111" fmla="*/ 5511735 h 5753325"/>
              <a:gd name="connsiteX112" fmla="*/ 0 w 6447632"/>
              <a:gd name="connsiteY112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75685 w 6447632"/>
              <a:gd name="connsiteY6" fmla="*/ 535865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426552 w 6447632"/>
              <a:gd name="connsiteY11" fmla="*/ 845805 h 5753325"/>
              <a:gd name="connsiteX12" fmla="*/ 6434072 w 6447632"/>
              <a:gd name="connsiteY12" fmla="*/ 910733 h 5753325"/>
              <a:gd name="connsiteX13" fmla="*/ 6432570 w 6447632"/>
              <a:gd name="connsiteY13" fmla="*/ 983394 h 5753325"/>
              <a:gd name="connsiteX14" fmla="*/ 6431878 w 6447632"/>
              <a:gd name="connsiteY14" fmla="*/ 1026728 h 5753325"/>
              <a:gd name="connsiteX15" fmla="*/ 6414269 w 6447632"/>
              <a:gd name="connsiteY15" fmla="*/ 1151111 h 5753325"/>
              <a:gd name="connsiteX16" fmla="*/ 6371722 w 6447632"/>
              <a:gd name="connsiteY16" fmla="*/ 1318080 h 5753325"/>
              <a:gd name="connsiteX17" fmla="*/ 6356023 w 6447632"/>
              <a:gd name="connsiteY17" fmla="*/ 1356227 h 5753325"/>
              <a:gd name="connsiteX18" fmla="*/ 6356157 w 6447632"/>
              <a:gd name="connsiteY18" fmla="*/ 1361967 h 5753325"/>
              <a:gd name="connsiteX19" fmla="*/ 6350613 w 6447632"/>
              <a:gd name="connsiteY19" fmla="*/ 1393569 h 5753325"/>
              <a:gd name="connsiteX20" fmla="*/ 6357062 w 6447632"/>
              <a:gd name="connsiteY20" fmla="*/ 1444071 h 5753325"/>
              <a:gd name="connsiteX21" fmla="*/ 6364832 w 6447632"/>
              <a:gd name="connsiteY21" fmla="*/ 1478763 h 5753325"/>
              <a:gd name="connsiteX22" fmla="*/ 6369745 w 6447632"/>
              <a:gd name="connsiteY22" fmla="*/ 1495680 h 5753325"/>
              <a:gd name="connsiteX23" fmla="*/ 6370898 w 6447632"/>
              <a:gd name="connsiteY23" fmla="*/ 1513331 h 5753325"/>
              <a:gd name="connsiteX24" fmla="*/ 6368801 w 6447632"/>
              <a:gd name="connsiteY24" fmla="*/ 1527414 h 5753325"/>
              <a:gd name="connsiteX25" fmla="*/ 6359177 w 6447632"/>
              <a:gd name="connsiteY25" fmla="*/ 1639513 h 5753325"/>
              <a:gd name="connsiteX26" fmla="*/ 6299489 w 6447632"/>
              <a:gd name="connsiteY26" fmla="*/ 1784860 h 5753325"/>
              <a:gd name="connsiteX27" fmla="*/ 6267878 w 6447632"/>
              <a:gd name="connsiteY27" fmla="*/ 1858572 h 5753325"/>
              <a:gd name="connsiteX28" fmla="*/ 6251146 w 6447632"/>
              <a:gd name="connsiteY28" fmla="*/ 1926167 h 5753325"/>
              <a:gd name="connsiteX29" fmla="*/ 6210686 w 6447632"/>
              <a:gd name="connsiteY29" fmla="*/ 2014834 h 5753325"/>
              <a:gd name="connsiteX30" fmla="*/ 6106652 w 6447632"/>
              <a:gd name="connsiteY30" fmla="*/ 2150572 h 5753325"/>
              <a:gd name="connsiteX31" fmla="*/ 6097813 w 6447632"/>
              <a:gd name="connsiteY31" fmla="*/ 2172208 h 5753325"/>
              <a:gd name="connsiteX32" fmla="*/ 6095990 w 6447632"/>
              <a:gd name="connsiteY32" fmla="*/ 2181185 h 5753325"/>
              <a:gd name="connsiteX33" fmla="*/ 6090126 w 6447632"/>
              <a:gd name="connsiteY33" fmla="*/ 2192533 h 5753325"/>
              <a:gd name="connsiteX34" fmla="*/ 6089503 w 6447632"/>
              <a:gd name="connsiteY34" fmla="*/ 2192543 h 5753325"/>
              <a:gd name="connsiteX35" fmla="*/ 6084946 w 6447632"/>
              <a:gd name="connsiteY35" fmla="*/ 2203694 h 5753325"/>
              <a:gd name="connsiteX36" fmla="*/ 5987861 w 6447632"/>
              <a:gd name="connsiteY36" fmla="*/ 2304868 h 5753325"/>
              <a:gd name="connsiteX37" fmla="*/ 5973439 w 6447632"/>
              <a:gd name="connsiteY37" fmla="*/ 2385635 h 5753325"/>
              <a:gd name="connsiteX38" fmla="*/ 5916727 w 6447632"/>
              <a:gd name="connsiteY38" fmla="*/ 2458777 h 5753325"/>
              <a:gd name="connsiteX39" fmla="*/ 5856524 w 6447632"/>
              <a:gd name="connsiteY39" fmla="*/ 2583281 h 5753325"/>
              <a:gd name="connsiteX40" fmla="*/ 5838091 w 6447632"/>
              <a:gd name="connsiteY40" fmla="*/ 2753474 h 5753325"/>
              <a:gd name="connsiteX41" fmla="*/ 5777471 w 6447632"/>
              <a:gd name="connsiteY41" fmla="*/ 2901570 h 5753325"/>
              <a:gd name="connsiteX42" fmla="*/ 5723992 w 6447632"/>
              <a:gd name="connsiteY42" fmla="*/ 2998752 h 5753325"/>
              <a:gd name="connsiteX43" fmla="*/ 5557886 w 6447632"/>
              <a:gd name="connsiteY43" fmla="*/ 3329735 h 5753325"/>
              <a:gd name="connsiteX44" fmla="*/ 5471501 w 6447632"/>
              <a:gd name="connsiteY44" fmla="*/ 3462221 h 5753325"/>
              <a:gd name="connsiteX45" fmla="*/ 5465154 w 6447632"/>
              <a:gd name="connsiteY45" fmla="*/ 3541065 h 5753325"/>
              <a:gd name="connsiteX46" fmla="*/ 5437889 w 6447632"/>
              <a:gd name="connsiteY46" fmla="*/ 3559927 h 5753325"/>
              <a:gd name="connsiteX47" fmla="*/ 5432770 w 6447632"/>
              <a:gd name="connsiteY47" fmla="*/ 3562948 h 5753325"/>
              <a:gd name="connsiteX48" fmla="*/ 5406795 w 6447632"/>
              <a:gd name="connsiteY48" fmla="*/ 3578594 h 5753325"/>
              <a:gd name="connsiteX49" fmla="*/ 5381495 w 6447632"/>
              <a:gd name="connsiteY49" fmla="*/ 3599883 h 5753325"/>
              <a:gd name="connsiteX50" fmla="*/ 5363689 w 6447632"/>
              <a:gd name="connsiteY50" fmla="*/ 3633299 h 5753325"/>
              <a:gd name="connsiteX51" fmla="*/ 5291870 w 6447632"/>
              <a:gd name="connsiteY51" fmla="*/ 3799039 h 5753325"/>
              <a:gd name="connsiteX52" fmla="*/ 5241600 w 6447632"/>
              <a:gd name="connsiteY52" fmla="*/ 3894238 h 5753325"/>
              <a:gd name="connsiteX53" fmla="*/ 5211041 w 6447632"/>
              <a:gd name="connsiteY53" fmla="*/ 3924184 h 5753325"/>
              <a:gd name="connsiteX54" fmla="*/ 5176073 w 6447632"/>
              <a:gd name="connsiteY54" fmla="*/ 3970179 h 5753325"/>
              <a:gd name="connsiteX55" fmla="*/ 5172826 w 6447632"/>
              <a:gd name="connsiteY55" fmla="*/ 3991773 h 5753325"/>
              <a:gd name="connsiteX56" fmla="*/ 5157053 w 6447632"/>
              <a:gd name="connsiteY56" fmla="*/ 3997708 h 5753325"/>
              <a:gd name="connsiteX57" fmla="*/ 5127922 w 6447632"/>
              <a:gd name="connsiteY57" fmla="*/ 4022660 h 5753325"/>
              <a:gd name="connsiteX58" fmla="*/ 5020872 w 6447632"/>
              <a:gd name="connsiteY58" fmla="*/ 4075951 h 5753325"/>
              <a:gd name="connsiteX59" fmla="*/ 4991410 w 6447632"/>
              <a:gd name="connsiteY59" fmla="*/ 4087598 h 5753325"/>
              <a:gd name="connsiteX60" fmla="*/ 4930112 w 6447632"/>
              <a:gd name="connsiteY60" fmla="*/ 4138459 h 5753325"/>
              <a:gd name="connsiteX61" fmla="*/ 4834224 w 6447632"/>
              <a:gd name="connsiteY61" fmla="*/ 4231643 h 5753325"/>
              <a:gd name="connsiteX62" fmla="*/ 4812599 w 6447632"/>
              <a:gd name="connsiteY62" fmla="*/ 4249449 h 5753325"/>
              <a:gd name="connsiteX63" fmla="*/ 4789188 w 6447632"/>
              <a:gd name="connsiteY63" fmla="*/ 4256678 h 5753325"/>
              <a:gd name="connsiteX64" fmla="*/ 4779554 w 6447632"/>
              <a:gd name="connsiteY64" fmla="*/ 4251313 h 5753325"/>
              <a:gd name="connsiteX65" fmla="*/ 4766885 w 6447632"/>
              <a:gd name="connsiteY65" fmla="*/ 4259812 h 5753325"/>
              <a:gd name="connsiteX66" fmla="*/ 4762510 w 6447632"/>
              <a:gd name="connsiteY66" fmla="*/ 4260383 h 5753325"/>
              <a:gd name="connsiteX67" fmla="*/ 4738416 w 6447632"/>
              <a:gd name="connsiteY67" fmla="*/ 4265355 h 5753325"/>
              <a:gd name="connsiteX68" fmla="*/ 4712007 w 6447632"/>
              <a:gd name="connsiteY68" fmla="*/ 4317892 h 5753325"/>
              <a:gd name="connsiteX69" fmla="*/ 4658930 w 6447632"/>
              <a:gd name="connsiteY69" fmla="*/ 4348041 h 5753325"/>
              <a:gd name="connsiteX70" fmla="*/ 4443526 w 6447632"/>
              <a:gd name="connsiteY70" fmla="*/ 4507851 h 5753325"/>
              <a:gd name="connsiteX71" fmla="*/ 4289766 w 6447632"/>
              <a:gd name="connsiteY71" fmla="*/ 4711450 h 5753325"/>
              <a:gd name="connsiteX72" fmla="*/ 4150870 w 6447632"/>
              <a:gd name="connsiteY72" fmla="*/ 4818480 h 5753325"/>
              <a:gd name="connsiteX73" fmla="*/ 4006639 w 6447632"/>
              <a:gd name="connsiteY73" fmla="*/ 4933815 h 5753325"/>
              <a:gd name="connsiteX74" fmla="*/ 3298210 w 6447632"/>
              <a:gd name="connsiteY74" fmla="*/ 5070790 h 5753325"/>
              <a:gd name="connsiteX75" fmla="*/ 2947678 w 6447632"/>
              <a:gd name="connsiteY75" fmla="*/ 5117869 h 5753325"/>
              <a:gd name="connsiteX76" fmla="*/ 2822169 w 6447632"/>
              <a:gd name="connsiteY76" fmla="*/ 5129396 h 5753325"/>
              <a:gd name="connsiteX77" fmla="*/ 2538773 w 6447632"/>
              <a:gd name="connsiteY77" fmla="*/ 5313397 h 5753325"/>
              <a:gd name="connsiteX78" fmla="*/ 2014500 w 6447632"/>
              <a:gd name="connsiteY78" fmla="*/ 5519744 h 5753325"/>
              <a:gd name="connsiteX79" fmla="*/ 1934391 w 6447632"/>
              <a:gd name="connsiteY79" fmla="*/ 5591335 h 5753325"/>
              <a:gd name="connsiteX80" fmla="*/ 1892550 w 6447632"/>
              <a:gd name="connsiteY80" fmla="*/ 5649708 h 5753325"/>
              <a:gd name="connsiteX81" fmla="*/ 1854769 w 6447632"/>
              <a:gd name="connsiteY81" fmla="*/ 5647691 h 5753325"/>
              <a:gd name="connsiteX82" fmla="*/ 1809461 w 6447632"/>
              <a:gd name="connsiteY82" fmla="*/ 5648628 h 5753325"/>
              <a:gd name="connsiteX83" fmla="*/ 1745150 w 6447632"/>
              <a:gd name="connsiteY83" fmla="*/ 5693879 h 5753325"/>
              <a:gd name="connsiteX84" fmla="*/ 1713375 w 6447632"/>
              <a:gd name="connsiteY84" fmla="*/ 5684672 h 5753325"/>
              <a:gd name="connsiteX85" fmla="*/ 1707808 w 6447632"/>
              <a:gd name="connsiteY85" fmla="*/ 5682611 h 5753325"/>
              <a:gd name="connsiteX86" fmla="*/ 1679313 w 6447632"/>
              <a:gd name="connsiteY86" fmla="*/ 5672360 h 5753325"/>
              <a:gd name="connsiteX87" fmla="*/ 1646933 w 6447632"/>
              <a:gd name="connsiteY87" fmla="*/ 5666227 h 5753325"/>
              <a:gd name="connsiteX88" fmla="*/ 1610055 w 6447632"/>
              <a:gd name="connsiteY88" fmla="*/ 5673643 h 5753325"/>
              <a:gd name="connsiteX89" fmla="*/ 1437641 w 6447632"/>
              <a:gd name="connsiteY89" fmla="*/ 5723266 h 5753325"/>
              <a:gd name="connsiteX90" fmla="*/ 1332869 w 6447632"/>
              <a:gd name="connsiteY90" fmla="*/ 5744752 h 5753325"/>
              <a:gd name="connsiteX91" fmla="*/ 1290525 w 6447632"/>
              <a:gd name="connsiteY91" fmla="*/ 5740036 h 5753325"/>
              <a:gd name="connsiteX92" fmla="*/ 1233107 w 6447632"/>
              <a:gd name="connsiteY92" fmla="*/ 5742106 h 5753325"/>
              <a:gd name="connsiteX93" fmla="*/ 1214532 w 6447632"/>
              <a:gd name="connsiteY93" fmla="*/ 5753325 h 5753325"/>
              <a:gd name="connsiteX94" fmla="*/ 1199955 w 6447632"/>
              <a:gd name="connsiteY94" fmla="*/ 5744831 h 5753325"/>
              <a:gd name="connsiteX95" fmla="*/ 1162337 w 6447632"/>
              <a:gd name="connsiteY95" fmla="*/ 5738048 h 5753325"/>
              <a:gd name="connsiteX96" fmla="*/ 1053457 w 6447632"/>
              <a:gd name="connsiteY96" fmla="*/ 5688676 h 5753325"/>
              <a:gd name="connsiteX97" fmla="*/ 1025798 w 6447632"/>
              <a:gd name="connsiteY97" fmla="*/ 5673166 h 5753325"/>
              <a:gd name="connsiteX98" fmla="*/ 947900 w 6447632"/>
              <a:gd name="connsiteY98" fmla="*/ 5657848 h 5753325"/>
              <a:gd name="connsiteX99" fmla="*/ 815627 w 6447632"/>
              <a:gd name="connsiteY99" fmla="*/ 5642557 h 5753325"/>
              <a:gd name="connsiteX100" fmla="*/ 788251 w 6447632"/>
              <a:gd name="connsiteY100" fmla="*/ 5637065 h 5753325"/>
              <a:gd name="connsiteX101" fmla="*/ 767822 w 6447632"/>
              <a:gd name="connsiteY101" fmla="*/ 5623450 h 5753325"/>
              <a:gd name="connsiteX102" fmla="*/ 765791 w 6447632"/>
              <a:gd name="connsiteY102" fmla="*/ 5612539 h 5753325"/>
              <a:gd name="connsiteX103" fmla="*/ 751230 w 6447632"/>
              <a:gd name="connsiteY103" fmla="*/ 5608092 h 5753325"/>
              <a:gd name="connsiteX104" fmla="*/ 748008 w 6447632"/>
              <a:gd name="connsiteY104" fmla="*/ 5605052 h 5753325"/>
              <a:gd name="connsiteX105" fmla="*/ 728871 w 6447632"/>
              <a:gd name="connsiteY105" fmla="*/ 5589469 h 5753325"/>
              <a:gd name="connsiteX106" fmla="*/ 671898 w 6447632"/>
              <a:gd name="connsiteY106" fmla="*/ 5602363 h 5753325"/>
              <a:gd name="connsiteX107" fmla="*/ 615065 w 6447632"/>
              <a:gd name="connsiteY107" fmla="*/ 5580257 h 5753325"/>
              <a:gd name="connsiteX108" fmla="*/ 355785 w 6447632"/>
              <a:gd name="connsiteY108" fmla="*/ 5514383 h 5753325"/>
              <a:gd name="connsiteX109" fmla="*/ 102269 w 6447632"/>
              <a:gd name="connsiteY109" fmla="*/ 5524347 h 5753325"/>
              <a:gd name="connsiteX110" fmla="*/ 13160 w 6447632"/>
              <a:gd name="connsiteY110" fmla="*/ 5514159 h 5753325"/>
              <a:gd name="connsiteX111" fmla="*/ 0 w 6447632"/>
              <a:gd name="connsiteY111" fmla="*/ 5511735 h 5753325"/>
              <a:gd name="connsiteX112" fmla="*/ 0 w 6447632"/>
              <a:gd name="connsiteY112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426552 w 6447632"/>
              <a:gd name="connsiteY11" fmla="*/ 845805 h 5753325"/>
              <a:gd name="connsiteX12" fmla="*/ 6434072 w 6447632"/>
              <a:gd name="connsiteY12" fmla="*/ 910733 h 5753325"/>
              <a:gd name="connsiteX13" fmla="*/ 6432570 w 6447632"/>
              <a:gd name="connsiteY13" fmla="*/ 983394 h 5753325"/>
              <a:gd name="connsiteX14" fmla="*/ 6431878 w 6447632"/>
              <a:gd name="connsiteY14" fmla="*/ 1026728 h 5753325"/>
              <a:gd name="connsiteX15" fmla="*/ 6414269 w 6447632"/>
              <a:gd name="connsiteY15" fmla="*/ 1151111 h 5753325"/>
              <a:gd name="connsiteX16" fmla="*/ 6371722 w 6447632"/>
              <a:gd name="connsiteY16" fmla="*/ 1318080 h 5753325"/>
              <a:gd name="connsiteX17" fmla="*/ 6356023 w 6447632"/>
              <a:gd name="connsiteY17" fmla="*/ 1356227 h 5753325"/>
              <a:gd name="connsiteX18" fmla="*/ 6356157 w 6447632"/>
              <a:gd name="connsiteY18" fmla="*/ 1361967 h 5753325"/>
              <a:gd name="connsiteX19" fmla="*/ 6350613 w 6447632"/>
              <a:gd name="connsiteY19" fmla="*/ 1393569 h 5753325"/>
              <a:gd name="connsiteX20" fmla="*/ 6357062 w 6447632"/>
              <a:gd name="connsiteY20" fmla="*/ 1444071 h 5753325"/>
              <a:gd name="connsiteX21" fmla="*/ 6364832 w 6447632"/>
              <a:gd name="connsiteY21" fmla="*/ 1478763 h 5753325"/>
              <a:gd name="connsiteX22" fmla="*/ 6369745 w 6447632"/>
              <a:gd name="connsiteY22" fmla="*/ 1495680 h 5753325"/>
              <a:gd name="connsiteX23" fmla="*/ 6370898 w 6447632"/>
              <a:gd name="connsiteY23" fmla="*/ 1513331 h 5753325"/>
              <a:gd name="connsiteX24" fmla="*/ 6368801 w 6447632"/>
              <a:gd name="connsiteY24" fmla="*/ 1527414 h 5753325"/>
              <a:gd name="connsiteX25" fmla="*/ 6359177 w 6447632"/>
              <a:gd name="connsiteY25" fmla="*/ 1639513 h 5753325"/>
              <a:gd name="connsiteX26" fmla="*/ 6299489 w 6447632"/>
              <a:gd name="connsiteY26" fmla="*/ 1784860 h 5753325"/>
              <a:gd name="connsiteX27" fmla="*/ 6267878 w 6447632"/>
              <a:gd name="connsiteY27" fmla="*/ 1858572 h 5753325"/>
              <a:gd name="connsiteX28" fmla="*/ 6251146 w 6447632"/>
              <a:gd name="connsiteY28" fmla="*/ 1926167 h 5753325"/>
              <a:gd name="connsiteX29" fmla="*/ 6210686 w 6447632"/>
              <a:gd name="connsiteY29" fmla="*/ 2014834 h 5753325"/>
              <a:gd name="connsiteX30" fmla="*/ 6106652 w 6447632"/>
              <a:gd name="connsiteY30" fmla="*/ 2150572 h 5753325"/>
              <a:gd name="connsiteX31" fmla="*/ 6097813 w 6447632"/>
              <a:gd name="connsiteY31" fmla="*/ 2172208 h 5753325"/>
              <a:gd name="connsiteX32" fmla="*/ 6095990 w 6447632"/>
              <a:gd name="connsiteY32" fmla="*/ 2181185 h 5753325"/>
              <a:gd name="connsiteX33" fmla="*/ 6090126 w 6447632"/>
              <a:gd name="connsiteY33" fmla="*/ 2192533 h 5753325"/>
              <a:gd name="connsiteX34" fmla="*/ 6089503 w 6447632"/>
              <a:gd name="connsiteY34" fmla="*/ 2192543 h 5753325"/>
              <a:gd name="connsiteX35" fmla="*/ 6084946 w 6447632"/>
              <a:gd name="connsiteY35" fmla="*/ 2203694 h 5753325"/>
              <a:gd name="connsiteX36" fmla="*/ 5987861 w 6447632"/>
              <a:gd name="connsiteY36" fmla="*/ 2304868 h 5753325"/>
              <a:gd name="connsiteX37" fmla="*/ 5973439 w 6447632"/>
              <a:gd name="connsiteY37" fmla="*/ 2385635 h 5753325"/>
              <a:gd name="connsiteX38" fmla="*/ 5916727 w 6447632"/>
              <a:gd name="connsiteY38" fmla="*/ 2458777 h 5753325"/>
              <a:gd name="connsiteX39" fmla="*/ 5856524 w 6447632"/>
              <a:gd name="connsiteY39" fmla="*/ 2583281 h 5753325"/>
              <a:gd name="connsiteX40" fmla="*/ 5838091 w 6447632"/>
              <a:gd name="connsiteY40" fmla="*/ 2753474 h 5753325"/>
              <a:gd name="connsiteX41" fmla="*/ 5777471 w 6447632"/>
              <a:gd name="connsiteY41" fmla="*/ 2901570 h 5753325"/>
              <a:gd name="connsiteX42" fmla="*/ 5723992 w 6447632"/>
              <a:gd name="connsiteY42" fmla="*/ 2998752 h 5753325"/>
              <a:gd name="connsiteX43" fmla="*/ 5557886 w 6447632"/>
              <a:gd name="connsiteY43" fmla="*/ 3329735 h 5753325"/>
              <a:gd name="connsiteX44" fmla="*/ 5471501 w 6447632"/>
              <a:gd name="connsiteY44" fmla="*/ 3462221 h 5753325"/>
              <a:gd name="connsiteX45" fmla="*/ 5465154 w 6447632"/>
              <a:gd name="connsiteY45" fmla="*/ 3541065 h 5753325"/>
              <a:gd name="connsiteX46" fmla="*/ 5437889 w 6447632"/>
              <a:gd name="connsiteY46" fmla="*/ 3559927 h 5753325"/>
              <a:gd name="connsiteX47" fmla="*/ 5432770 w 6447632"/>
              <a:gd name="connsiteY47" fmla="*/ 3562948 h 5753325"/>
              <a:gd name="connsiteX48" fmla="*/ 5406795 w 6447632"/>
              <a:gd name="connsiteY48" fmla="*/ 3578594 h 5753325"/>
              <a:gd name="connsiteX49" fmla="*/ 5381495 w 6447632"/>
              <a:gd name="connsiteY49" fmla="*/ 3599883 h 5753325"/>
              <a:gd name="connsiteX50" fmla="*/ 5363689 w 6447632"/>
              <a:gd name="connsiteY50" fmla="*/ 3633299 h 5753325"/>
              <a:gd name="connsiteX51" fmla="*/ 5291870 w 6447632"/>
              <a:gd name="connsiteY51" fmla="*/ 3799039 h 5753325"/>
              <a:gd name="connsiteX52" fmla="*/ 5241600 w 6447632"/>
              <a:gd name="connsiteY52" fmla="*/ 3894238 h 5753325"/>
              <a:gd name="connsiteX53" fmla="*/ 5211041 w 6447632"/>
              <a:gd name="connsiteY53" fmla="*/ 3924184 h 5753325"/>
              <a:gd name="connsiteX54" fmla="*/ 5176073 w 6447632"/>
              <a:gd name="connsiteY54" fmla="*/ 3970179 h 5753325"/>
              <a:gd name="connsiteX55" fmla="*/ 5172826 w 6447632"/>
              <a:gd name="connsiteY55" fmla="*/ 3991773 h 5753325"/>
              <a:gd name="connsiteX56" fmla="*/ 5157053 w 6447632"/>
              <a:gd name="connsiteY56" fmla="*/ 3997708 h 5753325"/>
              <a:gd name="connsiteX57" fmla="*/ 5127922 w 6447632"/>
              <a:gd name="connsiteY57" fmla="*/ 4022660 h 5753325"/>
              <a:gd name="connsiteX58" fmla="*/ 5020872 w 6447632"/>
              <a:gd name="connsiteY58" fmla="*/ 4075951 h 5753325"/>
              <a:gd name="connsiteX59" fmla="*/ 4991410 w 6447632"/>
              <a:gd name="connsiteY59" fmla="*/ 4087598 h 5753325"/>
              <a:gd name="connsiteX60" fmla="*/ 4930112 w 6447632"/>
              <a:gd name="connsiteY60" fmla="*/ 4138459 h 5753325"/>
              <a:gd name="connsiteX61" fmla="*/ 4834224 w 6447632"/>
              <a:gd name="connsiteY61" fmla="*/ 4231643 h 5753325"/>
              <a:gd name="connsiteX62" fmla="*/ 4812599 w 6447632"/>
              <a:gd name="connsiteY62" fmla="*/ 4249449 h 5753325"/>
              <a:gd name="connsiteX63" fmla="*/ 4789188 w 6447632"/>
              <a:gd name="connsiteY63" fmla="*/ 4256678 h 5753325"/>
              <a:gd name="connsiteX64" fmla="*/ 4779554 w 6447632"/>
              <a:gd name="connsiteY64" fmla="*/ 4251313 h 5753325"/>
              <a:gd name="connsiteX65" fmla="*/ 4766885 w 6447632"/>
              <a:gd name="connsiteY65" fmla="*/ 4259812 h 5753325"/>
              <a:gd name="connsiteX66" fmla="*/ 4762510 w 6447632"/>
              <a:gd name="connsiteY66" fmla="*/ 4260383 h 5753325"/>
              <a:gd name="connsiteX67" fmla="*/ 4738416 w 6447632"/>
              <a:gd name="connsiteY67" fmla="*/ 4265355 h 5753325"/>
              <a:gd name="connsiteX68" fmla="*/ 4712007 w 6447632"/>
              <a:gd name="connsiteY68" fmla="*/ 4317892 h 5753325"/>
              <a:gd name="connsiteX69" fmla="*/ 4658930 w 6447632"/>
              <a:gd name="connsiteY69" fmla="*/ 4348041 h 5753325"/>
              <a:gd name="connsiteX70" fmla="*/ 4443526 w 6447632"/>
              <a:gd name="connsiteY70" fmla="*/ 4507851 h 5753325"/>
              <a:gd name="connsiteX71" fmla="*/ 4289766 w 6447632"/>
              <a:gd name="connsiteY71" fmla="*/ 4711450 h 5753325"/>
              <a:gd name="connsiteX72" fmla="*/ 4150870 w 6447632"/>
              <a:gd name="connsiteY72" fmla="*/ 4818480 h 5753325"/>
              <a:gd name="connsiteX73" fmla="*/ 4006639 w 6447632"/>
              <a:gd name="connsiteY73" fmla="*/ 4933815 h 5753325"/>
              <a:gd name="connsiteX74" fmla="*/ 3298210 w 6447632"/>
              <a:gd name="connsiteY74" fmla="*/ 5070790 h 5753325"/>
              <a:gd name="connsiteX75" fmla="*/ 2947678 w 6447632"/>
              <a:gd name="connsiteY75" fmla="*/ 5117869 h 5753325"/>
              <a:gd name="connsiteX76" fmla="*/ 2822169 w 6447632"/>
              <a:gd name="connsiteY76" fmla="*/ 5129396 h 5753325"/>
              <a:gd name="connsiteX77" fmla="*/ 2538773 w 6447632"/>
              <a:gd name="connsiteY77" fmla="*/ 5313397 h 5753325"/>
              <a:gd name="connsiteX78" fmla="*/ 2014500 w 6447632"/>
              <a:gd name="connsiteY78" fmla="*/ 5519744 h 5753325"/>
              <a:gd name="connsiteX79" fmla="*/ 1934391 w 6447632"/>
              <a:gd name="connsiteY79" fmla="*/ 5591335 h 5753325"/>
              <a:gd name="connsiteX80" fmla="*/ 1892550 w 6447632"/>
              <a:gd name="connsiteY80" fmla="*/ 5649708 h 5753325"/>
              <a:gd name="connsiteX81" fmla="*/ 1854769 w 6447632"/>
              <a:gd name="connsiteY81" fmla="*/ 5647691 h 5753325"/>
              <a:gd name="connsiteX82" fmla="*/ 1809461 w 6447632"/>
              <a:gd name="connsiteY82" fmla="*/ 5648628 h 5753325"/>
              <a:gd name="connsiteX83" fmla="*/ 1745150 w 6447632"/>
              <a:gd name="connsiteY83" fmla="*/ 5693879 h 5753325"/>
              <a:gd name="connsiteX84" fmla="*/ 1713375 w 6447632"/>
              <a:gd name="connsiteY84" fmla="*/ 5684672 h 5753325"/>
              <a:gd name="connsiteX85" fmla="*/ 1707808 w 6447632"/>
              <a:gd name="connsiteY85" fmla="*/ 5682611 h 5753325"/>
              <a:gd name="connsiteX86" fmla="*/ 1679313 w 6447632"/>
              <a:gd name="connsiteY86" fmla="*/ 5672360 h 5753325"/>
              <a:gd name="connsiteX87" fmla="*/ 1646933 w 6447632"/>
              <a:gd name="connsiteY87" fmla="*/ 5666227 h 5753325"/>
              <a:gd name="connsiteX88" fmla="*/ 1610055 w 6447632"/>
              <a:gd name="connsiteY88" fmla="*/ 5673643 h 5753325"/>
              <a:gd name="connsiteX89" fmla="*/ 1437641 w 6447632"/>
              <a:gd name="connsiteY89" fmla="*/ 5723266 h 5753325"/>
              <a:gd name="connsiteX90" fmla="*/ 1332869 w 6447632"/>
              <a:gd name="connsiteY90" fmla="*/ 5744752 h 5753325"/>
              <a:gd name="connsiteX91" fmla="*/ 1290525 w 6447632"/>
              <a:gd name="connsiteY91" fmla="*/ 5740036 h 5753325"/>
              <a:gd name="connsiteX92" fmla="*/ 1233107 w 6447632"/>
              <a:gd name="connsiteY92" fmla="*/ 5742106 h 5753325"/>
              <a:gd name="connsiteX93" fmla="*/ 1214532 w 6447632"/>
              <a:gd name="connsiteY93" fmla="*/ 5753325 h 5753325"/>
              <a:gd name="connsiteX94" fmla="*/ 1199955 w 6447632"/>
              <a:gd name="connsiteY94" fmla="*/ 5744831 h 5753325"/>
              <a:gd name="connsiteX95" fmla="*/ 1162337 w 6447632"/>
              <a:gd name="connsiteY95" fmla="*/ 5738048 h 5753325"/>
              <a:gd name="connsiteX96" fmla="*/ 1053457 w 6447632"/>
              <a:gd name="connsiteY96" fmla="*/ 5688676 h 5753325"/>
              <a:gd name="connsiteX97" fmla="*/ 1025798 w 6447632"/>
              <a:gd name="connsiteY97" fmla="*/ 5673166 h 5753325"/>
              <a:gd name="connsiteX98" fmla="*/ 947900 w 6447632"/>
              <a:gd name="connsiteY98" fmla="*/ 5657848 h 5753325"/>
              <a:gd name="connsiteX99" fmla="*/ 815627 w 6447632"/>
              <a:gd name="connsiteY99" fmla="*/ 5642557 h 5753325"/>
              <a:gd name="connsiteX100" fmla="*/ 788251 w 6447632"/>
              <a:gd name="connsiteY100" fmla="*/ 5637065 h 5753325"/>
              <a:gd name="connsiteX101" fmla="*/ 767822 w 6447632"/>
              <a:gd name="connsiteY101" fmla="*/ 5623450 h 5753325"/>
              <a:gd name="connsiteX102" fmla="*/ 765791 w 6447632"/>
              <a:gd name="connsiteY102" fmla="*/ 5612539 h 5753325"/>
              <a:gd name="connsiteX103" fmla="*/ 751230 w 6447632"/>
              <a:gd name="connsiteY103" fmla="*/ 5608092 h 5753325"/>
              <a:gd name="connsiteX104" fmla="*/ 748008 w 6447632"/>
              <a:gd name="connsiteY104" fmla="*/ 5605052 h 5753325"/>
              <a:gd name="connsiteX105" fmla="*/ 728871 w 6447632"/>
              <a:gd name="connsiteY105" fmla="*/ 5589469 h 5753325"/>
              <a:gd name="connsiteX106" fmla="*/ 671898 w 6447632"/>
              <a:gd name="connsiteY106" fmla="*/ 5602363 h 5753325"/>
              <a:gd name="connsiteX107" fmla="*/ 615065 w 6447632"/>
              <a:gd name="connsiteY107" fmla="*/ 5580257 h 5753325"/>
              <a:gd name="connsiteX108" fmla="*/ 355785 w 6447632"/>
              <a:gd name="connsiteY108" fmla="*/ 5514383 h 5753325"/>
              <a:gd name="connsiteX109" fmla="*/ 102269 w 6447632"/>
              <a:gd name="connsiteY109" fmla="*/ 5524347 h 5753325"/>
              <a:gd name="connsiteX110" fmla="*/ 13160 w 6447632"/>
              <a:gd name="connsiteY110" fmla="*/ 5514159 h 5753325"/>
              <a:gd name="connsiteX111" fmla="*/ 0 w 6447632"/>
              <a:gd name="connsiteY111" fmla="*/ 5511735 h 5753325"/>
              <a:gd name="connsiteX112" fmla="*/ 0 w 6447632"/>
              <a:gd name="connsiteY112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434072 w 6447632"/>
              <a:gd name="connsiteY12" fmla="*/ 910733 h 5753325"/>
              <a:gd name="connsiteX13" fmla="*/ 6432570 w 6447632"/>
              <a:gd name="connsiteY13" fmla="*/ 983394 h 5753325"/>
              <a:gd name="connsiteX14" fmla="*/ 6431878 w 6447632"/>
              <a:gd name="connsiteY14" fmla="*/ 1026728 h 5753325"/>
              <a:gd name="connsiteX15" fmla="*/ 6414269 w 6447632"/>
              <a:gd name="connsiteY15" fmla="*/ 1151111 h 5753325"/>
              <a:gd name="connsiteX16" fmla="*/ 6371722 w 6447632"/>
              <a:gd name="connsiteY16" fmla="*/ 1318080 h 5753325"/>
              <a:gd name="connsiteX17" fmla="*/ 6356023 w 6447632"/>
              <a:gd name="connsiteY17" fmla="*/ 1356227 h 5753325"/>
              <a:gd name="connsiteX18" fmla="*/ 6356157 w 6447632"/>
              <a:gd name="connsiteY18" fmla="*/ 1361967 h 5753325"/>
              <a:gd name="connsiteX19" fmla="*/ 6350613 w 6447632"/>
              <a:gd name="connsiteY19" fmla="*/ 1393569 h 5753325"/>
              <a:gd name="connsiteX20" fmla="*/ 6357062 w 6447632"/>
              <a:gd name="connsiteY20" fmla="*/ 1444071 h 5753325"/>
              <a:gd name="connsiteX21" fmla="*/ 6364832 w 6447632"/>
              <a:gd name="connsiteY21" fmla="*/ 1478763 h 5753325"/>
              <a:gd name="connsiteX22" fmla="*/ 6369745 w 6447632"/>
              <a:gd name="connsiteY22" fmla="*/ 1495680 h 5753325"/>
              <a:gd name="connsiteX23" fmla="*/ 6370898 w 6447632"/>
              <a:gd name="connsiteY23" fmla="*/ 1513331 h 5753325"/>
              <a:gd name="connsiteX24" fmla="*/ 6368801 w 6447632"/>
              <a:gd name="connsiteY24" fmla="*/ 1527414 h 5753325"/>
              <a:gd name="connsiteX25" fmla="*/ 6359177 w 6447632"/>
              <a:gd name="connsiteY25" fmla="*/ 1639513 h 5753325"/>
              <a:gd name="connsiteX26" fmla="*/ 6299489 w 6447632"/>
              <a:gd name="connsiteY26" fmla="*/ 1784860 h 5753325"/>
              <a:gd name="connsiteX27" fmla="*/ 6267878 w 6447632"/>
              <a:gd name="connsiteY27" fmla="*/ 1858572 h 5753325"/>
              <a:gd name="connsiteX28" fmla="*/ 6251146 w 6447632"/>
              <a:gd name="connsiteY28" fmla="*/ 1926167 h 5753325"/>
              <a:gd name="connsiteX29" fmla="*/ 6210686 w 6447632"/>
              <a:gd name="connsiteY29" fmla="*/ 2014834 h 5753325"/>
              <a:gd name="connsiteX30" fmla="*/ 6106652 w 6447632"/>
              <a:gd name="connsiteY30" fmla="*/ 2150572 h 5753325"/>
              <a:gd name="connsiteX31" fmla="*/ 6097813 w 6447632"/>
              <a:gd name="connsiteY31" fmla="*/ 2172208 h 5753325"/>
              <a:gd name="connsiteX32" fmla="*/ 6095990 w 6447632"/>
              <a:gd name="connsiteY32" fmla="*/ 2181185 h 5753325"/>
              <a:gd name="connsiteX33" fmla="*/ 6090126 w 6447632"/>
              <a:gd name="connsiteY33" fmla="*/ 2192533 h 5753325"/>
              <a:gd name="connsiteX34" fmla="*/ 6089503 w 6447632"/>
              <a:gd name="connsiteY34" fmla="*/ 2192543 h 5753325"/>
              <a:gd name="connsiteX35" fmla="*/ 6084946 w 6447632"/>
              <a:gd name="connsiteY35" fmla="*/ 2203694 h 5753325"/>
              <a:gd name="connsiteX36" fmla="*/ 5987861 w 6447632"/>
              <a:gd name="connsiteY36" fmla="*/ 2304868 h 5753325"/>
              <a:gd name="connsiteX37" fmla="*/ 5973439 w 6447632"/>
              <a:gd name="connsiteY37" fmla="*/ 2385635 h 5753325"/>
              <a:gd name="connsiteX38" fmla="*/ 5916727 w 6447632"/>
              <a:gd name="connsiteY38" fmla="*/ 2458777 h 5753325"/>
              <a:gd name="connsiteX39" fmla="*/ 5856524 w 6447632"/>
              <a:gd name="connsiteY39" fmla="*/ 2583281 h 5753325"/>
              <a:gd name="connsiteX40" fmla="*/ 5838091 w 6447632"/>
              <a:gd name="connsiteY40" fmla="*/ 2753474 h 5753325"/>
              <a:gd name="connsiteX41" fmla="*/ 5777471 w 6447632"/>
              <a:gd name="connsiteY41" fmla="*/ 2901570 h 5753325"/>
              <a:gd name="connsiteX42" fmla="*/ 5723992 w 6447632"/>
              <a:gd name="connsiteY42" fmla="*/ 2998752 h 5753325"/>
              <a:gd name="connsiteX43" fmla="*/ 5557886 w 6447632"/>
              <a:gd name="connsiteY43" fmla="*/ 3329735 h 5753325"/>
              <a:gd name="connsiteX44" fmla="*/ 5471501 w 6447632"/>
              <a:gd name="connsiteY44" fmla="*/ 3462221 h 5753325"/>
              <a:gd name="connsiteX45" fmla="*/ 5465154 w 6447632"/>
              <a:gd name="connsiteY45" fmla="*/ 3541065 h 5753325"/>
              <a:gd name="connsiteX46" fmla="*/ 5437889 w 6447632"/>
              <a:gd name="connsiteY46" fmla="*/ 3559927 h 5753325"/>
              <a:gd name="connsiteX47" fmla="*/ 5432770 w 6447632"/>
              <a:gd name="connsiteY47" fmla="*/ 3562948 h 5753325"/>
              <a:gd name="connsiteX48" fmla="*/ 5406795 w 6447632"/>
              <a:gd name="connsiteY48" fmla="*/ 3578594 h 5753325"/>
              <a:gd name="connsiteX49" fmla="*/ 5381495 w 6447632"/>
              <a:gd name="connsiteY49" fmla="*/ 3599883 h 5753325"/>
              <a:gd name="connsiteX50" fmla="*/ 5363689 w 6447632"/>
              <a:gd name="connsiteY50" fmla="*/ 3633299 h 5753325"/>
              <a:gd name="connsiteX51" fmla="*/ 5291870 w 6447632"/>
              <a:gd name="connsiteY51" fmla="*/ 3799039 h 5753325"/>
              <a:gd name="connsiteX52" fmla="*/ 5241600 w 6447632"/>
              <a:gd name="connsiteY52" fmla="*/ 3894238 h 5753325"/>
              <a:gd name="connsiteX53" fmla="*/ 5211041 w 6447632"/>
              <a:gd name="connsiteY53" fmla="*/ 3924184 h 5753325"/>
              <a:gd name="connsiteX54" fmla="*/ 5176073 w 6447632"/>
              <a:gd name="connsiteY54" fmla="*/ 3970179 h 5753325"/>
              <a:gd name="connsiteX55" fmla="*/ 5172826 w 6447632"/>
              <a:gd name="connsiteY55" fmla="*/ 3991773 h 5753325"/>
              <a:gd name="connsiteX56" fmla="*/ 5157053 w 6447632"/>
              <a:gd name="connsiteY56" fmla="*/ 3997708 h 5753325"/>
              <a:gd name="connsiteX57" fmla="*/ 5127922 w 6447632"/>
              <a:gd name="connsiteY57" fmla="*/ 4022660 h 5753325"/>
              <a:gd name="connsiteX58" fmla="*/ 5020872 w 6447632"/>
              <a:gd name="connsiteY58" fmla="*/ 4075951 h 5753325"/>
              <a:gd name="connsiteX59" fmla="*/ 4991410 w 6447632"/>
              <a:gd name="connsiteY59" fmla="*/ 4087598 h 5753325"/>
              <a:gd name="connsiteX60" fmla="*/ 4930112 w 6447632"/>
              <a:gd name="connsiteY60" fmla="*/ 4138459 h 5753325"/>
              <a:gd name="connsiteX61" fmla="*/ 4834224 w 6447632"/>
              <a:gd name="connsiteY61" fmla="*/ 4231643 h 5753325"/>
              <a:gd name="connsiteX62" fmla="*/ 4812599 w 6447632"/>
              <a:gd name="connsiteY62" fmla="*/ 4249449 h 5753325"/>
              <a:gd name="connsiteX63" fmla="*/ 4789188 w 6447632"/>
              <a:gd name="connsiteY63" fmla="*/ 4256678 h 5753325"/>
              <a:gd name="connsiteX64" fmla="*/ 4779554 w 6447632"/>
              <a:gd name="connsiteY64" fmla="*/ 4251313 h 5753325"/>
              <a:gd name="connsiteX65" fmla="*/ 4766885 w 6447632"/>
              <a:gd name="connsiteY65" fmla="*/ 4259812 h 5753325"/>
              <a:gd name="connsiteX66" fmla="*/ 4762510 w 6447632"/>
              <a:gd name="connsiteY66" fmla="*/ 4260383 h 5753325"/>
              <a:gd name="connsiteX67" fmla="*/ 4738416 w 6447632"/>
              <a:gd name="connsiteY67" fmla="*/ 4265355 h 5753325"/>
              <a:gd name="connsiteX68" fmla="*/ 4712007 w 6447632"/>
              <a:gd name="connsiteY68" fmla="*/ 4317892 h 5753325"/>
              <a:gd name="connsiteX69" fmla="*/ 4658930 w 6447632"/>
              <a:gd name="connsiteY69" fmla="*/ 4348041 h 5753325"/>
              <a:gd name="connsiteX70" fmla="*/ 4443526 w 6447632"/>
              <a:gd name="connsiteY70" fmla="*/ 4507851 h 5753325"/>
              <a:gd name="connsiteX71" fmla="*/ 4289766 w 6447632"/>
              <a:gd name="connsiteY71" fmla="*/ 4711450 h 5753325"/>
              <a:gd name="connsiteX72" fmla="*/ 4150870 w 6447632"/>
              <a:gd name="connsiteY72" fmla="*/ 4818480 h 5753325"/>
              <a:gd name="connsiteX73" fmla="*/ 4006639 w 6447632"/>
              <a:gd name="connsiteY73" fmla="*/ 4933815 h 5753325"/>
              <a:gd name="connsiteX74" fmla="*/ 3298210 w 6447632"/>
              <a:gd name="connsiteY74" fmla="*/ 5070790 h 5753325"/>
              <a:gd name="connsiteX75" fmla="*/ 2947678 w 6447632"/>
              <a:gd name="connsiteY75" fmla="*/ 5117869 h 5753325"/>
              <a:gd name="connsiteX76" fmla="*/ 2822169 w 6447632"/>
              <a:gd name="connsiteY76" fmla="*/ 5129396 h 5753325"/>
              <a:gd name="connsiteX77" fmla="*/ 2538773 w 6447632"/>
              <a:gd name="connsiteY77" fmla="*/ 5313397 h 5753325"/>
              <a:gd name="connsiteX78" fmla="*/ 2014500 w 6447632"/>
              <a:gd name="connsiteY78" fmla="*/ 5519744 h 5753325"/>
              <a:gd name="connsiteX79" fmla="*/ 1934391 w 6447632"/>
              <a:gd name="connsiteY79" fmla="*/ 5591335 h 5753325"/>
              <a:gd name="connsiteX80" fmla="*/ 1892550 w 6447632"/>
              <a:gd name="connsiteY80" fmla="*/ 5649708 h 5753325"/>
              <a:gd name="connsiteX81" fmla="*/ 1854769 w 6447632"/>
              <a:gd name="connsiteY81" fmla="*/ 5647691 h 5753325"/>
              <a:gd name="connsiteX82" fmla="*/ 1809461 w 6447632"/>
              <a:gd name="connsiteY82" fmla="*/ 5648628 h 5753325"/>
              <a:gd name="connsiteX83" fmla="*/ 1745150 w 6447632"/>
              <a:gd name="connsiteY83" fmla="*/ 5693879 h 5753325"/>
              <a:gd name="connsiteX84" fmla="*/ 1713375 w 6447632"/>
              <a:gd name="connsiteY84" fmla="*/ 5684672 h 5753325"/>
              <a:gd name="connsiteX85" fmla="*/ 1707808 w 6447632"/>
              <a:gd name="connsiteY85" fmla="*/ 5682611 h 5753325"/>
              <a:gd name="connsiteX86" fmla="*/ 1679313 w 6447632"/>
              <a:gd name="connsiteY86" fmla="*/ 5672360 h 5753325"/>
              <a:gd name="connsiteX87" fmla="*/ 1646933 w 6447632"/>
              <a:gd name="connsiteY87" fmla="*/ 5666227 h 5753325"/>
              <a:gd name="connsiteX88" fmla="*/ 1610055 w 6447632"/>
              <a:gd name="connsiteY88" fmla="*/ 5673643 h 5753325"/>
              <a:gd name="connsiteX89" fmla="*/ 1437641 w 6447632"/>
              <a:gd name="connsiteY89" fmla="*/ 5723266 h 5753325"/>
              <a:gd name="connsiteX90" fmla="*/ 1332869 w 6447632"/>
              <a:gd name="connsiteY90" fmla="*/ 5744752 h 5753325"/>
              <a:gd name="connsiteX91" fmla="*/ 1290525 w 6447632"/>
              <a:gd name="connsiteY91" fmla="*/ 5740036 h 5753325"/>
              <a:gd name="connsiteX92" fmla="*/ 1233107 w 6447632"/>
              <a:gd name="connsiteY92" fmla="*/ 5742106 h 5753325"/>
              <a:gd name="connsiteX93" fmla="*/ 1214532 w 6447632"/>
              <a:gd name="connsiteY93" fmla="*/ 5753325 h 5753325"/>
              <a:gd name="connsiteX94" fmla="*/ 1199955 w 6447632"/>
              <a:gd name="connsiteY94" fmla="*/ 5744831 h 5753325"/>
              <a:gd name="connsiteX95" fmla="*/ 1162337 w 6447632"/>
              <a:gd name="connsiteY95" fmla="*/ 5738048 h 5753325"/>
              <a:gd name="connsiteX96" fmla="*/ 1053457 w 6447632"/>
              <a:gd name="connsiteY96" fmla="*/ 5688676 h 5753325"/>
              <a:gd name="connsiteX97" fmla="*/ 1025798 w 6447632"/>
              <a:gd name="connsiteY97" fmla="*/ 5673166 h 5753325"/>
              <a:gd name="connsiteX98" fmla="*/ 947900 w 6447632"/>
              <a:gd name="connsiteY98" fmla="*/ 5657848 h 5753325"/>
              <a:gd name="connsiteX99" fmla="*/ 815627 w 6447632"/>
              <a:gd name="connsiteY99" fmla="*/ 5642557 h 5753325"/>
              <a:gd name="connsiteX100" fmla="*/ 788251 w 6447632"/>
              <a:gd name="connsiteY100" fmla="*/ 5637065 h 5753325"/>
              <a:gd name="connsiteX101" fmla="*/ 767822 w 6447632"/>
              <a:gd name="connsiteY101" fmla="*/ 5623450 h 5753325"/>
              <a:gd name="connsiteX102" fmla="*/ 765791 w 6447632"/>
              <a:gd name="connsiteY102" fmla="*/ 5612539 h 5753325"/>
              <a:gd name="connsiteX103" fmla="*/ 751230 w 6447632"/>
              <a:gd name="connsiteY103" fmla="*/ 5608092 h 5753325"/>
              <a:gd name="connsiteX104" fmla="*/ 748008 w 6447632"/>
              <a:gd name="connsiteY104" fmla="*/ 5605052 h 5753325"/>
              <a:gd name="connsiteX105" fmla="*/ 728871 w 6447632"/>
              <a:gd name="connsiteY105" fmla="*/ 5589469 h 5753325"/>
              <a:gd name="connsiteX106" fmla="*/ 671898 w 6447632"/>
              <a:gd name="connsiteY106" fmla="*/ 5602363 h 5753325"/>
              <a:gd name="connsiteX107" fmla="*/ 615065 w 6447632"/>
              <a:gd name="connsiteY107" fmla="*/ 5580257 h 5753325"/>
              <a:gd name="connsiteX108" fmla="*/ 355785 w 6447632"/>
              <a:gd name="connsiteY108" fmla="*/ 5514383 h 5753325"/>
              <a:gd name="connsiteX109" fmla="*/ 102269 w 6447632"/>
              <a:gd name="connsiteY109" fmla="*/ 5524347 h 5753325"/>
              <a:gd name="connsiteX110" fmla="*/ 13160 w 6447632"/>
              <a:gd name="connsiteY110" fmla="*/ 5514159 h 5753325"/>
              <a:gd name="connsiteX111" fmla="*/ 0 w 6447632"/>
              <a:gd name="connsiteY111" fmla="*/ 5511735 h 5753325"/>
              <a:gd name="connsiteX112" fmla="*/ 0 w 6447632"/>
              <a:gd name="connsiteY112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434072 w 6447632"/>
              <a:gd name="connsiteY12" fmla="*/ 910733 h 5753325"/>
              <a:gd name="connsiteX13" fmla="*/ 6432570 w 6447632"/>
              <a:gd name="connsiteY13" fmla="*/ 983394 h 5753325"/>
              <a:gd name="connsiteX14" fmla="*/ 6431878 w 6447632"/>
              <a:gd name="connsiteY14" fmla="*/ 1026728 h 5753325"/>
              <a:gd name="connsiteX15" fmla="*/ 6362266 w 6447632"/>
              <a:gd name="connsiteY15" fmla="*/ 1151111 h 5753325"/>
              <a:gd name="connsiteX16" fmla="*/ 6371722 w 6447632"/>
              <a:gd name="connsiteY16" fmla="*/ 1318080 h 5753325"/>
              <a:gd name="connsiteX17" fmla="*/ 6356023 w 6447632"/>
              <a:gd name="connsiteY17" fmla="*/ 1356227 h 5753325"/>
              <a:gd name="connsiteX18" fmla="*/ 6356157 w 6447632"/>
              <a:gd name="connsiteY18" fmla="*/ 1361967 h 5753325"/>
              <a:gd name="connsiteX19" fmla="*/ 6350613 w 6447632"/>
              <a:gd name="connsiteY19" fmla="*/ 1393569 h 5753325"/>
              <a:gd name="connsiteX20" fmla="*/ 6357062 w 6447632"/>
              <a:gd name="connsiteY20" fmla="*/ 1444071 h 5753325"/>
              <a:gd name="connsiteX21" fmla="*/ 6364832 w 6447632"/>
              <a:gd name="connsiteY21" fmla="*/ 1478763 h 5753325"/>
              <a:gd name="connsiteX22" fmla="*/ 6369745 w 6447632"/>
              <a:gd name="connsiteY22" fmla="*/ 1495680 h 5753325"/>
              <a:gd name="connsiteX23" fmla="*/ 6370898 w 6447632"/>
              <a:gd name="connsiteY23" fmla="*/ 1513331 h 5753325"/>
              <a:gd name="connsiteX24" fmla="*/ 6368801 w 6447632"/>
              <a:gd name="connsiteY24" fmla="*/ 1527414 h 5753325"/>
              <a:gd name="connsiteX25" fmla="*/ 6359177 w 6447632"/>
              <a:gd name="connsiteY25" fmla="*/ 1639513 h 5753325"/>
              <a:gd name="connsiteX26" fmla="*/ 6299489 w 6447632"/>
              <a:gd name="connsiteY26" fmla="*/ 1784860 h 5753325"/>
              <a:gd name="connsiteX27" fmla="*/ 6267878 w 6447632"/>
              <a:gd name="connsiteY27" fmla="*/ 1858572 h 5753325"/>
              <a:gd name="connsiteX28" fmla="*/ 6251146 w 6447632"/>
              <a:gd name="connsiteY28" fmla="*/ 1926167 h 5753325"/>
              <a:gd name="connsiteX29" fmla="*/ 6210686 w 6447632"/>
              <a:gd name="connsiteY29" fmla="*/ 2014834 h 5753325"/>
              <a:gd name="connsiteX30" fmla="*/ 6106652 w 6447632"/>
              <a:gd name="connsiteY30" fmla="*/ 2150572 h 5753325"/>
              <a:gd name="connsiteX31" fmla="*/ 6097813 w 6447632"/>
              <a:gd name="connsiteY31" fmla="*/ 2172208 h 5753325"/>
              <a:gd name="connsiteX32" fmla="*/ 6095990 w 6447632"/>
              <a:gd name="connsiteY32" fmla="*/ 2181185 h 5753325"/>
              <a:gd name="connsiteX33" fmla="*/ 6090126 w 6447632"/>
              <a:gd name="connsiteY33" fmla="*/ 2192533 h 5753325"/>
              <a:gd name="connsiteX34" fmla="*/ 6089503 w 6447632"/>
              <a:gd name="connsiteY34" fmla="*/ 2192543 h 5753325"/>
              <a:gd name="connsiteX35" fmla="*/ 6084946 w 6447632"/>
              <a:gd name="connsiteY35" fmla="*/ 2203694 h 5753325"/>
              <a:gd name="connsiteX36" fmla="*/ 5987861 w 6447632"/>
              <a:gd name="connsiteY36" fmla="*/ 2304868 h 5753325"/>
              <a:gd name="connsiteX37" fmla="*/ 5973439 w 6447632"/>
              <a:gd name="connsiteY37" fmla="*/ 2385635 h 5753325"/>
              <a:gd name="connsiteX38" fmla="*/ 5916727 w 6447632"/>
              <a:gd name="connsiteY38" fmla="*/ 2458777 h 5753325"/>
              <a:gd name="connsiteX39" fmla="*/ 5856524 w 6447632"/>
              <a:gd name="connsiteY39" fmla="*/ 2583281 h 5753325"/>
              <a:gd name="connsiteX40" fmla="*/ 5838091 w 6447632"/>
              <a:gd name="connsiteY40" fmla="*/ 2753474 h 5753325"/>
              <a:gd name="connsiteX41" fmla="*/ 5777471 w 6447632"/>
              <a:gd name="connsiteY41" fmla="*/ 2901570 h 5753325"/>
              <a:gd name="connsiteX42" fmla="*/ 5723992 w 6447632"/>
              <a:gd name="connsiteY42" fmla="*/ 2998752 h 5753325"/>
              <a:gd name="connsiteX43" fmla="*/ 5557886 w 6447632"/>
              <a:gd name="connsiteY43" fmla="*/ 3329735 h 5753325"/>
              <a:gd name="connsiteX44" fmla="*/ 5471501 w 6447632"/>
              <a:gd name="connsiteY44" fmla="*/ 3462221 h 5753325"/>
              <a:gd name="connsiteX45" fmla="*/ 5465154 w 6447632"/>
              <a:gd name="connsiteY45" fmla="*/ 3541065 h 5753325"/>
              <a:gd name="connsiteX46" fmla="*/ 5437889 w 6447632"/>
              <a:gd name="connsiteY46" fmla="*/ 3559927 h 5753325"/>
              <a:gd name="connsiteX47" fmla="*/ 5432770 w 6447632"/>
              <a:gd name="connsiteY47" fmla="*/ 3562948 h 5753325"/>
              <a:gd name="connsiteX48" fmla="*/ 5406795 w 6447632"/>
              <a:gd name="connsiteY48" fmla="*/ 3578594 h 5753325"/>
              <a:gd name="connsiteX49" fmla="*/ 5381495 w 6447632"/>
              <a:gd name="connsiteY49" fmla="*/ 3599883 h 5753325"/>
              <a:gd name="connsiteX50" fmla="*/ 5363689 w 6447632"/>
              <a:gd name="connsiteY50" fmla="*/ 3633299 h 5753325"/>
              <a:gd name="connsiteX51" fmla="*/ 5291870 w 6447632"/>
              <a:gd name="connsiteY51" fmla="*/ 3799039 h 5753325"/>
              <a:gd name="connsiteX52" fmla="*/ 5241600 w 6447632"/>
              <a:gd name="connsiteY52" fmla="*/ 3894238 h 5753325"/>
              <a:gd name="connsiteX53" fmla="*/ 5211041 w 6447632"/>
              <a:gd name="connsiteY53" fmla="*/ 3924184 h 5753325"/>
              <a:gd name="connsiteX54" fmla="*/ 5176073 w 6447632"/>
              <a:gd name="connsiteY54" fmla="*/ 3970179 h 5753325"/>
              <a:gd name="connsiteX55" fmla="*/ 5172826 w 6447632"/>
              <a:gd name="connsiteY55" fmla="*/ 3991773 h 5753325"/>
              <a:gd name="connsiteX56" fmla="*/ 5157053 w 6447632"/>
              <a:gd name="connsiteY56" fmla="*/ 3997708 h 5753325"/>
              <a:gd name="connsiteX57" fmla="*/ 5127922 w 6447632"/>
              <a:gd name="connsiteY57" fmla="*/ 4022660 h 5753325"/>
              <a:gd name="connsiteX58" fmla="*/ 5020872 w 6447632"/>
              <a:gd name="connsiteY58" fmla="*/ 4075951 h 5753325"/>
              <a:gd name="connsiteX59" fmla="*/ 4991410 w 6447632"/>
              <a:gd name="connsiteY59" fmla="*/ 4087598 h 5753325"/>
              <a:gd name="connsiteX60" fmla="*/ 4930112 w 6447632"/>
              <a:gd name="connsiteY60" fmla="*/ 4138459 h 5753325"/>
              <a:gd name="connsiteX61" fmla="*/ 4834224 w 6447632"/>
              <a:gd name="connsiteY61" fmla="*/ 4231643 h 5753325"/>
              <a:gd name="connsiteX62" fmla="*/ 4812599 w 6447632"/>
              <a:gd name="connsiteY62" fmla="*/ 4249449 h 5753325"/>
              <a:gd name="connsiteX63" fmla="*/ 4789188 w 6447632"/>
              <a:gd name="connsiteY63" fmla="*/ 4256678 h 5753325"/>
              <a:gd name="connsiteX64" fmla="*/ 4779554 w 6447632"/>
              <a:gd name="connsiteY64" fmla="*/ 4251313 h 5753325"/>
              <a:gd name="connsiteX65" fmla="*/ 4766885 w 6447632"/>
              <a:gd name="connsiteY65" fmla="*/ 4259812 h 5753325"/>
              <a:gd name="connsiteX66" fmla="*/ 4762510 w 6447632"/>
              <a:gd name="connsiteY66" fmla="*/ 4260383 h 5753325"/>
              <a:gd name="connsiteX67" fmla="*/ 4738416 w 6447632"/>
              <a:gd name="connsiteY67" fmla="*/ 4265355 h 5753325"/>
              <a:gd name="connsiteX68" fmla="*/ 4712007 w 6447632"/>
              <a:gd name="connsiteY68" fmla="*/ 4317892 h 5753325"/>
              <a:gd name="connsiteX69" fmla="*/ 4658930 w 6447632"/>
              <a:gd name="connsiteY69" fmla="*/ 4348041 h 5753325"/>
              <a:gd name="connsiteX70" fmla="*/ 4443526 w 6447632"/>
              <a:gd name="connsiteY70" fmla="*/ 4507851 h 5753325"/>
              <a:gd name="connsiteX71" fmla="*/ 4289766 w 6447632"/>
              <a:gd name="connsiteY71" fmla="*/ 4711450 h 5753325"/>
              <a:gd name="connsiteX72" fmla="*/ 4150870 w 6447632"/>
              <a:gd name="connsiteY72" fmla="*/ 4818480 h 5753325"/>
              <a:gd name="connsiteX73" fmla="*/ 4006639 w 6447632"/>
              <a:gd name="connsiteY73" fmla="*/ 4933815 h 5753325"/>
              <a:gd name="connsiteX74" fmla="*/ 3298210 w 6447632"/>
              <a:gd name="connsiteY74" fmla="*/ 5070790 h 5753325"/>
              <a:gd name="connsiteX75" fmla="*/ 2947678 w 6447632"/>
              <a:gd name="connsiteY75" fmla="*/ 5117869 h 5753325"/>
              <a:gd name="connsiteX76" fmla="*/ 2822169 w 6447632"/>
              <a:gd name="connsiteY76" fmla="*/ 5129396 h 5753325"/>
              <a:gd name="connsiteX77" fmla="*/ 2538773 w 6447632"/>
              <a:gd name="connsiteY77" fmla="*/ 5313397 h 5753325"/>
              <a:gd name="connsiteX78" fmla="*/ 2014500 w 6447632"/>
              <a:gd name="connsiteY78" fmla="*/ 5519744 h 5753325"/>
              <a:gd name="connsiteX79" fmla="*/ 1934391 w 6447632"/>
              <a:gd name="connsiteY79" fmla="*/ 5591335 h 5753325"/>
              <a:gd name="connsiteX80" fmla="*/ 1892550 w 6447632"/>
              <a:gd name="connsiteY80" fmla="*/ 5649708 h 5753325"/>
              <a:gd name="connsiteX81" fmla="*/ 1854769 w 6447632"/>
              <a:gd name="connsiteY81" fmla="*/ 5647691 h 5753325"/>
              <a:gd name="connsiteX82" fmla="*/ 1809461 w 6447632"/>
              <a:gd name="connsiteY82" fmla="*/ 5648628 h 5753325"/>
              <a:gd name="connsiteX83" fmla="*/ 1745150 w 6447632"/>
              <a:gd name="connsiteY83" fmla="*/ 5693879 h 5753325"/>
              <a:gd name="connsiteX84" fmla="*/ 1713375 w 6447632"/>
              <a:gd name="connsiteY84" fmla="*/ 5684672 h 5753325"/>
              <a:gd name="connsiteX85" fmla="*/ 1707808 w 6447632"/>
              <a:gd name="connsiteY85" fmla="*/ 5682611 h 5753325"/>
              <a:gd name="connsiteX86" fmla="*/ 1679313 w 6447632"/>
              <a:gd name="connsiteY86" fmla="*/ 5672360 h 5753325"/>
              <a:gd name="connsiteX87" fmla="*/ 1646933 w 6447632"/>
              <a:gd name="connsiteY87" fmla="*/ 5666227 h 5753325"/>
              <a:gd name="connsiteX88" fmla="*/ 1610055 w 6447632"/>
              <a:gd name="connsiteY88" fmla="*/ 5673643 h 5753325"/>
              <a:gd name="connsiteX89" fmla="*/ 1437641 w 6447632"/>
              <a:gd name="connsiteY89" fmla="*/ 5723266 h 5753325"/>
              <a:gd name="connsiteX90" fmla="*/ 1332869 w 6447632"/>
              <a:gd name="connsiteY90" fmla="*/ 5744752 h 5753325"/>
              <a:gd name="connsiteX91" fmla="*/ 1290525 w 6447632"/>
              <a:gd name="connsiteY91" fmla="*/ 5740036 h 5753325"/>
              <a:gd name="connsiteX92" fmla="*/ 1233107 w 6447632"/>
              <a:gd name="connsiteY92" fmla="*/ 5742106 h 5753325"/>
              <a:gd name="connsiteX93" fmla="*/ 1214532 w 6447632"/>
              <a:gd name="connsiteY93" fmla="*/ 5753325 h 5753325"/>
              <a:gd name="connsiteX94" fmla="*/ 1199955 w 6447632"/>
              <a:gd name="connsiteY94" fmla="*/ 5744831 h 5753325"/>
              <a:gd name="connsiteX95" fmla="*/ 1162337 w 6447632"/>
              <a:gd name="connsiteY95" fmla="*/ 5738048 h 5753325"/>
              <a:gd name="connsiteX96" fmla="*/ 1053457 w 6447632"/>
              <a:gd name="connsiteY96" fmla="*/ 5688676 h 5753325"/>
              <a:gd name="connsiteX97" fmla="*/ 1025798 w 6447632"/>
              <a:gd name="connsiteY97" fmla="*/ 5673166 h 5753325"/>
              <a:gd name="connsiteX98" fmla="*/ 947900 w 6447632"/>
              <a:gd name="connsiteY98" fmla="*/ 5657848 h 5753325"/>
              <a:gd name="connsiteX99" fmla="*/ 815627 w 6447632"/>
              <a:gd name="connsiteY99" fmla="*/ 5642557 h 5753325"/>
              <a:gd name="connsiteX100" fmla="*/ 788251 w 6447632"/>
              <a:gd name="connsiteY100" fmla="*/ 5637065 h 5753325"/>
              <a:gd name="connsiteX101" fmla="*/ 767822 w 6447632"/>
              <a:gd name="connsiteY101" fmla="*/ 5623450 h 5753325"/>
              <a:gd name="connsiteX102" fmla="*/ 765791 w 6447632"/>
              <a:gd name="connsiteY102" fmla="*/ 5612539 h 5753325"/>
              <a:gd name="connsiteX103" fmla="*/ 751230 w 6447632"/>
              <a:gd name="connsiteY103" fmla="*/ 5608092 h 5753325"/>
              <a:gd name="connsiteX104" fmla="*/ 748008 w 6447632"/>
              <a:gd name="connsiteY104" fmla="*/ 5605052 h 5753325"/>
              <a:gd name="connsiteX105" fmla="*/ 728871 w 6447632"/>
              <a:gd name="connsiteY105" fmla="*/ 5589469 h 5753325"/>
              <a:gd name="connsiteX106" fmla="*/ 671898 w 6447632"/>
              <a:gd name="connsiteY106" fmla="*/ 5602363 h 5753325"/>
              <a:gd name="connsiteX107" fmla="*/ 615065 w 6447632"/>
              <a:gd name="connsiteY107" fmla="*/ 5580257 h 5753325"/>
              <a:gd name="connsiteX108" fmla="*/ 355785 w 6447632"/>
              <a:gd name="connsiteY108" fmla="*/ 5514383 h 5753325"/>
              <a:gd name="connsiteX109" fmla="*/ 102269 w 6447632"/>
              <a:gd name="connsiteY109" fmla="*/ 5524347 h 5753325"/>
              <a:gd name="connsiteX110" fmla="*/ 13160 w 6447632"/>
              <a:gd name="connsiteY110" fmla="*/ 5514159 h 5753325"/>
              <a:gd name="connsiteX111" fmla="*/ 0 w 6447632"/>
              <a:gd name="connsiteY111" fmla="*/ 5511735 h 5753325"/>
              <a:gd name="connsiteX112" fmla="*/ 0 w 6447632"/>
              <a:gd name="connsiteY112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434072 w 6447632"/>
              <a:gd name="connsiteY12" fmla="*/ 910733 h 5753325"/>
              <a:gd name="connsiteX13" fmla="*/ 6432570 w 6447632"/>
              <a:gd name="connsiteY13" fmla="*/ 983394 h 5753325"/>
              <a:gd name="connsiteX14" fmla="*/ 6405877 w 6447632"/>
              <a:gd name="connsiteY14" fmla="*/ 1026728 h 5753325"/>
              <a:gd name="connsiteX15" fmla="*/ 6362266 w 6447632"/>
              <a:gd name="connsiteY15" fmla="*/ 1151111 h 5753325"/>
              <a:gd name="connsiteX16" fmla="*/ 6371722 w 6447632"/>
              <a:gd name="connsiteY16" fmla="*/ 1318080 h 5753325"/>
              <a:gd name="connsiteX17" fmla="*/ 6356023 w 6447632"/>
              <a:gd name="connsiteY17" fmla="*/ 1356227 h 5753325"/>
              <a:gd name="connsiteX18" fmla="*/ 6356157 w 6447632"/>
              <a:gd name="connsiteY18" fmla="*/ 1361967 h 5753325"/>
              <a:gd name="connsiteX19" fmla="*/ 6350613 w 6447632"/>
              <a:gd name="connsiteY19" fmla="*/ 1393569 h 5753325"/>
              <a:gd name="connsiteX20" fmla="*/ 6357062 w 6447632"/>
              <a:gd name="connsiteY20" fmla="*/ 1444071 h 5753325"/>
              <a:gd name="connsiteX21" fmla="*/ 6364832 w 6447632"/>
              <a:gd name="connsiteY21" fmla="*/ 1478763 h 5753325"/>
              <a:gd name="connsiteX22" fmla="*/ 6369745 w 6447632"/>
              <a:gd name="connsiteY22" fmla="*/ 1495680 h 5753325"/>
              <a:gd name="connsiteX23" fmla="*/ 6370898 w 6447632"/>
              <a:gd name="connsiteY23" fmla="*/ 1513331 h 5753325"/>
              <a:gd name="connsiteX24" fmla="*/ 6368801 w 6447632"/>
              <a:gd name="connsiteY24" fmla="*/ 1527414 h 5753325"/>
              <a:gd name="connsiteX25" fmla="*/ 6359177 w 6447632"/>
              <a:gd name="connsiteY25" fmla="*/ 1639513 h 5753325"/>
              <a:gd name="connsiteX26" fmla="*/ 6299489 w 6447632"/>
              <a:gd name="connsiteY26" fmla="*/ 1784860 h 5753325"/>
              <a:gd name="connsiteX27" fmla="*/ 6267878 w 6447632"/>
              <a:gd name="connsiteY27" fmla="*/ 1858572 h 5753325"/>
              <a:gd name="connsiteX28" fmla="*/ 6251146 w 6447632"/>
              <a:gd name="connsiteY28" fmla="*/ 1926167 h 5753325"/>
              <a:gd name="connsiteX29" fmla="*/ 6210686 w 6447632"/>
              <a:gd name="connsiteY29" fmla="*/ 2014834 h 5753325"/>
              <a:gd name="connsiteX30" fmla="*/ 6106652 w 6447632"/>
              <a:gd name="connsiteY30" fmla="*/ 2150572 h 5753325"/>
              <a:gd name="connsiteX31" fmla="*/ 6097813 w 6447632"/>
              <a:gd name="connsiteY31" fmla="*/ 2172208 h 5753325"/>
              <a:gd name="connsiteX32" fmla="*/ 6095990 w 6447632"/>
              <a:gd name="connsiteY32" fmla="*/ 2181185 h 5753325"/>
              <a:gd name="connsiteX33" fmla="*/ 6090126 w 6447632"/>
              <a:gd name="connsiteY33" fmla="*/ 2192533 h 5753325"/>
              <a:gd name="connsiteX34" fmla="*/ 6089503 w 6447632"/>
              <a:gd name="connsiteY34" fmla="*/ 2192543 h 5753325"/>
              <a:gd name="connsiteX35" fmla="*/ 6084946 w 6447632"/>
              <a:gd name="connsiteY35" fmla="*/ 2203694 h 5753325"/>
              <a:gd name="connsiteX36" fmla="*/ 5987861 w 6447632"/>
              <a:gd name="connsiteY36" fmla="*/ 2304868 h 5753325"/>
              <a:gd name="connsiteX37" fmla="*/ 5973439 w 6447632"/>
              <a:gd name="connsiteY37" fmla="*/ 2385635 h 5753325"/>
              <a:gd name="connsiteX38" fmla="*/ 5916727 w 6447632"/>
              <a:gd name="connsiteY38" fmla="*/ 2458777 h 5753325"/>
              <a:gd name="connsiteX39" fmla="*/ 5856524 w 6447632"/>
              <a:gd name="connsiteY39" fmla="*/ 2583281 h 5753325"/>
              <a:gd name="connsiteX40" fmla="*/ 5838091 w 6447632"/>
              <a:gd name="connsiteY40" fmla="*/ 2753474 h 5753325"/>
              <a:gd name="connsiteX41" fmla="*/ 5777471 w 6447632"/>
              <a:gd name="connsiteY41" fmla="*/ 2901570 h 5753325"/>
              <a:gd name="connsiteX42" fmla="*/ 5723992 w 6447632"/>
              <a:gd name="connsiteY42" fmla="*/ 2998752 h 5753325"/>
              <a:gd name="connsiteX43" fmla="*/ 5557886 w 6447632"/>
              <a:gd name="connsiteY43" fmla="*/ 3329735 h 5753325"/>
              <a:gd name="connsiteX44" fmla="*/ 5471501 w 6447632"/>
              <a:gd name="connsiteY44" fmla="*/ 3462221 h 5753325"/>
              <a:gd name="connsiteX45" fmla="*/ 5465154 w 6447632"/>
              <a:gd name="connsiteY45" fmla="*/ 3541065 h 5753325"/>
              <a:gd name="connsiteX46" fmla="*/ 5437889 w 6447632"/>
              <a:gd name="connsiteY46" fmla="*/ 3559927 h 5753325"/>
              <a:gd name="connsiteX47" fmla="*/ 5432770 w 6447632"/>
              <a:gd name="connsiteY47" fmla="*/ 3562948 h 5753325"/>
              <a:gd name="connsiteX48" fmla="*/ 5406795 w 6447632"/>
              <a:gd name="connsiteY48" fmla="*/ 3578594 h 5753325"/>
              <a:gd name="connsiteX49" fmla="*/ 5381495 w 6447632"/>
              <a:gd name="connsiteY49" fmla="*/ 3599883 h 5753325"/>
              <a:gd name="connsiteX50" fmla="*/ 5363689 w 6447632"/>
              <a:gd name="connsiteY50" fmla="*/ 3633299 h 5753325"/>
              <a:gd name="connsiteX51" fmla="*/ 5291870 w 6447632"/>
              <a:gd name="connsiteY51" fmla="*/ 3799039 h 5753325"/>
              <a:gd name="connsiteX52" fmla="*/ 5241600 w 6447632"/>
              <a:gd name="connsiteY52" fmla="*/ 3894238 h 5753325"/>
              <a:gd name="connsiteX53" fmla="*/ 5211041 w 6447632"/>
              <a:gd name="connsiteY53" fmla="*/ 3924184 h 5753325"/>
              <a:gd name="connsiteX54" fmla="*/ 5176073 w 6447632"/>
              <a:gd name="connsiteY54" fmla="*/ 3970179 h 5753325"/>
              <a:gd name="connsiteX55" fmla="*/ 5172826 w 6447632"/>
              <a:gd name="connsiteY55" fmla="*/ 3991773 h 5753325"/>
              <a:gd name="connsiteX56" fmla="*/ 5157053 w 6447632"/>
              <a:gd name="connsiteY56" fmla="*/ 3997708 h 5753325"/>
              <a:gd name="connsiteX57" fmla="*/ 5127922 w 6447632"/>
              <a:gd name="connsiteY57" fmla="*/ 4022660 h 5753325"/>
              <a:gd name="connsiteX58" fmla="*/ 5020872 w 6447632"/>
              <a:gd name="connsiteY58" fmla="*/ 4075951 h 5753325"/>
              <a:gd name="connsiteX59" fmla="*/ 4991410 w 6447632"/>
              <a:gd name="connsiteY59" fmla="*/ 4087598 h 5753325"/>
              <a:gd name="connsiteX60" fmla="*/ 4930112 w 6447632"/>
              <a:gd name="connsiteY60" fmla="*/ 4138459 h 5753325"/>
              <a:gd name="connsiteX61" fmla="*/ 4834224 w 6447632"/>
              <a:gd name="connsiteY61" fmla="*/ 4231643 h 5753325"/>
              <a:gd name="connsiteX62" fmla="*/ 4812599 w 6447632"/>
              <a:gd name="connsiteY62" fmla="*/ 4249449 h 5753325"/>
              <a:gd name="connsiteX63" fmla="*/ 4789188 w 6447632"/>
              <a:gd name="connsiteY63" fmla="*/ 4256678 h 5753325"/>
              <a:gd name="connsiteX64" fmla="*/ 4779554 w 6447632"/>
              <a:gd name="connsiteY64" fmla="*/ 4251313 h 5753325"/>
              <a:gd name="connsiteX65" fmla="*/ 4766885 w 6447632"/>
              <a:gd name="connsiteY65" fmla="*/ 4259812 h 5753325"/>
              <a:gd name="connsiteX66" fmla="*/ 4762510 w 6447632"/>
              <a:gd name="connsiteY66" fmla="*/ 4260383 h 5753325"/>
              <a:gd name="connsiteX67" fmla="*/ 4738416 w 6447632"/>
              <a:gd name="connsiteY67" fmla="*/ 4265355 h 5753325"/>
              <a:gd name="connsiteX68" fmla="*/ 4712007 w 6447632"/>
              <a:gd name="connsiteY68" fmla="*/ 4317892 h 5753325"/>
              <a:gd name="connsiteX69" fmla="*/ 4658930 w 6447632"/>
              <a:gd name="connsiteY69" fmla="*/ 4348041 h 5753325"/>
              <a:gd name="connsiteX70" fmla="*/ 4443526 w 6447632"/>
              <a:gd name="connsiteY70" fmla="*/ 4507851 h 5753325"/>
              <a:gd name="connsiteX71" fmla="*/ 4289766 w 6447632"/>
              <a:gd name="connsiteY71" fmla="*/ 4711450 h 5753325"/>
              <a:gd name="connsiteX72" fmla="*/ 4150870 w 6447632"/>
              <a:gd name="connsiteY72" fmla="*/ 4818480 h 5753325"/>
              <a:gd name="connsiteX73" fmla="*/ 4006639 w 6447632"/>
              <a:gd name="connsiteY73" fmla="*/ 4933815 h 5753325"/>
              <a:gd name="connsiteX74" fmla="*/ 3298210 w 6447632"/>
              <a:gd name="connsiteY74" fmla="*/ 5070790 h 5753325"/>
              <a:gd name="connsiteX75" fmla="*/ 2947678 w 6447632"/>
              <a:gd name="connsiteY75" fmla="*/ 5117869 h 5753325"/>
              <a:gd name="connsiteX76" fmla="*/ 2822169 w 6447632"/>
              <a:gd name="connsiteY76" fmla="*/ 5129396 h 5753325"/>
              <a:gd name="connsiteX77" fmla="*/ 2538773 w 6447632"/>
              <a:gd name="connsiteY77" fmla="*/ 5313397 h 5753325"/>
              <a:gd name="connsiteX78" fmla="*/ 2014500 w 6447632"/>
              <a:gd name="connsiteY78" fmla="*/ 5519744 h 5753325"/>
              <a:gd name="connsiteX79" fmla="*/ 1934391 w 6447632"/>
              <a:gd name="connsiteY79" fmla="*/ 5591335 h 5753325"/>
              <a:gd name="connsiteX80" fmla="*/ 1892550 w 6447632"/>
              <a:gd name="connsiteY80" fmla="*/ 5649708 h 5753325"/>
              <a:gd name="connsiteX81" fmla="*/ 1854769 w 6447632"/>
              <a:gd name="connsiteY81" fmla="*/ 5647691 h 5753325"/>
              <a:gd name="connsiteX82" fmla="*/ 1809461 w 6447632"/>
              <a:gd name="connsiteY82" fmla="*/ 5648628 h 5753325"/>
              <a:gd name="connsiteX83" fmla="*/ 1745150 w 6447632"/>
              <a:gd name="connsiteY83" fmla="*/ 5693879 h 5753325"/>
              <a:gd name="connsiteX84" fmla="*/ 1713375 w 6447632"/>
              <a:gd name="connsiteY84" fmla="*/ 5684672 h 5753325"/>
              <a:gd name="connsiteX85" fmla="*/ 1707808 w 6447632"/>
              <a:gd name="connsiteY85" fmla="*/ 5682611 h 5753325"/>
              <a:gd name="connsiteX86" fmla="*/ 1679313 w 6447632"/>
              <a:gd name="connsiteY86" fmla="*/ 5672360 h 5753325"/>
              <a:gd name="connsiteX87" fmla="*/ 1646933 w 6447632"/>
              <a:gd name="connsiteY87" fmla="*/ 5666227 h 5753325"/>
              <a:gd name="connsiteX88" fmla="*/ 1610055 w 6447632"/>
              <a:gd name="connsiteY88" fmla="*/ 5673643 h 5753325"/>
              <a:gd name="connsiteX89" fmla="*/ 1437641 w 6447632"/>
              <a:gd name="connsiteY89" fmla="*/ 5723266 h 5753325"/>
              <a:gd name="connsiteX90" fmla="*/ 1332869 w 6447632"/>
              <a:gd name="connsiteY90" fmla="*/ 5744752 h 5753325"/>
              <a:gd name="connsiteX91" fmla="*/ 1290525 w 6447632"/>
              <a:gd name="connsiteY91" fmla="*/ 5740036 h 5753325"/>
              <a:gd name="connsiteX92" fmla="*/ 1233107 w 6447632"/>
              <a:gd name="connsiteY92" fmla="*/ 5742106 h 5753325"/>
              <a:gd name="connsiteX93" fmla="*/ 1214532 w 6447632"/>
              <a:gd name="connsiteY93" fmla="*/ 5753325 h 5753325"/>
              <a:gd name="connsiteX94" fmla="*/ 1199955 w 6447632"/>
              <a:gd name="connsiteY94" fmla="*/ 5744831 h 5753325"/>
              <a:gd name="connsiteX95" fmla="*/ 1162337 w 6447632"/>
              <a:gd name="connsiteY95" fmla="*/ 5738048 h 5753325"/>
              <a:gd name="connsiteX96" fmla="*/ 1053457 w 6447632"/>
              <a:gd name="connsiteY96" fmla="*/ 5688676 h 5753325"/>
              <a:gd name="connsiteX97" fmla="*/ 1025798 w 6447632"/>
              <a:gd name="connsiteY97" fmla="*/ 5673166 h 5753325"/>
              <a:gd name="connsiteX98" fmla="*/ 947900 w 6447632"/>
              <a:gd name="connsiteY98" fmla="*/ 5657848 h 5753325"/>
              <a:gd name="connsiteX99" fmla="*/ 815627 w 6447632"/>
              <a:gd name="connsiteY99" fmla="*/ 5642557 h 5753325"/>
              <a:gd name="connsiteX100" fmla="*/ 788251 w 6447632"/>
              <a:gd name="connsiteY100" fmla="*/ 5637065 h 5753325"/>
              <a:gd name="connsiteX101" fmla="*/ 767822 w 6447632"/>
              <a:gd name="connsiteY101" fmla="*/ 5623450 h 5753325"/>
              <a:gd name="connsiteX102" fmla="*/ 765791 w 6447632"/>
              <a:gd name="connsiteY102" fmla="*/ 5612539 h 5753325"/>
              <a:gd name="connsiteX103" fmla="*/ 751230 w 6447632"/>
              <a:gd name="connsiteY103" fmla="*/ 5608092 h 5753325"/>
              <a:gd name="connsiteX104" fmla="*/ 748008 w 6447632"/>
              <a:gd name="connsiteY104" fmla="*/ 5605052 h 5753325"/>
              <a:gd name="connsiteX105" fmla="*/ 728871 w 6447632"/>
              <a:gd name="connsiteY105" fmla="*/ 5589469 h 5753325"/>
              <a:gd name="connsiteX106" fmla="*/ 671898 w 6447632"/>
              <a:gd name="connsiteY106" fmla="*/ 5602363 h 5753325"/>
              <a:gd name="connsiteX107" fmla="*/ 615065 w 6447632"/>
              <a:gd name="connsiteY107" fmla="*/ 5580257 h 5753325"/>
              <a:gd name="connsiteX108" fmla="*/ 355785 w 6447632"/>
              <a:gd name="connsiteY108" fmla="*/ 5514383 h 5753325"/>
              <a:gd name="connsiteX109" fmla="*/ 102269 w 6447632"/>
              <a:gd name="connsiteY109" fmla="*/ 5524347 h 5753325"/>
              <a:gd name="connsiteX110" fmla="*/ 13160 w 6447632"/>
              <a:gd name="connsiteY110" fmla="*/ 5514159 h 5753325"/>
              <a:gd name="connsiteX111" fmla="*/ 0 w 6447632"/>
              <a:gd name="connsiteY111" fmla="*/ 5511735 h 5753325"/>
              <a:gd name="connsiteX112" fmla="*/ 0 w 6447632"/>
              <a:gd name="connsiteY112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434072 w 6447632"/>
              <a:gd name="connsiteY12" fmla="*/ 910733 h 5753325"/>
              <a:gd name="connsiteX13" fmla="*/ 6405877 w 6447632"/>
              <a:gd name="connsiteY13" fmla="*/ 1026728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29735 h 5753325"/>
              <a:gd name="connsiteX43" fmla="*/ 5471501 w 6447632"/>
              <a:gd name="connsiteY43" fmla="*/ 3462221 h 5753325"/>
              <a:gd name="connsiteX44" fmla="*/ 5465154 w 6447632"/>
              <a:gd name="connsiteY44" fmla="*/ 3541065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405877 w 6447632"/>
              <a:gd name="connsiteY13" fmla="*/ 1026728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29735 h 5753325"/>
              <a:gd name="connsiteX43" fmla="*/ 5471501 w 6447632"/>
              <a:gd name="connsiteY43" fmla="*/ 3462221 h 5753325"/>
              <a:gd name="connsiteX44" fmla="*/ 5465154 w 6447632"/>
              <a:gd name="connsiteY44" fmla="*/ 3541065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29735 h 5753325"/>
              <a:gd name="connsiteX43" fmla="*/ 5471501 w 6447632"/>
              <a:gd name="connsiteY43" fmla="*/ 3462221 h 5753325"/>
              <a:gd name="connsiteX44" fmla="*/ 5465154 w 6447632"/>
              <a:gd name="connsiteY44" fmla="*/ 3541065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29735 h 5753325"/>
              <a:gd name="connsiteX43" fmla="*/ 5483942 w 6447632"/>
              <a:gd name="connsiteY43" fmla="*/ 3416604 h 5753325"/>
              <a:gd name="connsiteX44" fmla="*/ 5465154 w 6447632"/>
              <a:gd name="connsiteY44" fmla="*/ 3541065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29735 h 5753325"/>
              <a:gd name="connsiteX43" fmla="*/ 5483942 w 6447632"/>
              <a:gd name="connsiteY43" fmla="*/ 3416604 h 5753325"/>
              <a:gd name="connsiteX44" fmla="*/ 5465154 w 6447632"/>
              <a:gd name="connsiteY44" fmla="*/ 3541065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29735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29735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41532 w 6447632"/>
              <a:gd name="connsiteY14" fmla="*/ 1151111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28618 w 6447632"/>
              <a:gd name="connsiteY13" fmla="*/ 1009766 h 5753325"/>
              <a:gd name="connsiteX14" fmla="*/ 6341532 w 6447632"/>
              <a:gd name="connsiteY14" fmla="*/ 1151111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04423 w 6447632"/>
              <a:gd name="connsiteY7" fmla="*/ 582623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28618 w 6447632"/>
              <a:gd name="connsiteY13" fmla="*/ 1009766 h 5753325"/>
              <a:gd name="connsiteX14" fmla="*/ 6341532 w 6447632"/>
              <a:gd name="connsiteY14" fmla="*/ 1151111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37615 w 6447632"/>
              <a:gd name="connsiteY6" fmla="*/ 471794 h 5753325"/>
              <a:gd name="connsiteX7" fmla="*/ 6304423 w 6447632"/>
              <a:gd name="connsiteY7" fmla="*/ 582623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28618 w 6447632"/>
              <a:gd name="connsiteY13" fmla="*/ 1009766 h 5753325"/>
              <a:gd name="connsiteX14" fmla="*/ 6341532 w 6447632"/>
              <a:gd name="connsiteY14" fmla="*/ 1151111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37615 w 6447632"/>
              <a:gd name="connsiteY6" fmla="*/ 471794 h 5753325"/>
              <a:gd name="connsiteX7" fmla="*/ 6304423 w 6447632"/>
              <a:gd name="connsiteY7" fmla="*/ 582623 h 5753325"/>
              <a:gd name="connsiteX8" fmla="*/ 6303977 w 6447632"/>
              <a:gd name="connsiteY8" fmla="*/ 664291 h 5753325"/>
              <a:gd name="connsiteX9" fmla="*/ 6299372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28618 w 6447632"/>
              <a:gd name="connsiteY13" fmla="*/ 1009766 h 5753325"/>
              <a:gd name="connsiteX14" fmla="*/ 6341532 w 6447632"/>
              <a:gd name="connsiteY14" fmla="*/ 1151111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37615 w 6447632"/>
              <a:gd name="connsiteY6" fmla="*/ 471794 h 5753325"/>
              <a:gd name="connsiteX7" fmla="*/ 6304423 w 6447632"/>
              <a:gd name="connsiteY7" fmla="*/ 582623 h 5753325"/>
              <a:gd name="connsiteX8" fmla="*/ 6303977 w 6447632"/>
              <a:gd name="connsiteY8" fmla="*/ 664291 h 5753325"/>
              <a:gd name="connsiteX9" fmla="*/ 6299372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28618 w 6447632"/>
              <a:gd name="connsiteY13" fmla="*/ 1009766 h 5753325"/>
              <a:gd name="connsiteX14" fmla="*/ 6320797 w 6447632"/>
              <a:gd name="connsiteY14" fmla="*/ 1146964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37615 w 6447632"/>
              <a:gd name="connsiteY6" fmla="*/ 471794 h 5753325"/>
              <a:gd name="connsiteX7" fmla="*/ 6304423 w 6447632"/>
              <a:gd name="connsiteY7" fmla="*/ 582623 h 5753325"/>
              <a:gd name="connsiteX8" fmla="*/ 6303977 w 6447632"/>
              <a:gd name="connsiteY8" fmla="*/ 664291 h 5753325"/>
              <a:gd name="connsiteX9" fmla="*/ 6299372 w 6447632"/>
              <a:gd name="connsiteY9" fmla="*/ 697330 h 5753325"/>
              <a:gd name="connsiteX10" fmla="*/ 6309888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28618 w 6447632"/>
              <a:gd name="connsiteY13" fmla="*/ 1009766 h 5753325"/>
              <a:gd name="connsiteX14" fmla="*/ 6320797 w 6447632"/>
              <a:gd name="connsiteY14" fmla="*/ 1146964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3456"/>
              <a:gd name="connsiteY0" fmla="*/ 0 h 5753325"/>
              <a:gd name="connsiteX1" fmla="*/ 6438980 w 6443456"/>
              <a:gd name="connsiteY1" fmla="*/ 0 h 5753325"/>
              <a:gd name="connsiteX2" fmla="*/ 6439047 w 6443456"/>
              <a:gd name="connsiteY2" fmla="*/ 147 h 5753325"/>
              <a:gd name="connsiteX3" fmla="*/ 6443456 w 6443456"/>
              <a:gd name="connsiteY3" fmla="*/ 130105 h 5753325"/>
              <a:gd name="connsiteX4" fmla="*/ 6422751 w 6443456"/>
              <a:gd name="connsiteY4" fmla="*/ 174163 h 5753325"/>
              <a:gd name="connsiteX5" fmla="*/ 6396598 w 6443456"/>
              <a:gd name="connsiteY5" fmla="*/ 274847 h 5753325"/>
              <a:gd name="connsiteX6" fmla="*/ 6337615 w 6443456"/>
              <a:gd name="connsiteY6" fmla="*/ 471794 h 5753325"/>
              <a:gd name="connsiteX7" fmla="*/ 6304423 w 6443456"/>
              <a:gd name="connsiteY7" fmla="*/ 582623 h 5753325"/>
              <a:gd name="connsiteX8" fmla="*/ 6303977 w 6443456"/>
              <a:gd name="connsiteY8" fmla="*/ 664291 h 5753325"/>
              <a:gd name="connsiteX9" fmla="*/ 6299372 w 6443456"/>
              <a:gd name="connsiteY9" fmla="*/ 697330 h 5753325"/>
              <a:gd name="connsiteX10" fmla="*/ 6309888 w 6443456"/>
              <a:gd name="connsiteY10" fmla="*/ 754001 h 5753325"/>
              <a:gd name="connsiteX11" fmla="*/ 6339879 w 6443456"/>
              <a:gd name="connsiteY11" fmla="*/ 811136 h 5753325"/>
              <a:gd name="connsiteX12" fmla="*/ 6330065 w 6443456"/>
              <a:gd name="connsiteY12" fmla="*/ 893399 h 5753325"/>
              <a:gd name="connsiteX13" fmla="*/ 6328618 w 6443456"/>
              <a:gd name="connsiteY13" fmla="*/ 1009766 h 5753325"/>
              <a:gd name="connsiteX14" fmla="*/ 6320797 w 6443456"/>
              <a:gd name="connsiteY14" fmla="*/ 1146964 h 5753325"/>
              <a:gd name="connsiteX15" fmla="*/ 6334400 w 6443456"/>
              <a:gd name="connsiteY15" fmla="*/ 1280757 h 5753325"/>
              <a:gd name="connsiteX16" fmla="*/ 6356023 w 6443456"/>
              <a:gd name="connsiteY16" fmla="*/ 1356227 h 5753325"/>
              <a:gd name="connsiteX17" fmla="*/ 6356157 w 6443456"/>
              <a:gd name="connsiteY17" fmla="*/ 1361967 h 5753325"/>
              <a:gd name="connsiteX18" fmla="*/ 6350613 w 6443456"/>
              <a:gd name="connsiteY18" fmla="*/ 1393569 h 5753325"/>
              <a:gd name="connsiteX19" fmla="*/ 6357062 w 6443456"/>
              <a:gd name="connsiteY19" fmla="*/ 1444071 h 5753325"/>
              <a:gd name="connsiteX20" fmla="*/ 6364832 w 6443456"/>
              <a:gd name="connsiteY20" fmla="*/ 1478763 h 5753325"/>
              <a:gd name="connsiteX21" fmla="*/ 6369745 w 6443456"/>
              <a:gd name="connsiteY21" fmla="*/ 1495680 h 5753325"/>
              <a:gd name="connsiteX22" fmla="*/ 6370898 w 6443456"/>
              <a:gd name="connsiteY22" fmla="*/ 1513331 h 5753325"/>
              <a:gd name="connsiteX23" fmla="*/ 6339773 w 6443456"/>
              <a:gd name="connsiteY23" fmla="*/ 1527414 h 5753325"/>
              <a:gd name="connsiteX24" fmla="*/ 6321854 w 6443456"/>
              <a:gd name="connsiteY24" fmla="*/ 1635366 h 5753325"/>
              <a:gd name="connsiteX25" fmla="*/ 6299489 w 6443456"/>
              <a:gd name="connsiteY25" fmla="*/ 1784860 h 5753325"/>
              <a:gd name="connsiteX26" fmla="*/ 6267878 w 6443456"/>
              <a:gd name="connsiteY26" fmla="*/ 1858572 h 5753325"/>
              <a:gd name="connsiteX27" fmla="*/ 6251146 w 6443456"/>
              <a:gd name="connsiteY27" fmla="*/ 1926167 h 5753325"/>
              <a:gd name="connsiteX28" fmla="*/ 6210686 w 6443456"/>
              <a:gd name="connsiteY28" fmla="*/ 2014834 h 5753325"/>
              <a:gd name="connsiteX29" fmla="*/ 6106652 w 6443456"/>
              <a:gd name="connsiteY29" fmla="*/ 2150572 h 5753325"/>
              <a:gd name="connsiteX30" fmla="*/ 6097813 w 6443456"/>
              <a:gd name="connsiteY30" fmla="*/ 2172208 h 5753325"/>
              <a:gd name="connsiteX31" fmla="*/ 6095990 w 6443456"/>
              <a:gd name="connsiteY31" fmla="*/ 2181185 h 5753325"/>
              <a:gd name="connsiteX32" fmla="*/ 6090126 w 6443456"/>
              <a:gd name="connsiteY32" fmla="*/ 2192533 h 5753325"/>
              <a:gd name="connsiteX33" fmla="*/ 6089503 w 6443456"/>
              <a:gd name="connsiteY33" fmla="*/ 2192543 h 5753325"/>
              <a:gd name="connsiteX34" fmla="*/ 6084946 w 6443456"/>
              <a:gd name="connsiteY34" fmla="*/ 2203694 h 5753325"/>
              <a:gd name="connsiteX35" fmla="*/ 5987861 w 6443456"/>
              <a:gd name="connsiteY35" fmla="*/ 2304868 h 5753325"/>
              <a:gd name="connsiteX36" fmla="*/ 5973439 w 6443456"/>
              <a:gd name="connsiteY36" fmla="*/ 2385635 h 5753325"/>
              <a:gd name="connsiteX37" fmla="*/ 5916727 w 6443456"/>
              <a:gd name="connsiteY37" fmla="*/ 2458777 h 5753325"/>
              <a:gd name="connsiteX38" fmla="*/ 5856524 w 6443456"/>
              <a:gd name="connsiteY38" fmla="*/ 2583281 h 5753325"/>
              <a:gd name="connsiteX39" fmla="*/ 5838091 w 6443456"/>
              <a:gd name="connsiteY39" fmla="*/ 2753474 h 5753325"/>
              <a:gd name="connsiteX40" fmla="*/ 5744296 w 6443456"/>
              <a:gd name="connsiteY40" fmla="*/ 2893276 h 5753325"/>
              <a:gd name="connsiteX41" fmla="*/ 5682522 w 6443456"/>
              <a:gd name="connsiteY41" fmla="*/ 3044368 h 5753325"/>
              <a:gd name="connsiteX42" fmla="*/ 5557886 w 6443456"/>
              <a:gd name="connsiteY42" fmla="*/ 3304853 h 5753325"/>
              <a:gd name="connsiteX43" fmla="*/ 5483942 w 6443456"/>
              <a:gd name="connsiteY43" fmla="*/ 3416604 h 5753325"/>
              <a:gd name="connsiteX44" fmla="*/ 5461007 w 6443456"/>
              <a:gd name="connsiteY44" fmla="*/ 3503742 h 5753325"/>
              <a:gd name="connsiteX45" fmla="*/ 5437889 w 6443456"/>
              <a:gd name="connsiteY45" fmla="*/ 3559927 h 5753325"/>
              <a:gd name="connsiteX46" fmla="*/ 5432770 w 6443456"/>
              <a:gd name="connsiteY46" fmla="*/ 3562948 h 5753325"/>
              <a:gd name="connsiteX47" fmla="*/ 5406795 w 6443456"/>
              <a:gd name="connsiteY47" fmla="*/ 3578594 h 5753325"/>
              <a:gd name="connsiteX48" fmla="*/ 5381495 w 6443456"/>
              <a:gd name="connsiteY48" fmla="*/ 3599883 h 5753325"/>
              <a:gd name="connsiteX49" fmla="*/ 5363689 w 6443456"/>
              <a:gd name="connsiteY49" fmla="*/ 3633299 h 5753325"/>
              <a:gd name="connsiteX50" fmla="*/ 5291870 w 6443456"/>
              <a:gd name="connsiteY50" fmla="*/ 3799039 h 5753325"/>
              <a:gd name="connsiteX51" fmla="*/ 5241600 w 6443456"/>
              <a:gd name="connsiteY51" fmla="*/ 3894238 h 5753325"/>
              <a:gd name="connsiteX52" fmla="*/ 5211041 w 6443456"/>
              <a:gd name="connsiteY52" fmla="*/ 3924184 h 5753325"/>
              <a:gd name="connsiteX53" fmla="*/ 5176073 w 6443456"/>
              <a:gd name="connsiteY53" fmla="*/ 3970179 h 5753325"/>
              <a:gd name="connsiteX54" fmla="*/ 5172826 w 6443456"/>
              <a:gd name="connsiteY54" fmla="*/ 3991773 h 5753325"/>
              <a:gd name="connsiteX55" fmla="*/ 5157053 w 6443456"/>
              <a:gd name="connsiteY55" fmla="*/ 3997708 h 5753325"/>
              <a:gd name="connsiteX56" fmla="*/ 5127922 w 6443456"/>
              <a:gd name="connsiteY56" fmla="*/ 4022660 h 5753325"/>
              <a:gd name="connsiteX57" fmla="*/ 5020872 w 6443456"/>
              <a:gd name="connsiteY57" fmla="*/ 4075951 h 5753325"/>
              <a:gd name="connsiteX58" fmla="*/ 4991410 w 6443456"/>
              <a:gd name="connsiteY58" fmla="*/ 4087598 h 5753325"/>
              <a:gd name="connsiteX59" fmla="*/ 4930112 w 6443456"/>
              <a:gd name="connsiteY59" fmla="*/ 4138459 h 5753325"/>
              <a:gd name="connsiteX60" fmla="*/ 4834224 w 6443456"/>
              <a:gd name="connsiteY60" fmla="*/ 4231643 h 5753325"/>
              <a:gd name="connsiteX61" fmla="*/ 4812599 w 6443456"/>
              <a:gd name="connsiteY61" fmla="*/ 4249449 h 5753325"/>
              <a:gd name="connsiteX62" fmla="*/ 4789188 w 6443456"/>
              <a:gd name="connsiteY62" fmla="*/ 4256678 h 5753325"/>
              <a:gd name="connsiteX63" fmla="*/ 4779554 w 6443456"/>
              <a:gd name="connsiteY63" fmla="*/ 4251313 h 5753325"/>
              <a:gd name="connsiteX64" fmla="*/ 4766885 w 6443456"/>
              <a:gd name="connsiteY64" fmla="*/ 4259812 h 5753325"/>
              <a:gd name="connsiteX65" fmla="*/ 4762510 w 6443456"/>
              <a:gd name="connsiteY65" fmla="*/ 4260383 h 5753325"/>
              <a:gd name="connsiteX66" fmla="*/ 4738416 w 6443456"/>
              <a:gd name="connsiteY66" fmla="*/ 4265355 h 5753325"/>
              <a:gd name="connsiteX67" fmla="*/ 4712007 w 6443456"/>
              <a:gd name="connsiteY67" fmla="*/ 4317892 h 5753325"/>
              <a:gd name="connsiteX68" fmla="*/ 4658930 w 6443456"/>
              <a:gd name="connsiteY68" fmla="*/ 4348041 h 5753325"/>
              <a:gd name="connsiteX69" fmla="*/ 4443526 w 6443456"/>
              <a:gd name="connsiteY69" fmla="*/ 4507851 h 5753325"/>
              <a:gd name="connsiteX70" fmla="*/ 4289766 w 6443456"/>
              <a:gd name="connsiteY70" fmla="*/ 4711450 h 5753325"/>
              <a:gd name="connsiteX71" fmla="*/ 4150870 w 6443456"/>
              <a:gd name="connsiteY71" fmla="*/ 4818480 h 5753325"/>
              <a:gd name="connsiteX72" fmla="*/ 4006639 w 6443456"/>
              <a:gd name="connsiteY72" fmla="*/ 4933815 h 5753325"/>
              <a:gd name="connsiteX73" fmla="*/ 3298210 w 6443456"/>
              <a:gd name="connsiteY73" fmla="*/ 5070790 h 5753325"/>
              <a:gd name="connsiteX74" fmla="*/ 2947678 w 6443456"/>
              <a:gd name="connsiteY74" fmla="*/ 5117869 h 5753325"/>
              <a:gd name="connsiteX75" fmla="*/ 2822169 w 6443456"/>
              <a:gd name="connsiteY75" fmla="*/ 5129396 h 5753325"/>
              <a:gd name="connsiteX76" fmla="*/ 2538773 w 6443456"/>
              <a:gd name="connsiteY76" fmla="*/ 5313397 h 5753325"/>
              <a:gd name="connsiteX77" fmla="*/ 2014500 w 6443456"/>
              <a:gd name="connsiteY77" fmla="*/ 5519744 h 5753325"/>
              <a:gd name="connsiteX78" fmla="*/ 1934391 w 6443456"/>
              <a:gd name="connsiteY78" fmla="*/ 5591335 h 5753325"/>
              <a:gd name="connsiteX79" fmla="*/ 1892550 w 6443456"/>
              <a:gd name="connsiteY79" fmla="*/ 5649708 h 5753325"/>
              <a:gd name="connsiteX80" fmla="*/ 1854769 w 6443456"/>
              <a:gd name="connsiteY80" fmla="*/ 5647691 h 5753325"/>
              <a:gd name="connsiteX81" fmla="*/ 1809461 w 6443456"/>
              <a:gd name="connsiteY81" fmla="*/ 5648628 h 5753325"/>
              <a:gd name="connsiteX82" fmla="*/ 1745150 w 6443456"/>
              <a:gd name="connsiteY82" fmla="*/ 5693879 h 5753325"/>
              <a:gd name="connsiteX83" fmla="*/ 1713375 w 6443456"/>
              <a:gd name="connsiteY83" fmla="*/ 5684672 h 5753325"/>
              <a:gd name="connsiteX84" fmla="*/ 1707808 w 6443456"/>
              <a:gd name="connsiteY84" fmla="*/ 5682611 h 5753325"/>
              <a:gd name="connsiteX85" fmla="*/ 1679313 w 6443456"/>
              <a:gd name="connsiteY85" fmla="*/ 5672360 h 5753325"/>
              <a:gd name="connsiteX86" fmla="*/ 1646933 w 6443456"/>
              <a:gd name="connsiteY86" fmla="*/ 5666227 h 5753325"/>
              <a:gd name="connsiteX87" fmla="*/ 1610055 w 6443456"/>
              <a:gd name="connsiteY87" fmla="*/ 5673643 h 5753325"/>
              <a:gd name="connsiteX88" fmla="*/ 1437641 w 6443456"/>
              <a:gd name="connsiteY88" fmla="*/ 5723266 h 5753325"/>
              <a:gd name="connsiteX89" fmla="*/ 1332869 w 6443456"/>
              <a:gd name="connsiteY89" fmla="*/ 5744752 h 5753325"/>
              <a:gd name="connsiteX90" fmla="*/ 1290525 w 6443456"/>
              <a:gd name="connsiteY90" fmla="*/ 5740036 h 5753325"/>
              <a:gd name="connsiteX91" fmla="*/ 1233107 w 6443456"/>
              <a:gd name="connsiteY91" fmla="*/ 5742106 h 5753325"/>
              <a:gd name="connsiteX92" fmla="*/ 1214532 w 6443456"/>
              <a:gd name="connsiteY92" fmla="*/ 5753325 h 5753325"/>
              <a:gd name="connsiteX93" fmla="*/ 1199955 w 6443456"/>
              <a:gd name="connsiteY93" fmla="*/ 5744831 h 5753325"/>
              <a:gd name="connsiteX94" fmla="*/ 1162337 w 6443456"/>
              <a:gd name="connsiteY94" fmla="*/ 5738048 h 5753325"/>
              <a:gd name="connsiteX95" fmla="*/ 1053457 w 6443456"/>
              <a:gd name="connsiteY95" fmla="*/ 5688676 h 5753325"/>
              <a:gd name="connsiteX96" fmla="*/ 1025798 w 6443456"/>
              <a:gd name="connsiteY96" fmla="*/ 5673166 h 5753325"/>
              <a:gd name="connsiteX97" fmla="*/ 947900 w 6443456"/>
              <a:gd name="connsiteY97" fmla="*/ 5657848 h 5753325"/>
              <a:gd name="connsiteX98" fmla="*/ 815627 w 6443456"/>
              <a:gd name="connsiteY98" fmla="*/ 5642557 h 5753325"/>
              <a:gd name="connsiteX99" fmla="*/ 788251 w 6443456"/>
              <a:gd name="connsiteY99" fmla="*/ 5637065 h 5753325"/>
              <a:gd name="connsiteX100" fmla="*/ 767822 w 6443456"/>
              <a:gd name="connsiteY100" fmla="*/ 5623450 h 5753325"/>
              <a:gd name="connsiteX101" fmla="*/ 765791 w 6443456"/>
              <a:gd name="connsiteY101" fmla="*/ 5612539 h 5753325"/>
              <a:gd name="connsiteX102" fmla="*/ 751230 w 6443456"/>
              <a:gd name="connsiteY102" fmla="*/ 5608092 h 5753325"/>
              <a:gd name="connsiteX103" fmla="*/ 748008 w 6443456"/>
              <a:gd name="connsiteY103" fmla="*/ 5605052 h 5753325"/>
              <a:gd name="connsiteX104" fmla="*/ 728871 w 6443456"/>
              <a:gd name="connsiteY104" fmla="*/ 5589469 h 5753325"/>
              <a:gd name="connsiteX105" fmla="*/ 671898 w 6443456"/>
              <a:gd name="connsiteY105" fmla="*/ 5602363 h 5753325"/>
              <a:gd name="connsiteX106" fmla="*/ 615065 w 6443456"/>
              <a:gd name="connsiteY106" fmla="*/ 5580257 h 5753325"/>
              <a:gd name="connsiteX107" fmla="*/ 355785 w 6443456"/>
              <a:gd name="connsiteY107" fmla="*/ 5514383 h 5753325"/>
              <a:gd name="connsiteX108" fmla="*/ 102269 w 6443456"/>
              <a:gd name="connsiteY108" fmla="*/ 5524347 h 5753325"/>
              <a:gd name="connsiteX109" fmla="*/ 13160 w 6443456"/>
              <a:gd name="connsiteY109" fmla="*/ 5514159 h 5753325"/>
              <a:gd name="connsiteX110" fmla="*/ 0 w 6443456"/>
              <a:gd name="connsiteY110" fmla="*/ 5511735 h 5753325"/>
              <a:gd name="connsiteX111" fmla="*/ 0 w 6443456"/>
              <a:gd name="connsiteY111" fmla="*/ 0 h 5753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</a:cxnLst>
            <a:rect l="l" t="t" r="r" b="b"/>
            <a:pathLst>
              <a:path w="6443456" h="5753325">
                <a:moveTo>
                  <a:pt x="0" y="0"/>
                </a:moveTo>
                <a:lnTo>
                  <a:pt x="6438980" y="0"/>
                </a:lnTo>
                <a:cubicBezTo>
                  <a:pt x="6439002" y="49"/>
                  <a:pt x="6439025" y="98"/>
                  <a:pt x="6439047" y="147"/>
                </a:cubicBezTo>
                <a:lnTo>
                  <a:pt x="6443456" y="130105"/>
                </a:lnTo>
                <a:cubicBezTo>
                  <a:pt x="6430828" y="154008"/>
                  <a:pt x="6411458" y="168030"/>
                  <a:pt x="6422751" y="174163"/>
                </a:cubicBezTo>
                <a:cubicBezTo>
                  <a:pt x="6418487" y="214830"/>
                  <a:pt x="6390727" y="235497"/>
                  <a:pt x="6396598" y="274847"/>
                </a:cubicBezTo>
                <a:cubicBezTo>
                  <a:pt x="6403386" y="335822"/>
                  <a:pt x="6333127" y="414969"/>
                  <a:pt x="6337615" y="471794"/>
                </a:cubicBezTo>
                <a:cubicBezTo>
                  <a:pt x="6324407" y="534783"/>
                  <a:pt x="6296331" y="556933"/>
                  <a:pt x="6304423" y="582623"/>
                </a:cubicBezTo>
                <a:cubicBezTo>
                  <a:pt x="6293676" y="611941"/>
                  <a:pt x="6296956" y="631352"/>
                  <a:pt x="6303977" y="664291"/>
                </a:cubicBezTo>
                <a:cubicBezTo>
                  <a:pt x="6302444" y="677879"/>
                  <a:pt x="6301462" y="685268"/>
                  <a:pt x="6299372" y="697330"/>
                </a:cubicBezTo>
                <a:cubicBezTo>
                  <a:pt x="6314387" y="714913"/>
                  <a:pt x="6313827" y="721408"/>
                  <a:pt x="6309888" y="754001"/>
                </a:cubicBezTo>
                <a:cubicBezTo>
                  <a:pt x="6306930" y="769492"/>
                  <a:pt x="6343751" y="814234"/>
                  <a:pt x="6339879" y="811136"/>
                </a:cubicBezTo>
                <a:lnTo>
                  <a:pt x="6330065" y="893399"/>
                </a:lnTo>
                <a:cubicBezTo>
                  <a:pt x="6341065" y="929331"/>
                  <a:pt x="6340586" y="969703"/>
                  <a:pt x="6328618" y="1009766"/>
                </a:cubicBezTo>
                <a:cubicBezTo>
                  <a:pt x="6286987" y="1110847"/>
                  <a:pt x="6336677" y="1067927"/>
                  <a:pt x="6320797" y="1146964"/>
                </a:cubicBezTo>
                <a:cubicBezTo>
                  <a:pt x="6308238" y="1199586"/>
                  <a:pt x="6355190" y="1221191"/>
                  <a:pt x="6334400" y="1280757"/>
                </a:cubicBezTo>
                <a:lnTo>
                  <a:pt x="6356023" y="1356227"/>
                </a:lnTo>
                <a:cubicBezTo>
                  <a:pt x="6356068" y="1358140"/>
                  <a:pt x="6356112" y="1360054"/>
                  <a:pt x="6356157" y="1361967"/>
                </a:cubicBezTo>
                <a:cubicBezTo>
                  <a:pt x="6355533" y="1373512"/>
                  <a:pt x="6353847" y="1384370"/>
                  <a:pt x="6350613" y="1393569"/>
                </a:cubicBezTo>
                <a:cubicBezTo>
                  <a:pt x="6364468" y="1383914"/>
                  <a:pt x="6345614" y="1435855"/>
                  <a:pt x="6357062" y="1444071"/>
                </a:cubicBezTo>
                <a:cubicBezTo>
                  <a:pt x="6366618" y="1448518"/>
                  <a:pt x="6363125" y="1465312"/>
                  <a:pt x="6364832" y="1478763"/>
                </a:cubicBezTo>
                <a:cubicBezTo>
                  <a:pt x="6367033" y="1481449"/>
                  <a:pt x="6368644" y="1487606"/>
                  <a:pt x="6369745" y="1495680"/>
                </a:cubicBezTo>
                <a:cubicBezTo>
                  <a:pt x="6370129" y="1501564"/>
                  <a:pt x="6370514" y="1507447"/>
                  <a:pt x="6370898" y="1513331"/>
                </a:cubicBezTo>
                <a:lnTo>
                  <a:pt x="6339773" y="1527414"/>
                </a:lnTo>
                <a:cubicBezTo>
                  <a:pt x="6334226" y="1566662"/>
                  <a:pt x="6321052" y="1604564"/>
                  <a:pt x="6321854" y="1635366"/>
                </a:cubicBezTo>
                <a:cubicBezTo>
                  <a:pt x="6320655" y="1701187"/>
                  <a:pt x="6292278" y="1721205"/>
                  <a:pt x="6299489" y="1784860"/>
                </a:cubicBezTo>
                <a:cubicBezTo>
                  <a:pt x="6294212" y="1831400"/>
                  <a:pt x="6277478" y="1829559"/>
                  <a:pt x="6267878" y="1858572"/>
                </a:cubicBezTo>
                <a:lnTo>
                  <a:pt x="6251146" y="1926167"/>
                </a:lnTo>
                <a:lnTo>
                  <a:pt x="6210686" y="2014834"/>
                </a:lnTo>
                <a:lnTo>
                  <a:pt x="6106652" y="2150572"/>
                </a:lnTo>
                <a:lnTo>
                  <a:pt x="6097813" y="2172208"/>
                </a:lnTo>
                <a:lnTo>
                  <a:pt x="6095990" y="2181185"/>
                </a:lnTo>
                <a:cubicBezTo>
                  <a:pt x="6094176" y="2187056"/>
                  <a:pt x="6092249" y="2190556"/>
                  <a:pt x="6090126" y="2192533"/>
                </a:cubicBezTo>
                <a:lnTo>
                  <a:pt x="6089503" y="2192543"/>
                </a:lnTo>
                <a:lnTo>
                  <a:pt x="6084946" y="2203694"/>
                </a:lnTo>
                <a:cubicBezTo>
                  <a:pt x="6068006" y="2222414"/>
                  <a:pt x="6006445" y="2274546"/>
                  <a:pt x="5987861" y="2304868"/>
                </a:cubicBezTo>
                <a:lnTo>
                  <a:pt x="5973439" y="2385635"/>
                </a:lnTo>
                <a:lnTo>
                  <a:pt x="5916727" y="2458777"/>
                </a:lnTo>
                <a:cubicBezTo>
                  <a:pt x="5897241" y="2491718"/>
                  <a:pt x="5869630" y="2534165"/>
                  <a:pt x="5856524" y="2583281"/>
                </a:cubicBezTo>
                <a:cubicBezTo>
                  <a:pt x="5857506" y="2592319"/>
                  <a:pt x="5833326" y="2744711"/>
                  <a:pt x="5838091" y="2753474"/>
                </a:cubicBezTo>
                <a:cubicBezTo>
                  <a:pt x="5785248" y="2871502"/>
                  <a:pt x="5778642" y="2803565"/>
                  <a:pt x="5744296" y="2893276"/>
                </a:cubicBezTo>
                <a:cubicBezTo>
                  <a:pt x="5695297" y="2988328"/>
                  <a:pt x="5724634" y="2958553"/>
                  <a:pt x="5682522" y="3044368"/>
                </a:cubicBezTo>
                <a:cubicBezTo>
                  <a:pt x="5632185" y="3125072"/>
                  <a:pt x="5597317" y="3217236"/>
                  <a:pt x="5557886" y="3304853"/>
                </a:cubicBezTo>
                <a:cubicBezTo>
                  <a:pt x="5482395" y="3325072"/>
                  <a:pt x="5519234" y="3371478"/>
                  <a:pt x="5483942" y="3416604"/>
                </a:cubicBezTo>
                <a:cubicBezTo>
                  <a:pt x="5462927" y="3437263"/>
                  <a:pt x="5484515" y="3475608"/>
                  <a:pt x="5461007" y="3503742"/>
                </a:cubicBezTo>
                <a:cubicBezTo>
                  <a:pt x="5452964" y="3510933"/>
                  <a:pt x="5447709" y="3554203"/>
                  <a:pt x="5437889" y="3559927"/>
                </a:cubicBezTo>
                <a:lnTo>
                  <a:pt x="5432770" y="3562948"/>
                </a:lnTo>
                <a:lnTo>
                  <a:pt x="5406795" y="3578594"/>
                </a:lnTo>
                <a:lnTo>
                  <a:pt x="5381495" y="3599883"/>
                </a:lnTo>
                <a:cubicBezTo>
                  <a:pt x="5373777" y="3608845"/>
                  <a:pt x="5367528" y="3619642"/>
                  <a:pt x="5363689" y="3633299"/>
                </a:cubicBezTo>
                <a:cubicBezTo>
                  <a:pt x="5370837" y="3689178"/>
                  <a:pt x="5280250" y="3728687"/>
                  <a:pt x="5291870" y="3799039"/>
                </a:cubicBezTo>
                <a:cubicBezTo>
                  <a:pt x="5291660" y="3823262"/>
                  <a:pt x="5263601" y="3888134"/>
                  <a:pt x="5241600" y="3894238"/>
                </a:cubicBezTo>
                <a:cubicBezTo>
                  <a:pt x="5232312" y="3906493"/>
                  <a:pt x="5231731" y="3924583"/>
                  <a:pt x="5211041" y="3924184"/>
                </a:cubicBezTo>
                <a:cubicBezTo>
                  <a:pt x="5184976" y="3926521"/>
                  <a:pt x="5198956" y="3986438"/>
                  <a:pt x="5176073" y="3970179"/>
                </a:cubicBezTo>
                <a:lnTo>
                  <a:pt x="5172826" y="3991773"/>
                </a:lnTo>
                <a:lnTo>
                  <a:pt x="5157053" y="3997708"/>
                </a:lnTo>
                <a:cubicBezTo>
                  <a:pt x="5140589" y="4003541"/>
                  <a:pt x="5128715" y="4008828"/>
                  <a:pt x="5127922" y="4022660"/>
                </a:cubicBezTo>
                <a:cubicBezTo>
                  <a:pt x="5105225" y="4035701"/>
                  <a:pt x="5043623" y="4065128"/>
                  <a:pt x="5020872" y="4075951"/>
                </a:cubicBezTo>
                <a:cubicBezTo>
                  <a:pt x="5006705" y="4069570"/>
                  <a:pt x="5001251" y="4081880"/>
                  <a:pt x="4991410" y="4087598"/>
                </a:cubicBezTo>
                <a:cubicBezTo>
                  <a:pt x="4974522" y="4085320"/>
                  <a:pt x="4937025" y="4121806"/>
                  <a:pt x="4930112" y="4138459"/>
                </a:cubicBezTo>
                <a:cubicBezTo>
                  <a:pt x="4918473" y="4190437"/>
                  <a:pt x="4844909" y="4190974"/>
                  <a:pt x="4834224" y="4231643"/>
                </a:cubicBezTo>
                <a:cubicBezTo>
                  <a:pt x="4827758" y="4239937"/>
                  <a:pt x="4820427" y="4245543"/>
                  <a:pt x="4812599" y="4249449"/>
                </a:cubicBezTo>
                <a:lnTo>
                  <a:pt x="4789188" y="4256678"/>
                </a:lnTo>
                <a:lnTo>
                  <a:pt x="4779554" y="4251313"/>
                </a:lnTo>
                <a:lnTo>
                  <a:pt x="4766885" y="4259812"/>
                </a:lnTo>
                <a:lnTo>
                  <a:pt x="4762510" y="4260383"/>
                </a:lnTo>
                <a:cubicBezTo>
                  <a:pt x="4754131" y="4261437"/>
                  <a:pt x="4745977" y="4262766"/>
                  <a:pt x="4738416" y="4265355"/>
                </a:cubicBezTo>
                <a:cubicBezTo>
                  <a:pt x="4764694" y="4302719"/>
                  <a:pt x="4678447" y="4293536"/>
                  <a:pt x="4712007" y="4317892"/>
                </a:cubicBezTo>
                <a:cubicBezTo>
                  <a:pt x="4675039" y="4338619"/>
                  <a:pt x="4716682" y="4356361"/>
                  <a:pt x="4658930" y="4348041"/>
                </a:cubicBezTo>
                <a:cubicBezTo>
                  <a:pt x="4614182" y="4379702"/>
                  <a:pt x="4505053" y="4447283"/>
                  <a:pt x="4443526" y="4507851"/>
                </a:cubicBezTo>
                <a:cubicBezTo>
                  <a:pt x="4410144" y="4540439"/>
                  <a:pt x="4338540" y="4659677"/>
                  <a:pt x="4289766" y="4711450"/>
                </a:cubicBezTo>
                <a:cubicBezTo>
                  <a:pt x="4238344" y="4747694"/>
                  <a:pt x="4215457" y="4807131"/>
                  <a:pt x="4150870" y="4818480"/>
                </a:cubicBezTo>
                <a:cubicBezTo>
                  <a:pt x="4103683" y="4855538"/>
                  <a:pt x="4148748" y="4891762"/>
                  <a:pt x="4006639" y="4933815"/>
                </a:cubicBezTo>
                <a:cubicBezTo>
                  <a:pt x="3736045" y="4990755"/>
                  <a:pt x="3474704" y="5040115"/>
                  <a:pt x="3298210" y="5070790"/>
                </a:cubicBezTo>
                <a:cubicBezTo>
                  <a:pt x="3121717" y="5101466"/>
                  <a:pt x="3041810" y="5115566"/>
                  <a:pt x="2947678" y="5117869"/>
                </a:cubicBezTo>
                <a:cubicBezTo>
                  <a:pt x="2853544" y="5120174"/>
                  <a:pt x="2858560" y="5135060"/>
                  <a:pt x="2822169" y="5129396"/>
                </a:cubicBezTo>
                <a:lnTo>
                  <a:pt x="2538773" y="5313397"/>
                </a:lnTo>
                <a:cubicBezTo>
                  <a:pt x="2405817" y="5334661"/>
                  <a:pt x="2144167" y="5431620"/>
                  <a:pt x="2014500" y="5519744"/>
                </a:cubicBezTo>
                <a:cubicBezTo>
                  <a:pt x="1982084" y="5541774"/>
                  <a:pt x="1956346" y="5565847"/>
                  <a:pt x="1934391" y="5591335"/>
                </a:cubicBezTo>
                <a:lnTo>
                  <a:pt x="1892550" y="5649708"/>
                </a:lnTo>
                <a:lnTo>
                  <a:pt x="1854769" y="5647691"/>
                </a:lnTo>
                <a:cubicBezTo>
                  <a:pt x="1838936" y="5647705"/>
                  <a:pt x="1823701" y="5648312"/>
                  <a:pt x="1809461" y="5648628"/>
                </a:cubicBezTo>
                <a:cubicBezTo>
                  <a:pt x="1834147" y="5698228"/>
                  <a:pt x="1737274" y="5633540"/>
                  <a:pt x="1745150" y="5693879"/>
                </a:cubicBezTo>
                <a:cubicBezTo>
                  <a:pt x="1734532" y="5692199"/>
                  <a:pt x="1724002" y="5688669"/>
                  <a:pt x="1713375" y="5684672"/>
                </a:cubicBezTo>
                <a:lnTo>
                  <a:pt x="1707808" y="5682611"/>
                </a:lnTo>
                <a:lnTo>
                  <a:pt x="1679313" y="5672360"/>
                </a:lnTo>
                <a:lnTo>
                  <a:pt x="1646933" y="5666227"/>
                </a:lnTo>
                <a:cubicBezTo>
                  <a:pt x="1635170" y="5665926"/>
                  <a:pt x="1622939" y="5667937"/>
                  <a:pt x="1610055" y="5673643"/>
                </a:cubicBezTo>
                <a:cubicBezTo>
                  <a:pt x="1571890" y="5714775"/>
                  <a:pt x="1484024" y="5669440"/>
                  <a:pt x="1437641" y="5723266"/>
                </a:cubicBezTo>
                <a:cubicBezTo>
                  <a:pt x="1418992" y="5738521"/>
                  <a:pt x="1351540" y="5757985"/>
                  <a:pt x="1332869" y="5744752"/>
                </a:cubicBezTo>
                <a:cubicBezTo>
                  <a:pt x="1317589" y="5745326"/>
                  <a:pt x="1303391" y="5756388"/>
                  <a:pt x="1290525" y="5740036"/>
                </a:cubicBezTo>
                <a:cubicBezTo>
                  <a:pt x="1272146" y="5721242"/>
                  <a:pt x="1235243" y="5770261"/>
                  <a:pt x="1233107" y="5742106"/>
                </a:cubicBezTo>
                <a:lnTo>
                  <a:pt x="1214532" y="5753325"/>
                </a:lnTo>
                <a:lnTo>
                  <a:pt x="1199955" y="5744831"/>
                </a:lnTo>
                <a:cubicBezTo>
                  <a:pt x="1185016" y="5735734"/>
                  <a:pt x="1173414" y="5729861"/>
                  <a:pt x="1162337" y="5738048"/>
                </a:cubicBezTo>
                <a:cubicBezTo>
                  <a:pt x="1137920" y="5728689"/>
                  <a:pt x="1076212" y="5699490"/>
                  <a:pt x="1053457" y="5688676"/>
                </a:cubicBezTo>
                <a:cubicBezTo>
                  <a:pt x="1049315" y="5673592"/>
                  <a:pt x="1036434" y="5677184"/>
                  <a:pt x="1025798" y="5673166"/>
                </a:cubicBezTo>
                <a:cubicBezTo>
                  <a:pt x="1016787" y="5658576"/>
                  <a:pt x="965030" y="5652626"/>
                  <a:pt x="947900" y="5657848"/>
                </a:cubicBezTo>
                <a:cubicBezTo>
                  <a:pt x="900757" y="5681878"/>
                  <a:pt x="853518" y="5624981"/>
                  <a:pt x="815627" y="5642557"/>
                </a:cubicBezTo>
                <a:cubicBezTo>
                  <a:pt x="805172" y="5642805"/>
                  <a:pt x="796221" y="5640669"/>
                  <a:pt x="788251" y="5637065"/>
                </a:cubicBezTo>
                <a:lnTo>
                  <a:pt x="767822" y="5623450"/>
                </a:lnTo>
                <a:lnTo>
                  <a:pt x="765791" y="5612539"/>
                </a:lnTo>
                <a:lnTo>
                  <a:pt x="751230" y="5608092"/>
                </a:lnTo>
                <a:lnTo>
                  <a:pt x="748008" y="5605052"/>
                </a:lnTo>
                <a:cubicBezTo>
                  <a:pt x="741868" y="5599203"/>
                  <a:pt x="735661" y="5593704"/>
                  <a:pt x="728871" y="5589469"/>
                </a:cubicBezTo>
                <a:cubicBezTo>
                  <a:pt x="717035" y="5633700"/>
                  <a:pt x="669153" y="5560747"/>
                  <a:pt x="671898" y="5602363"/>
                </a:cubicBezTo>
                <a:cubicBezTo>
                  <a:pt x="632522" y="5586794"/>
                  <a:pt x="645467" y="5630489"/>
                  <a:pt x="615065" y="5580257"/>
                </a:cubicBezTo>
                <a:cubicBezTo>
                  <a:pt x="562379" y="5565593"/>
                  <a:pt x="441250" y="5523701"/>
                  <a:pt x="355785" y="5514383"/>
                </a:cubicBezTo>
                <a:cubicBezTo>
                  <a:pt x="309622" y="5509152"/>
                  <a:pt x="172894" y="5529342"/>
                  <a:pt x="102269" y="5524347"/>
                </a:cubicBezTo>
                <a:cubicBezTo>
                  <a:pt x="72050" y="5515878"/>
                  <a:pt x="41939" y="5516649"/>
                  <a:pt x="13160" y="5514159"/>
                </a:cubicBezTo>
                <a:lnTo>
                  <a:pt x="0" y="551173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9BEBBF-7956-D42C-29DF-4E71AC8F6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068891"/>
            <a:ext cx="4259731" cy="1985085"/>
          </a:xfrm>
        </p:spPr>
        <p:txBody>
          <a:bodyPr anchor="b">
            <a:normAutofit/>
          </a:bodyPr>
          <a:lstStyle/>
          <a:p>
            <a:pPr algn="ctr"/>
            <a:r>
              <a:rPr lang="en-AU" sz="3400"/>
              <a:t>DQL: Member flight Summary using Subquery</a:t>
            </a:r>
            <a:br>
              <a:rPr lang="en-AU" sz="3400"/>
            </a:br>
            <a:endParaRPr lang="en-AU" sz="340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CF93DC6C-1BFD-4414-BF23-471C8831C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664" y="3440576"/>
            <a:ext cx="4114800" cy="2675059"/>
          </a:xfrm>
          <a:custGeom>
            <a:avLst/>
            <a:gdLst>
              <a:gd name="connsiteX0" fmla="*/ 0 w 2400300"/>
              <a:gd name="connsiteY0" fmla="*/ 0 h 2400300"/>
              <a:gd name="connsiteX1" fmla="*/ 2400300 w 2400300"/>
              <a:gd name="connsiteY1" fmla="*/ 0 h 2400300"/>
              <a:gd name="connsiteX2" fmla="*/ 2400300 w 2400300"/>
              <a:gd name="connsiteY2" fmla="*/ 2400300 h 2400300"/>
              <a:gd name="connsiteX3" fmla="*/ 0 w 2400300"/>
              <a:gd name="connsiteY3" fmla="*/ 2400300 h 240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00300" h="2400300">
                <a:moveTo>
                  <a:pt x="0" y="0"/>
                </a:moveTo>
                <a:lnTo>
                  <a:pt x="2400300" y="0"/>
                </a:lnTo>
                <a:lnTo>
                  <a:pt x="2400300" y="2400300"/>
                </a:lnTo>
                <a:lnTo>
                  <a:pt x="0" y="24003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0800" dist="12700" dir="3000000" algn="tl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FD9D3C-FA1B-FBBF-EA6A-D68E76391A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617" y="4108465"/>
            <a:ext cx="3836894" cy="1344890"/>
          </a:xfrm>
          <a:prstGeom prst="rect">
            <a:avLst/>
          </a:prstGeom>
        </p:spPr>
      </p:pic>
      <p:sp>
        <p:nvSpPr>
          <p:cNvPr id="16" name="Rectangle 6">
            <a:extLst>
              <a:ext uri="{FF2B5EF4-FFF2-40B4-BE49-F238E27FC236}">
                <a16:creationId xmlns:a16="http://schemas.microsoft.com/office/drawing/2014/main" id="{001928A5-13A8-4372-8A77-BCAAE5553E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14188" y="5840345"/>
            <a:ext cx="1707751" cy="428984"/>
          </a:xfrm>
          <a:custGeom>
            <a:avLst/>
            <a:gdLst>
              <a:gd name="connsiteX0" fmla="*/ 0 w 2142503"/>
              <a:gd name="connsiteY0" fmla="*/ 0 h 571500"/>
              <a:gd name="connsiteX1" fmla="*/ 2142503 w 2142503"/>
              <a:gd name="connsiteY1" fmla="*/ 0 h 571500"/>
              <a:gd name="connsiteX2" fmla="*/ 2142503 w 2142503"/>
              <a:gd name="connsiteY2" fmla="*/ 571500 h 571500"/>
              <a:gd name="connsiteX3" fmla="*/ 0 w 2142503"/>
              <a:gd name="connsiteY3" fmla="*/ 571500 h 571500"/>
              <a:gd name="connsiteX4" fmla="*/ 0 w 2142503"/>
              <a:gd name="connsiteY4" fmla="*/ 0 h 571500"/>
              <a:gd name="connsiteX0" fmla="*/ 0 w 2142503"/>
              <a:gd name="connsiteY0" fmla="*/ 0 h 582145"/>
              <a:gd name="connsiteX1" fmla="*/ 2142503 w 2142503"/>
              <a:gd name="connsiteY1" fmla="*/ 0 h 582145"/>
              <a:gd name="connsiteX2" fmla="*/ 2142503 w 2142503"/>
              <a:gd name="connsiteY2" fmla="*/ 571500 h 582145"/>
              <a:gd name="connsiteX3" fmla="*/ 2050917 w 2142503"/>
              <a:gd name="connsiteY3" fmla="*/ 582088 h 582145"/>
              <a:gd name="connsiteX4" fmla="*/ 0 w 2142503"/>
              <a:gd name="connsiteY4" fmla="*/ 571500 h 582145"/>
              <a:gd name="connsiteX5" fmla="*/ 0 w 2142503"/>
              <a:gd name="connsiteY5" fmla="*/ 0 h 582145"/>
              <a:gd name="connsiteX0" fmla="*/ 0 w 2159832"/>
              <a:gd name="connsiteY0" fmla="*/ 0 h 582145"/>
              <a:gd name="connsiteX1" fmla="*/ 2142503 w 2159832"/>
              <a:gd name="connsiteY1" fmla="*/ 0 h 582145"/>
              <a:gd name="connsiteX2" fmla="*/ 2159829 w 2159832"/>
              <a:gd name="connsiteY2" fmla="*/ 96526 h 582145"/>
              <a:gd name="connsiteX3" fmla="*/ 2142503 w 2159832"/>
              <a:gd name="connsiteY3" fmla="*/ 571500 h 582145"/>
              <a:gd name="connsiteX4" fmla="*/ 2050917 w 2159832"/>
              <a:gd name="connsiteY4" fmla="*/ 582088 h 582145"/>
              <a:gd name="connsiteX5" fmla="*/ 0 w 2159832"/>
              <a:gd name="connsiteY5" fmla="*/ 571500 h 582145"/>
              <a:gd name="connsiteX6" fmla="*/ 0 w 2159832"/>
              <a:gd name="connsiteY6" fmla="*/ 0 h 582145"/>
              <a:gd name="connsiteX0" fmla="*/ 0 w 2159832"/>
              <a:gd name="connsiteY0" fmla="*/ 12386 h 594531"/>
              <a:gd name="connsiteX1" fmla="*/ 67826 w 2159832"/>
              <a:gd name="connsiteY1" fmla="*/ 0 h 594531"/>
              <a:gd name="connsiteX2" fmla="*/ 2142503 w 2159832"/>
              <a:gd name="connsiteY2" fmla="*/ 12386 h 594531"/>
              <a:gd name="connsiteX3" fmla="*/ 2159829 w 2159832"/>
              <a:gd name="connsiteY3" fmla="*/ 108912 h 594531"/>
              <a:gd name="connsiteX4" fmla="*/ 2142503 w 2159832"/>
              <a:gd name="connsiteY4" fmla="*/ 583886 h 594531"/>
              <a:gd name="connsiteX5" fmla="*/ 2050917 w 2159832"/>
              <a:gd name="connsiteY5" fmla="*/ 594474 h 594531"/>
              <a:gd name="connsiteX6" fmla="*/ 0 w 2159832"/>
              <a:gd name="connsiteY6" fmla="*/ 583886 h 594531"/>
              <a:gd name="connsiteX7" fmla="*/ 0 w 2159832"/>
              <a:gd name="connsiteY7" fmla="*/ 12386 h 594531"/>
              <a:gd name="connsiteX0" fmla="*/ 0 w 2168908"/>
              <a:gd name="connsiteY0" fmla="*/ 26000 h 594531"/>
              <a:gd name="connsiteX1" fmla="*/ 76902 w 2168908"/>
              <a:gd name="connsiteY1" fmla="*/ 0 h 594531"/>
              <a:gd name="connsiteX2" fmla="*/ 2151579 w 2168908"/>
              <a:gd name="connsiteY2" fmla="*/ 12386 h 594531"/>
              <a:gd name="connsiteX3" fmla="*/ 2168905 w 2168908"/>
              <a:gd name="connsiteY3" fmla="*/ 108912 h 594531"/>
              <a:gd name="connsiteX4" fmla="*/ 2151579 w 2168908"/>
              <a:gd name="connsiteY4" fmla="*/ 583886 h 594531"/>
              <a:gd name="connsiteX5" fmla="*/ 2059993 w 2168908"/>
              <a:gd name="connsiteY5" fmla="*/ 594474 h 594531"/>
              <a:gd name="connsiteX6" fmla="*/ 9076 w 2168908"/>
              <a:gd name="connsiteY6" fmla="*/ 583886 h 594531"/>
              <a:gd name="connsiteX7" fmla="*/ 0 w 2168908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147197 w 2316105"/>
              <a:gd name="connsiteY0" fmla="*/ 26000 h 594531"/>
              <a:gd name="connsiteX1" fmla="*/ 224099 w 2316105"/>
              <a:gd name="connsiteY1" fmla="*/ 0 h 594531"/>
              <a:gd name="connsiteX2" fmla="*/ 2298776 w 2316105"/>
              <a:gd name="connsiteY2" fmla="*/ 12386 h 594531"/>
              <a:gd name="connsiteX3" fmla="*/ 2316102 w 2316105"/>
              <a:gd name="connsiteY3" fmla="*/ 108912 h 594531"/>
              <a:gd name="connsiteX4" fmla="*/ 2298776 w 2316105"/>
              <a:gd name="connsiteY4" fmla="*/ 583886 h 594531"/>
              <a:gd name="connsiteX5" fmla="*/ 2207190 w 2316105"/>
              <a:gd name="connsiteY5" fmla="*/ 594474 h 594531"/>
              <a:gd name="connsiteX6" fmla="*/ 156273 w 2316105"/>
              <a:gd name="connsiteY6" fmla="*/ 583886 h 594531"/>
              <a:gd name="connsiteX7" fmla="*/ 142416 w 2316105"/>
              <a:gd name="connsiteY7" fmla="*/ 235975 h 594531"/>
              <a:gd name="connsiteX8" fmla="*/ 147197 w 2316105"/>
              <a:gd name="connsiteY8" fmla="*/ 26000 h 594531"/>
              <a:gd name="connsiteX0" fmla="*/ 154684 w 2323592"/>
              <a:gd name="connsiteY0" fmla="*/ 26000 h 594531"/>
              <a:gd name="connsiteX1" fmla="*/ 231586 w 2323592"/>
              <a:gd name="connsiteY1" fmla="*/ 0 h 594531"/>
              <a:gd name="connsiteX2" fmla="*/ 2306263 w 2323592"/>
              <a:gd name="connsiteY2" fmla="*/ 12386 h 594531"/>
              <a:gd name="connsiteX3" fmla="*/ 2323589 w 2323592"/>
              <a:gd name="connsiteY3" fmla="*/ 108912 h 594531"/>
              <a:gd name="connsiteX4" fmla="*/ 2306263 w 2323592"/>
              <a:gd name="connsiteY4" fmla="*/ 583886 h 594531"/>
              <a:gd name="connsiteX5" fmla="*/ 2214677 w 2323592"/>
              <a:gd name="connsiteY5" fmla="*/ 594474 h 594531"/>
              <a:gd name="connsiteX6" fmla="*/ 163760 w 2323592"/>
              <a:gd name="connsiteY6" fmla="*/ 583886 h 594531"/>
              <a:gd name="connsiteX7" fmla="*/ 158979 w 2323592"/>
              <a:gd name="connsiteY7" fmla="*/ 403879 h 594531"/>
              <a:gd name="connsiteX8" fmla="*/ 149903 w 2323592"/>
              <a:gd name="connsiteY8" fmla="*/ 235975 h 594531"/>
              <a:gd name="connsiteX9" fmla="*/ 154684 w 2323592"/>
              <a:gd name="connsiteY9" fmla="*/ 26000 h 594531"/>
              <a:gd name="connsiteX0" fmla="*/ 13665 w 2182573"/>
              <a:gd name="connsiteY0" fmla="*/ 26000 h 594531"/>
              <a:gd name="connsiteX1" fmla="*/ 90567 w 2182573"/>
              <a:gd name="connsiteY1" fmla="*/ 0 h 594531"/>
              <a:gd name="connsiteX2" fmla="*/ 2165244 w 2182573"/>
              <a:gd name="connsiteY2" fmla="*/ 12386 h 594531"/>
              <a:gd name="connsiteX3" fmla="*/ 2182570 w 2182573"/>
              <a:gd name="connsiteY3" fmla="*/ 108912 h 594531"/>
              <a:gd name="connsiteX4" fmla="*/ 2165244 w 2182573"/>
              <a:gd name="connsiteY4" fmla="*/ 583886 h 594531"/>
              <a:gd name="connsiteX5" fmla="*/ 2073658 w 2182573"/>
              <a:gd name="connsiteY5" fmla="*/ 594474 h 594531"/>
              <a:gd name="connsiteX6" fmla="*/ 22741 w 2182573"/>
              <a:gd name="connsiteY6" fmla="*/ 583886 h 594531"/>
              <a:gd name="connsiteX7" fmla="*/ 17960 w 2182573"/>
              <a:gd name="connsiteY7" fmla="*/ 403879 h 594531"/>
              <a:gd name="connsiteX8" fmla="*/ 8884 w 2182573"/>
              <a:gd name="connsiteY8" fmla="*/ 235975 h 594531"/>
              <a:gd name="connsiteX9" fmla="*/ 13665 w 2182573"/>
              <a:gd name="connsiteY9" fmla="*/ 26000 h 594531"/>
              <a:gd name="connsiteX0" fmla="*/ 13665 w 2202120"/>
              <a:gd name="connsiteY0" fmla="*/ 26000 h 594531"/>
              <a:gd name="connsiteX1" fmla="*/ 90567 w 2202120"/>
              <a:gd name="connsiteY1" fmla="*/ 0 h 594531"/>
              <a:gd name="connsiteX2" fmla="*/ 2165244 w 2202120"/>
              <a:gd name="connsiteY2" fmla="*/ 12386 h 594531"/>
              <a:gd name="connsiteX3" fmla="*/ 2182570 w 2202120"/>
              <a:gd name="connsiteY3" fmla="*/ 108912 h 594531"/>
              <a:gd name="connsiteX4" fmla="*/ 2192471 w 2202120"/>
              <a:gd name="connsiteY4" fmla="*/ 583886 h 594531"/>
              <a:gd name="connsiteX5" fmla="*/ 2073658 w 2202120"/>
              <a:gd name="connsiteY5" fmla="*/ 594474 h 594531"/>
              <a:gd name="connsiteX6" fmla="*/ 22741 w 2202120"/>
              <a:gd name="connsiteY6" fmla="*/ 583886 h 594531"/>
              <a:gd name="connsiteX7" fmla="*/ 17960 w 2202120"/>
              <a:gd name="connsiteY7" fmla="*/ 403879 h 594531"/>
              <a:gd name="connsiteX8" fmla="*/ 8884 w 2202120"/>
              <a:gd name="connsiteY8" fmla="*/ 235975 h 594531"/>
              <a:gd name="connsiteX9" fmla="*/ 13665 w 2202120"/>
              <a:gd name="connsiteY9" fmla="*/ 26000 h 594531"/>
              <a:gd name="connsiteX0" fmla="*/ 13665 w 2202036"/>
              <a:gd name="connsiteY0" fmla="*/ 26000 h 594531"/>
              <a:gd name="connsiteX1" fmla="*/ 90567 w 2202036"/>
              <a:gd name="connsiteY1" fmla="*/ 0 h 594531"/>
              <a:gd name="connsiteX2" fmla="*/ 2165244 w 2202036"/>
              <a:gd name="connsiteY2" fmla="*/ 12386 h 594531"/>
              <a:gd name="connsiteX3" fmla="*/ 2182570 w 2202036"/>
              <a:gd name="connsiteY3" fmla="*/ 108912 h 594531"/>
              <a:gd name="connsiteX4" fmla="*/ 2191645 w 2202036"/>
              <a:gd name="connsiteY4" fmla="*/ 422031 h 594531"/>
              <a:gd name="connsiteX5" fmla="*/ 2192471 w 2202036"/>
              <a:gd name="connsiteY5" fmla="*/ 583886 h 594531"/>
              <a:gd name="connsiteX6" fmla="*/ 2073658 w 2202036"/>
              <a:gd name="connsiteY6" fmla="*/ 594474 h 594531"/>
              <a:gd name="connsiteX7" fmla="*/ 22741 w 2202036"/>
              <a:gd name="connsiteY7" fmla="*/ 583886 h 594531"/>
              <a:gd name="connsiteX8" fmla="*/ 17960 w 2202036"/>
              <a:gd name="connsiteY8" fmla="*/ 403879 h 594531"/>
              <a:gd name="connsiteX9" fmla="*/ 8884 w 2202036"/>
              <a:gd name="connsiteY9" fmla="*/ 235975 h 594531"/>
              <a:gd name="connsiteX10" fmla="*/ 13665 w 2202036"/>
              <a:gd name="connsiteY10" fmla="*/ 26000 h 594531"/>
              <a:gd name="connsiteX0" fmla="*/ 142254 w 2330625"/>
              <a:gd name="connsiteY0" fmla="*/ 26000 h 594531"/>
              <a:gd name="connsiteX1" fmla="*/ 219156 w 2330625"/>
              <a:gd name="connsiteY1" fmla="*/ 0 h 594531"/>
              <a:gd name="connsiteX2" fmla="*/ 2293833 w 2330625"/>
              <a:gd name="connsiteY2" fmla="*/ 12386 h 594531"/>
              <a:gd name="connsiteX3" fmla="*/ 2311159 w 2330625"/>
              <a:gd name="connsiteY3" fmla="*/ 108912 h 594531"/>
              <a:gd name="connsiteX4" fmla="*/ 2320234 w 2330625"/>
              <a:gd name="connsiteY4" fmla="*/ 422031 h 594531"/>
              <a:gd name="connsiteX5" fmla="*/ 2321060 w 2330625"/>
              <a:gd name="connsiteY5" fmla="*/ 583886 h 594531"/>
              <a:gd name="connsiteX6" fmla="*/ 2202247 w 2330625"/>
              <a:gd name="connsiteY6" fmla="*/ 594474 h 594531"/>
              <a:gd name="connsiteX7" fmla="*/ 151330 w 2330625"/>
              <a:gd name="connsiteY7" fmla="*/ 583886 h 594531"/>
              <a:gd name="connsiteX8" fmla="*/ 155624 w 2330625"/>
              <a:gd name="connsiteY8" fmla="*/ 512790 h 594531"/>
              <a:gd name="connsiteX9" fmla="*/ 146549 w 2330625"/>
              <a:gd name="connsiteY9" fmla="*/ 403879 h 594531"/>
              <a:gd name="connsiteX10" fmla="*/ 137473 w 2330625"/>
              <a:gd name="connsiteY10" fmla="*/ 235975 h 594531"/>
              <a:gd name="connsiteX11" fmla="*/ 142254 w 2330625"/>
              <a:gd name="connsiteY11" fmla="*/ 26000 h 594531"/>
              <a:gd name="connsiteX0" fmla="*/ 13413 w 2201784"/>
              <a:gd name="connsiteY0" fmla="*/ 26000 h 594531"/>
              <a:gd name="connsiteX1" fmla="*/ 90315 w 2201784"/>
              <a:gd name="connsiteY1" fmla="*/ 0 h 594531"/>
              <a:gd name="connsiteX2" fmla="*/ 2164992 w 2201784"/>
              <a:gd name="connsiteY2" fmla="*/ 12386 h 594531"/>
              <a:gd name="connsiteX3" fmla="*/ 2182318 w 2201784"/>
              <a:gd name="connsiteY3" fmla="*/ 108912 h 594531"/>
              <a:gd name="connsiteX4" fmla="*/ 2191393 w 2201784"/>
              <a:gd name="connsiteY4" fmla="*/ 422031 h 594531"/>
              <a:gd name="connsiteX5" fmla="*/ 2192219 w 2201784"/>
              <a:gd name="connsiteY5" fmla="*/ 583886 h 594531"/>
              <a:gd name="connsiteX6" fmla="*/ 2073406 w 2201784"/>
              <a:gd name="connsiteY6" fmla="*/ 594474 h 594531"/>
              <a:gd name="connsiteX7" fmla="*/ 22489 w 2201784"/>
              <a:gd name="connsiteY7" fmla="*/ 583886 h 594531"/>
              <a:gd name="connsiteX8" fmla="*/ 26783 w 2201784"/>
              <a:gd name="connsiteY8" fmla="*/ 512790 h 594531"/>
              <a:gd name="connsiteX9" fmla="*/ 17708 w 2201784"/>
              <a:gd name="connsiteY9" fmla="*/ 403879 h 594531"/>
              <a:gd name="connsiteX10" fmla="*/ 8632 w 2201784"/>
              <a:gd name="connsiteY10" fmla="*/ 235975 h 594531"/>
              <a:gd name="connsiteX11" fmla="*/ 13413 w 2201784"/>
              <a:gd name="connsiteY11" fmla="*/ 26000 h 594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201784" h="594531">
                <a:moveTo>
                  <a:pt x="13413" y="26000"/>
                </a:moveTo>
                <a:cubicBezTo>
                  <a:pt x="37534" y="24897"/>
                  <a:pt x="66194" y="1103"/>
                  <a:pt x="90315" y="0"/>
                </a:cubicBezTo>
                <a:lnTo>
                  <a:pt x="2164992" y="12386"/>
                </a:lnTo>
                <a:cubicBezTo>
                  <a:pt x="2164717" y="43049"/>
                  <a:pt x="2182593" y="78249"/>
                  <a:pt x="2182318" y="108912"/>
                </a:cubicBezTo>
                <a:cubicBezTo>
                  <a:pt x="2188231" y="177186"/>
                  <a:pt x="2189743" y="342869"/>
                  <a:pt x="2191393" y="422031"/>
                </a:cubicBezTo>
                <a:cubicBezTo>
                  <a:pt x="2193043" y="501193"/>
                  <a:pt x="2213396" y="555146"/>
                  <a:pt x="2192219" y="583886"/>
                </a:cubicBezTo>
                <a:cubicBezTo>
                  <a:pt x="2172279" y="582877"/>
                  <a:pt x="2093346" y="595483"/>
                  <a:pt x="2073406" y="594474"/>
                </a:cubicBezTo>
                <a:lnTo>
                  <a:pt x="22489" y="583886"/>
                </a:lnTo>
                <a:cubicBezTo>
                  <a:pt x="5849" y="592962"/>
                  <a:pt x="27580" y="542791"/>
                  <a:pt x="26783" y="512790"/>
                </a:cubicBezTo>
                <a:cubicBezTo>
                  <a:pt x="25986" y="482789"/>
                  <a:pt x="18464" y="450015"/>
                  <a:pt x="17708" y="403879"/>
                </a:cubicBezTo>
                <a:cubicBezTo>
                  <a:pt x="16952" y="357743"/>
                  <a:pt x="-14855" y="308787"/>
                  <a:pt x="8632" y="235975"/>
                </a:cubicBezTo>
                <a:cubicBezTo>
                  <a:pt x="7119" y="142994"/>
                  <a:pt x="-201" y="65329"/>
                  <a:pt x="13413" y="26000"/>
                </a:cubicBezTo>
                <a:close/>
              </a:path>
            </a:pathLst>
          </a:custGeom>
          <a:solidFill>
            <a:srgbClr val="D9D4D0">
              <a:alpha val="50000"/>
            </a:srgbClr>
          </a:solidFill>
          <a:ln>
            <a:noFill/>
          </a:ln>
          <a:effectLst>
            <a:softEdge rad="63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1387EB-F813-07B5-5A95-8D1B7CFCB2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86415" y="723153"/>
            <a:ext cx="4555782" cy="5392482"/>
          </a:xfrm>
        </p:spPr>
        <p:txBody>
          <a:bodyPr anchor="ctr">
            <a:normAutofit/>
          </a:bodyPr>
          <a:lstStyle/>
          <a:p>
            <a:r>
              <a:rPr lang="en-AU" sz="1000">
                <a:highlight>
                  <a:srgbClr val="FFFFFF"/>
                </a:highlight>
                <a:latin typeface="Cascadia Mono" panose="020B0609020000020004" pitchFamily="49" charset="0"/>
              </a:rPr>
              <a:t>WITH member_stats AS (</a:t>
            </a:r>
          </a:p>
          <a:p>
            <a:r>
              <a:rPr lang="en-AU" sz="1000">
                <a:highlight>
                  <a:srgbClr val="FFFFFF"/>
                </a:highlight>
                <a:latin typeface="Cascadia Mono" panose="020B0609020000020004" pitchFamily="49" charset="0"/>
              </a:rPr>
              <a:t>    SELECT </a:t>
            </a:r>
          </a:p>
          <a:p>
            <a:r>
              <a:rPr lang="en-AU" sz="1000">
                <a:highlight>
                  <a:srgbClr val="FFFFFF"/>
                </a:highlight>
                <a:latin typeface="Cascadia Mono" panose="020B0609020000020004" pitchFamily="49" charset="0"/>
              </a:rPr>
              <a:t>        m.member_id,</a:t>
            </a:r>
          </a:p>
          <a:p>
            <a:r>
              <a:rPr lang="en-AU" sz="1000">
                <a:highlight>
                  <a:srgbClr val="FFFFFF"/>
                </a:highlight>
                <a:latin typeface="Cascadia Mono" panose="020B0609020000020004" pitchFamily="49" charset="0"/>
              </a:rPr>
              <a:t>        m.member_name,</a:t>
            </a:r>
          </a:p>
          <a:p>
            <a:r>
              <a:rPr lang="en-AU" sz="1000">
                <a:highlight>
                  <a:srgbClr val="FFFFFF"/>
                </a:highlight>
                <a:latin typeface="Cascadia Mono" panose="020B0609020000020004" pitchFamily="49" charset="0"/>
              </a:rPr>
              <a:t>        m.current_tier,</a:t>
            </a:r>
          </a:p>
          <a:p>
            <a:r>
              <a:rPr lang="en-US" sz="1000">
                <a:highlight>
                  <a:srgbClr val="FFFFFF"/>
                </a:highlight>
                <a:latin typeface="Cascadia Mono" panose="020B0609020000020004" pitchFamily="49" charset="0"/>
              </a:rPr>
              <a:t>        SUM(f.status_credits) AS total_sc,</a:t>
            </a:r>
          </a:p>
          <a:p>
            <a:r>
              <a:rPr lang="en-AU" sz="1000">
                <a:highlight>
                  <a:srgbClr val="FFFFFF"/>
                </a:highlight>
                <a:latin typeface="Cascadia Mono" panose="020B0609020000020004" pitchFamily="49" charset="0"/>
              </a:rPr>
              <a:t>        COUNT(*) AS total_flights</a:t>
            </a:r>
          </a:p>
          <a:p>
            <a:r>
              <a:rPr lang="en-AU" sz="1000">
                <a:highlight>
                  <a:srgbClr val="FFFFFF"/>
                </a:highlight>
                <a:latin typeface="Cascadia Mono" panose="020B0609020000020004" pitchFamily="49" charset="0"/>
              </a:rPr>
              <a:t>    FROM members m</a:t>
            </a:r>
          </a:p>
          <a:p>
            <a:r>
              <a:rPr lang="en-US" sz="1000">
                <a:highlight>
                  <a:srgbClr val="FFFFFF"/>
                </a:highlight>
                <a:latin typeface="Cascadia Mono" panose="020B0609020000020004" pitchFamily="49" charset="0"/>
              </a:rPr>
              <a:t>    LEFT JOIN flights f ON m.member_id = f.member_id</a:t>
            </a:r>
          </a:p>
          <a:p>
            <a:r>
              <a:rPr lang="en-US" sz="1000">
                <a:highlight>
                  <a:srgbClr val="FFFFFF"/>
                </a:highlight>
                <a:latin typeface="Cascadia Mono" panose="020B0609020000020004" pitchFamily="49" charset="0"/>
              </a:rPr>
              <a:t>    GROUP BY m.member_id, m.member_name, m.current_tier</a:t>
            </a:r>
          </a:p>
          <a:p>
            <a:r>
              <a:rPr lang="en-AU" sz="1000"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en-AU" sz="1000">
                <a:highlight>
                  <a:srgbClr val="FFFFFF"/>
                </a:highlight>
                <a:latin typeface="Cascadia Mono" panose="020B0609020000020004" pitchFamily="49" charset="0"/>
              </a:rPr>
              <a:t>SELECT </a:t>
            </a:r>
          </a:p>
          <a:p>
            <a:r>
              <a:rPr lang="en-AU" sz="1000">
                <a:highlight>
                  <a:srgbClr val="FFFFFF"/>
                </a:highlight>
                <a:latin typeface="Cascadia Mono" panose="020B0609020000020004" pitchFamily="49" charset="0"/>
              </a:rPr>
              <a:t>    member_id,</a:t>
            </a:r>
          </a:p>
          <a:p>
            <a:r>
              <a:rPr lang="en-AU" sz="1000">
                <a:highlight>
                  <a:srgbClr val="FFFFFF"/>
                </a:highlight>
                <a:latin typeface="Cascadia Mono" panose="020B0609020000020004" pitchFamily="49" charset="0"/>
              </a:rPr>
              <a:t>    member_name,</a:t>
            </a:r>
          </a:p>
          <a:p>
            <a:r>
              <a:rPr lang="en-AU" sz="1000">
                <a:highlight>
                  <a:srgbClr val="FFFFFF"/>
                </a:highlight>
                <a:latin typeface="Cascadia Mono" panose="020B0609020000020004" pitchFamily="49" charset="0"/>
              </a:rPr>
              <a:t>    current_tier,</a:t>
            </a:r>
          </a:p>
          <a:p>
            <a:r>
              <a:rPr lang="en-AU" sz="1000">
                <a:highlight>
                  <a:srgbClr val="FFFFFF"/>
                </a:highlight>
                <a:latin typeface="Cascadia Mono" panose="020B0609020000020004" pitchFamily="49" charset="0"/>
              </a:rPr>
              <a:t>    total_sc,</a:t>
            </a:r>
          </a:p>
          <a:p>
            <a:r>
              <a:rPr lang="en-AU" sz="1000">
                <a:highlight>
                  <a:srgbClr val="FFFFFF"/>
                </a:highlight>
                <a:latin typeface="Cascadia Mono" panose="020B0609020000020004" pitchFamily="49" charset="0"/>
              </a:rPr>
              <a:t>    total_flights</a:t>
            </a:r>
          </a:p>
          <a:p>
            <a:r>
              <a:rPr lang="en-AU" sz="1000">
                <a:highlight>
                  <a:srgbClr val="FFFFFF"/>
                </a:highlight>
                <a:latin typeface="Cascadia Mono" panose="020B0609020000020004" pitchFamily="49" charset="0"/>
              </a:rPr>
              <a:t>FROM member_stats</a:t>
            </a:r>
          </a:p>
          <a:p>
            <a:r>
              <a:rPr lang="en-AU" sz="1000">
                <a:highlight>
                  <a:srgbClr val="FFFFFF"/>
                </a:highlight>
                <a:latin typeface="Cascadia Mono" panose="020B0609020000020004" pitchFamily="49" charset="0"/>
              </a:rPr>
              <a:t>WHERE total_sc &gt; 500</a:t>
            </a:r>
          </a:p>
          <a:p>
            <a:r>
              <a:rPr lang="en-US" sz="1000">
                <a:highlight>
                  <a:srgbClr val="FFFFFF"/>
                </a:highlight>
                <a:latin typeface="Cascadia Mono" panose="020B0609020000020004" pitchFamily="49" charset="0"/>
              </a:rPr>
              <a:t>ORDER BY total_sc DESC;</a:t>
            </a:r>
          </a:p>
          <a:p>
            <a:endParaRPr lang="en-AU" sz="1000"/>
          </a:p>
        </p:txBody>
      </p:sp>
    </p:spTree>
    <p:extLst>
      <p:ext uri="{BB962C8B-B14F-4D97-AF65-F5344CB8AC3E}">
        <p14:creationId xmlns:p14="http://schemas.microsoft.com/office/powerpoint/2010/main" val="14557372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37B2035-1FCB-439A-B421-095E136C7E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39A1F5A-E57E-4178-8F57-A18DC747E5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6291618" cy="5097980"/>
          </a:xfrm>
          <a:custGeom>
            <a:avLst/>
            <a:gdLst>
              <a:gd name="connsiteX0" fmla="*/ 0 w 6530408"/>
              <a:gd name="connsiteY0" fmla="*/ 0 h 5753325"/>
              <a:gd name="connsiteX1" fmla="*/ 6438980 w 6530408"/>
              <a:gd name="connsiteY1" fmla="*/ 0 h 5753325"/>
              <a:gd name="connsiteX2" fmla="*/ 6439047 w 6530408"/>
              <a:gd name="connsiteY2" fmla="*/ 147 h 5753325"/>
              <a:gd name="connsiteX3" fmla="*/ 6443456 w 6530408"/>
              <a:gd name="connsiteY3" fmla="*/ 130105 h 5753325"/>
              <a:gd name="connsiteX4" fmla="*/ 6447632 w 6530408"/>
              <a:gd name="connsiteY4" fmla="*/ 170016 h 5753325"/>
              <a:gd name="connsiteX5" fmla="*/ 6465936 w 6530408"/>
              <a:gd name="connsiteY5" fmla="*/ 274847 h 5753325"/>
              <a:gd name="connsiteX6" fmla="*/ 6506836 w 6530408"/>
              <a:gd name="connsiteY6" fmla="*/ 331778 h 5753325"/>
              <a:gd name="connsiteX7" fmla="*/ 6530408 w 6530408"/>
              <a:gd name="connsiteY7" fmla="*/ 427517 h 5753325"/>
              <a:gd name="connsiteX8" fmla="*/ 6516105 w 6530408"/>
              <a:gd name="connsiteY8" fmla="*/ 476071 h 5753325"/>
              <a:gd name="connsiteX9" fmla="*/ 6488360 w 6530408"/>
              <a:gd name="connsiteY9" fmla="*/ 535865 h 5753325"/>
              <a:gd name="connsiteX10" fmla="*/ 6492864 w 6530408"/>
              <a:gd name="connsiteY10" fmla="*/ 615799 h 5753325"/>
              <a:gd name="connsiteX11" fmla="*/ 6459988 w 6530408"/>
              <a:gd name="connsiteY11" fmla="*/ 707628 h 5753325"/>
              <a:gd name="connsiteX12" fmla="*/ 6453989 w 6530408"/>
              <a:gd name="connsiteY12" fmla="*/ 711876 h 5753325"/>
              <a:gd name="connsiteX13" fmla="*/ 6453209 w 6530408"/>
              <a:gd name="connsiteY13" fmla="*/ 719127 h 5753325"/>
              <a:gd name="connsiteX14" fmla="*/ 6457662 w 6530408"/>
              <a:gd name="connsiteY14" fmla="*/ 723331 h 5753325"/>
              <a:gd name="connsiteX15" fmla="*/ 6447445 w 6530408"/>
              <a:gd name="connsiteY15" fmla="*/ 780003 h 5753325"/>
              <a:gd name="connsiteX16" fmla="*/ 6426552 w 6530408"/>
              <a:gd name="connsiteY16" fmla="*/ 845805 h 5753325"/>
              <a:gd name="connsiteX17" fmla="*/ 6434072 w 6530408"/>
              <a:gd name="connsiteY17" fmla="*/ 910733 h 5753325"/>
              <a:gd name="connsiteX18" fmla="*/ 6432570 w 6530408"/>
              <a:gd name="connsiteY18" fmla="*/ 983394 h 5753325"/>
              <a:gd name="connsiteX19" fmla="*/ 6431878 w 6530408"/>
              <a:gd name="connsiteY19" fmla="*/ 1026728 h 5753325"/>
              <a:gd name="connsiteX20" fmla="*/ 6414269 w 6530408"/>
              <a:gd name="connsiteY20" fmla="*/ 1151111 h 5753325"/>
              <a:gd name="connsiteX21" fmla="*/ 6371722 w 6530408"/>
              <a:gd name="connsiteY21" fmla="*/ 1318080 h 5753325"/>
              <a:gd name="connsiteX22" fmla="*/ 6356023 w 6530408"/>
              <a:gd name="connsiteY22" fmla="*/ 1356227 h 5753325"/>
              <a:gd name="connsiteX23" fmla="*/ 6356157 w 6530408"/>
              <a:gd name="connsiteY23" fmla="*/ 1361967 h 5753325"/>
              <a:gd name="connsiteX24" fmla="*/ 6350613 w 6530408"/>
              <a:gd name="connsiteY24" fmla="*/ 1393569 h 5753325"/>
              <a:gd name="connsiteX25" fmla="*/ 6357062 w 6530408"/>
              <a:gd name="connsiteY25" fmla="*/ 1444071 h 5753325"/>
              <a:gd name="connsiteX26" fmla="*/ 6364832 w 6530408"/>
              <a:gd name="connsiteY26" fmla="*/ 1478763 h 5753325"/>
              <a:gd name="connsiteX27" fmla="*/ 6369745 w 6530408"/>
              <a:gd name="connsiteY27" fmla="*/ 1495680 h 5753325"/>
              <a:gd name="connsiteX28" fmla="*/ 6370898 w 6530408"/>
              <a:gd name="connsiteY28" fmla="*/ 1513331 h 5753325"/>
              <a:gd name="connsiteX29" fmla="*/ 6368801 w 6530408"/>
              <a:gd name="connsiteY29" fmla="*/ 1527414 h 5753325"/>
              <a:gd name="connsiteX30" fmla="*/ 6359177 w 6530408"/>
              <a:gd name="connsiteY30" fmla="*/ 1639513 h 5753325"/>
              <a:gd name="connsiteX31" fmla="*/ 6299489 w 6530408"/>
              <a:gd name="connsiteY31" fmla="*/ 1784860 h 5753325"/>
              <a:gd name="connsiteX32" fmla="*/ 6267878 w 6530408"/>
              <a:gd name="connsiteY32" fmla="*/ 1858572 h 5753325"/>
              <a:gd name="connsiteX33" fmla="*/ 6251146 w 6530408"/>
              <a:gd name="connsiteY33" fmla="*/ 1926167 h 5753325"/>
              <a:gd name="connsiteX34" fmla="*/ 6210686 w 6530408"/>
              <a:gd name="connsiteY34" fmla="*/ 2014834 h 5753325"/>
              <a:gd name="connsiteX35" fmla="*/ 6106652 w 6530408"/>
              <a:gd name="connsiteY35" fmla="*/ 2150572 h 5753325"/>
              <a:gd name="connsiteX36" fmla="*/ 6097813 w 6530408"/>
              <a:gd name="connsiteY36" fmla="*/ 2172208 h 5753325"/>
              <a:gd name="connsiteX37" fmla="*/ 6095990 w 6530408"/>
              <a:gd name="connsiteY37" fmla="*/ 2181185 h 5753325"/>
              <a:gd name="connsiteX38" fmla="*/ 6090126 w 6530408"/>
              <a:gd name="connsiteY38" fmla="*/ 2192533 h 5753325"/>
              <a:gd name="connsiteX39" fmla="*/ 6089503 w 6530408"/>
              <a:gd name="connsiteY39" fmla="*/ 2192543 h 5753325"/>
              <a:gd name="connsiteX40" fmla="*/ 6084946 w 6530408"/>
              <a:gd name="connsiteY40" fmla="*/ 2203694 h 5753325"/>
              <a:gd name="connsiteX41" fmla="*/ 5987861 w 6530408"/>
              <a:gd name="connsiteY41" fmla="*/ 2304868 h 5753325"/>
              <a:gd name="connsiteX42" fmla="*/ 5973439 w 6530408"/>
              <a:gd name="connsiteY42" fmla="*/ 2385635 h 5753325"/>
              <a:gd name="connsiteX43" fmla="*/ 5916727 w 6530408"/>
              <a:gd name="connsiteY43" fmla="*/ 2458777 h 5753325"/>
              <a:gd name="connsiteX44" fmla="*/ 5856524 w 6530408"/>
              <a:gd name="connsiteY44" fmla="*/ 2583281 h 5753325"/>
              <a:gd name="connsiteX45" fmla="*/ 5838091 w 6530408"/>
              <a:gd name="connsiteY45" fmla="*/ 2753474 h 5753325"/>
              <a:gd name="connsiteX46" fmla="*/ 5777471 w 6530408"/>
              <a:gd name="connsiteY46" fmla="*/ 2901570 h 5753325"/>
              <a:gd name="connsiteX47" fmla="*/ 5723992 w 6530408"/>
              <a:gd name="connsiteY47" fmla="*/ 2998752 h 5753325"/>
              <a:gd name="connsiteX48" fmla="*/ 5557886 w 6530408"/>
              <a:gd name="connsiteY48" fmla="*/ 3329735 h 5753325"/>
              <a:gd name="connsiteX49" fmla="*/ 5471501 w 6530408"/>
              <a:gd name="connsiteY49" fmla="*/ 3462221 h 5753325"/>
              <a:gd name="connsiteX50" fmla="*/ 5465154 w 6530408"/>
              <a:gd name="connsiteY50" fmla="*/ 3541065 h 5753325"/>
              <a:gd name="connsiteX51" fmla="*/ 5437889 w 6530408"/>
              <a:gd name="connsiteY51" fmla="*/ 3559927 h 5753325"/>
              <a:gd name="connsiteX52" fmla="*/ 5432770 w 6530408"/>
              <a:gd name="connsiteY52" fmla="*/ 3562948 h 5753325"/>
              <a:gd name="connsiteX53" fmla="*/ 5406795 w 6530408"/>
              <a:gd name="connsiteY53" fmla="*/ 3578594 h 5753325"/>
              <a:gd name="connsiteX54" fmla="*/ 5381495 w 6530408"/>
              <a:gd name="connsiteY54" fmla="*/ 3599883 h 5753325"/>
              <a:gd name="connsiteX55" fmla="*/ 5363689 w 6530408"/>
              <a:gd name="connsiteY55" fmla="*/ 3633299 h 5753325"/>
              <a:gd name="connsiteX56" fmla="*/ 5291870 w 6530408"/>
              <a:gd name="connsiteY56" fmla="*/ 3799039 h 5753325"/>
              <a:gd name="connsiteX57" fmla="*/ 5241600 w 6530408"/>
              <a:gd name="connsiteY57" fmla="*/ 3894238 h 5753325"/>
              <a:gd name="connsiteX58" fmla="*/ 5211041 w 6530408"/>
              <a:gd name="connsiteY58" fmla="*/ 3924184 h 5753325"/>
              <a:gd name="connsiteX59" fmla="*/ 5176073 w 6530408"/>
              <a:gd name="connsiteY59" fmla="*/ 3970179 h 5753325"/>
              <a:gd name="connsiteX60" fmla="*/ 5172826 w 6530408"/>
              <a:gd name="connsiteY60" fmla="*/ 3991773 h 5753325"/>
              <a:gd name="connsiteX61" fmla="*/ 5157053 w 6530408"/>
              <a:gd name="connsiteY61" fmla="*/ 3997708 h 5753325"/>
              <a:gd name="connsiteX62" fmla="*/ 5127922 w 6530408"/>
              <a:gd name="connsiteY62" fmla="*/ 4022660 h 5753325"/>
              <a:gd name="connsiteX63" fmla="*/ 5020872 w 6530408"/>
              <a:gd name="connsiteY63" fmla="*/ 4075951 h 5753325"/>
              <a:gd name="connsiteX64" fmla="*/ 4991410 w 6530408"/>
              <a:gd name="connsiteY64" fmla="*/ 4087598 h 5753325"/>
              <a:gd name="connsiteX65" fmla="*/ 4930112 w 6530408"/>
              <a:gd name="connsiteY65" fmla="*/ 4138459 h 5753325"/>
              <a:gd name="connsiteX66" fmla="*/ 4834224 w 6530408"/>
              <a:gd name="connsiteY66" fmla="*/ 4231643 h 5753325"/>
              <a:gd name="connsiteX67" fmla="*/ 4812599 w 6530408"/>
              <a:gd name="connsiteY67" fmla="*/ 4249449 h 5753325"/>
              <a:gd name="connsiteX68" fmla="*/ 4789188 w 6530408"/>
              <a:gd name="connsiteY68" fmla="*/ 4256678 h 5753325"/>
              <a:gd name="connsiteX69" fmla="*/ 4779554 w 6530408"/>
              <a:gd name="connsiteY69" fmla="*/ 4251313 h 5753325"/>
              <a:gd name="connsiteX70" fmla="*/ 4766885 w 6530408"/>
              <a:gd name="connsiteY70" fmla="*/ 4259812 h 5753325"/>
              <a:gd name="connsiteX71" fmla="*/ 4762510 w 6530408"/>
              <a:gd name="connsiteY71" fmla="*/ 4260383 h 5753325"/>
              <a:gd name="connsiteX72" fmla="*/ 4738416 w 6530408"/>
              <a:gd name="connsiteY72" fmla="*/ 4265355 h 5753325"/>
              <a:gd name="connsiteX73" fmla="*/ 4712007 w 6530408"/>
              <a:gd name="connsiteY73" fmla="*/ 4317892 h 5753325"/>
              <a:gd name="connsiteX74" fmla="*/ 4658930 w 6530408"/>
              <a:gd name="connsiteY74" fmla="*/ 4348041 h 5753325"/>
              <a:gd name="connsiteX75" fmla="*/ 4443526 w 6530408"/>
              <a:gd name="connsiteY75" fmla="*/ 4507851 h 5753325"/>
              <a:gd name="connsiteX76" fmla="*/ 4289766 w 6530408"/>
              <a:gd name="connsiteY76" fmla="*/ 4711450 h 5753325"/>
              <a:gd name="connsiteX77" fmla="*/ 4150870 w 6530408"/>
              <a:gd name="connsiteY77" fmla="*/ 4818480 h 5753325"/>
              <a:gd name="connsiteX78" fmla="*/ 4006639 w 6530408"/>
              <a:gd name="connsiteY78" fmla="*/ 4933815 h 5753325"/>
              <a:gd name="connsiteX79" fmla="*/ 3298210 w 6530408"/>
              <a:gd name="connsiteY79" fmla="*/ 5070790 h 5753325"/>
              <a:gd name="connsiteX80" fmla="*/ 2947678 w 6530408"/>
              <a:gd name="connsiteY80" fmla="*/ 5117869 h 5753325"/>
              <a:gd name="connsiteX81" fmla="*/ 2822169 w 6530408"/>
              <a:gd name="connsiteY81" fmla="*/ 5129396 h 5753325"/>
              <a:gd name="connsiteX82" fmla="*/ 2538773 w 6530408"/>
              <a:gd name="connsiteY82" fmla="*/ 5313397 h 5753325"/>
              <a:gd name="connsiteX83" fmla="*/ 2014500 w 6530408"/>
              <a:gd name="connsiteY83" fmla="*/ 5519744 h 5753325"/>
              <a:gd name="connsiteX84" fmla="*/ 1934391 w 6530408"/>
              <a:gd name="connsiteY84" fmla="*/ 5591335 h 5753325"/>
              <a:gd name="connsiteX85" fmla="*/ 1892550 w 6530408"/>
              <a:gd name="connsiteY85" fmla="*/ 5649708 h 5753325"/>
              <a:gd name="connsiteX86" fmla="*/ 1854769 w 6530408"/>
              <a:gd name="connsiteY86" fmla="*/ 5647691 h 5753325"/>
              <a:gd name="connsiteX87" fmla="*/ 1809461 w 6530408"/>
              <a:gd name="connsiteY87" fmla="*/ 5648628 h 5753325"/>
              <a:gd name="connsiteX88" fmla="*/ 1745150 w 6530408"/>
              <a:gd name="connsiteY88" fmla="*/ 5693879 h 5753325"/>
              <a:gd name="connsiteX89" fmla="*/ 1713375 w 6530408"/>
              <a:gd name="connsiteY89" fmla="*/ 5684672 h 5753325"/>
              <a:gd name="connsiteX90" fmla="*/ 1707808 w 6530408"/>
              <a:gd name="connsiteY90" fmla="*/ 5682611 h 5753325"/>
              <a:gd name="connsiteX91" fmla="*/ 1679313 w 6530408"/>
              <a:gd name="connsiteY91" fmla="*/ 5672360 h 5753325"/>
              <a:gd name="connsiteX92" fmla="*/ 1646933 w 6530408"/>
              <a:gd name="connsiteY92" fmla="*/ 5666227 h 5753325"/>
              <a:gd name="connsiteX93" fmla="*/ 1610055 w 6530408"/>
              <a:gd name="connsiteY93" fmla="*/ 5673643 h 5753325"/>
              <a:gd name="connsiteX94" fmla="*/ 1437641 w 6530408"/>
              <a:gd name="connsiteY94" fmla="*/ 5723266 h 5753325"/>
              <a:gd name="connsiteX95" fmla="*/ 1332869 w 6530408"/>
              <a:gd name="connsiteY95" fmla="*/ 5744752 h 5753325"/>
              <a:gd name="connsiteX96" fmla="*/ 1290525 w 6530408"/>
              <a:gd name="connsiteY96" fmla="*/ 5740036 h 5753325"/>
              <a:gd name="connsiteX97" fmla="*/ 1233107 w 6530408"/>
              <a:gd name="connsiteY97" fmla="*/ 5742106 h 5753325"/>
              <a:gd name="connsiteX98" fmla="*/ 1214532 w 6530408"/>
              <a:gd name="connsiteY98" fmla="*/ 5753325 h 5753325"/>
              <a:gd name="connsiteX99" fmla="*/ 1199955 w 6530408"/>
              <a:gd name="connsiteY99" fmla="*/ 5744831 h 5753325"/>
              <a:gd name="connsiteX100" fmla="*/ 1162337 w 6530408"/>
              <a:gd name="connsiteY100" fmla="*/ 5738048 h 5753325"/>
              <a:gd name="connsiteX101" fmla="*/ 1053457 w 6530408"/>
              <a:gd name="connsiteY101" fmla="*/ 5688676 h 5753325"/>
              <a:gd name="connsiteX102" fmla="*/ 1025798 w 6530408"/>
              <a:gd name="connsiteY102" fmla="*/ 5673166 h 5753325"/>
              <a:gd name="connsiteX103" fmla="*/ 947900 w 6530408"/>
              <a:gd name="connsiteY103" fmla="*/ 5657848 h 5753325"/>
              <a:gd name="connsiteX104" fmla="*/ 815627 w 6530408"/>
              <a:gd name="connsiteY104" fmla="*/ 5642557 h 5753325"/>
              <a:gd name="connsiteX105" fmla="*/ 788251 w 6530408"/>
              <a:gd name="connsiteY105" fmla="*/ 5637065 h 5753325"/>
              <a:gd name="connsiteX106" fmla="*/ 767822 w 6530408"/>
              <a:gd name="connsiteY106" fmla="*/ 5623450 h 5753325"/>
              <a:gd name="connsiteX107" fmla="*/ 765791 w 6530408"/>
              <a:gd name="connsiteY107" fmla="*/ 5612539 h 5753325"/>
              <a:gd name="connsiteX108" fmla="*/ 751230 w 6530408"/>
              <a:gd name="connsiteY108" fmla="*/ 5608092 h 5753325"/>
              <a:gd name="connsiteX109" fmla="*/ 748008 w 6530408"/>
              <a:gd name="connsiteY109" fmla="*/ 5605052 h 5753325"/>
              <a:gd name="connsiteX110" fmla="*/ 728871 w 6530408"/>
              <a:gd name="connsiteY110" fmla="*/ 5589469 h 5753325"/>
              <a:gd name="connsiteX111" fmla="*/ 671898 w 6530408"/>
              <a:gd name="connsiteY111" fmla="*/ 5602363 h 5753325"/>
              <a:gd name="connsiteX112" fmla="*/ 615065 w 6530408"/>
              <a:gd name="connsiteY112" fmla="*/ 5580257 h 5753325"/>
              <a:gd name="connsiteX113" fmla="*/ 355785 w 6530408"/>
              <a:gd name="connsiteY113" fmla="*/ 5514383 h 5753325"/>
              <a:gd name="connsiteX114" fmla="*/ 102269 w 6530408"/>
              <a:gd name="connsiteY114" fmla="*/ 5524347 h 5753325"/>
              <a:gd name="connsiteX115" fmla="*/ 13160 w 6530408"/>
              <a:gd name="connsiteY115" fmla="*/ 5514159 h 5753325"/>
              <a:gd name="connsiteX116" fmla="*/ 0 w 6530408"/>
              <a:gd name="connsiteY116" fmla="*/ 5511735 h 5753325"/>
              <a:gd name="connsiteX0" fmla="*/ 0 w 6530408"/>
              <a:gd name="connsiteY0" fmla="*/ 0 h 5753325"/>
              <a:gd name="connsiteX1" fmla="*/ 6438980 w 6530408"/>
              <a:gd name="connsiteY1" fmla="*/ 0 h 5753325"/>
              <a:gd name="connsiteX2" fmla="*/ 6439047 w 6530408"/>
              <a:gd name="connsiteY2" fmla="*/ 147 h 5753325"/>
              <a:gd name="connsiteX3" fmla="*/ 6443456 w 6530408"/>
              <a:gd name="connsiteY3" fmla="*/ 130105 h 5753325"/>
              <a:gd name="connsiteX4" fmla="*/ 6447632 w 6530408"/>
              <a:gd name="connsiteY4" fmla="*/ 170016 h 5753325"/>
              <a:gd name="connsiteX5" fmla="*/ 6465936 w 6530408"/>
              <a:gd name="connsiteY5" fmla="*/ 274847 h 5753325"/>
              <a:gd name="connsiteX6" fmla="*/ 6506836 w 6530408"/>
              <a:gd name="connsiteY6" fmla="*/ 331778 h 5753325"/>
              <a:gd name="connsiteX7" fmla="*/ 6530408 w 6530408"/>
              <a:gd name="connsiteY7" fmla="*/ 427517 h 5753325"/>
              <a:gd name="connsiteX8" fmla="*/ 6488360 w 6530408"/>
              <a:gd name="connsiteY8" fmla="*/ 535865 h 5753325"/>
              <a:gd name="connsiteX9" fmla="*/ 6492864 w 6530408"/>
              <a:gd name="connsiteY9" fmla="*/ 615799 h 5753325"/>
              <a:gd name="connsiteX10" fmla="*/ 6459988 w 6530408"/>
              <a:gd name="connsiteY10" fmla="*/ 707628 h 5753325"/>
              <a:gd name="connsiteX11" fmla="*/ 6453989 w 6530408"/>
              <a:gd name="connsiteY11" fmla="*/ 711876 h 5753325"/>
              <a:gd name="connsiteX12" fmla="*/ 6453209 w 6530408"/>
              <a:gd name="connsiteY12" fmla="*/ 719127 h 5753325"/>
              <a:gd name="connsiteX13" fmla="*/ 6457662 w 6530408"/>
              <a:gd name="connsiteY13" fmla="*/ 723331 h 5753325"/>
              <a:gd name="connsiteX14" fmla="*/ 6447445 w 6530408"/>
              <a:gd name="connsiteY14" fmla="*/ 780003 h 5753325"/>
              <a:gd name="connsiteX15" fmla="*/ 6426552 w 6530408"/>
              <a:gd name="connsiteY15" fmla="*/ 845805 h 5753325"/>
              <a:gd name="connsiteX16" fmla="*/ 6434072 w 6530408"/>
              <a:gd name="connsiteY16" fmla="*/ 910733 h 5753325"/>
              <a:gd name="connsiteX17" fmla="*/ 6432570 w 6530408"/>
              <a:gd name="connsiteY17" fmla="*/ 983394 h 5753325"/>
              <a:gd name="connsiteX18" fmla="*/ 6431878 w 6530408"/>
              <a:gd name="connsiteY18" fmla="*/ 1026728 h 5753325"/>
              <a:gd name="connsiteX19" fmla="*/ 6414269 w 6530408"/>
              <a:gd name="connsiteY19" fmla="*/ 1151111 h 5753325"/>
              <a:gd name="connsiteX20" fmla="*/ 6371722 w 6530408"/>
              <a:gd name="connsiteY20" fmla="*/ 1318080 h 5753325"/>
              <a:gd name="connsiteX21" fmla="*/ 6356023 w 6530408"/>
              <a:gd name="connsiteY21" fmla="*/ 1356227 h 5753325"/>
              <a:gd name="connsiteX22" fmla="*/ 6356157 w 6530408"/>
              <a:gd name="connsiteY22" fmla="*/ 1361967 h 5753325"/>
              <a:gd name="connsiteX23" fmla="*/ 6350613 w 6530408"/>
              <a:gd name="connsiteY23" fmla="*/ 1393569 h 5753325"/>
              <a:gd name="connsiteX24" fmla="*/ 6357062 w 6530408"/>
              <a:gd name="connsiteY24" fmla="*/ 1444071 h 5753325"/>
              <a:gd name="connsiteX25" fmla="*/ 6364832 w 6530408"/>
              <a:gd name="connsiteY25" fmla="*/ 1478763 h 5753325"/>
              <a:gd name="connsiteX26" fmla="*/ 6369745 w 6530408"/>
              <a:gd name="connsiteY26" fmla="*/ 1495680 h 5753325"/>
              <a:gd name="connsiteX27" fmla="*/ 6370898 w 6530408"/>
              <a:gd name="connsiteY27" fmla="*/ 1513331 h 5753325"/>
              <a:gd name="connsiteX28" fmla="*/ 6368801 w 6530408"/>
              <a:gd name="connsiteY28" fmla="*/ 1527414 h 5753325"/>
              <a:gd name="connsiteX29" fmla="*/ 6359177 w 6530408"/>
              <a:gd name="connsiteY29" fmla="*/ 1639513 h 5753325"/>
              <a:gd name="connsiteX30" fmla="*/ 6299489 w 6530408"/>
              <a:gd name="connsiteY30" fmla="*/ 1784860 h 5753325"/>
              <a:gd name="connsiteX31" fmla="*/ 6267878 w 6530408"/>
              <a:gd name="connsiteY31" fmla="*/ 1858572 h 5753325"/>
              <a:gd name="connsiteX32" fmla="*/ 6251146 w 6530408"/>
              <a:gd name="connsiteY32" fmla="*/ 1926167 h 5753325"/>
              <a:gd name="connsiteX33" fmla="*/ 6210686 w 6530408"/>
              <a:gd name="connsiteY33" fmla="*/ 2014834 h 5753325"/>
              <a:gd name="connsiteX34" fmla="*/ 6106652 w 6530408"/>
              <a:gd name="connsiteY34" fmla="*/ 2150572 h 5753325"/>
              <a:gd name="connsiteX35" fmla="*/ 6097813 w 6530408"/>
              <a:gd name="connsiteY35" fmla="*/ 2172208 h 5753325"/>
              <a:gd name="connsiteX36" fmla="*/ 6095990 w 6530408"/>
              <a:gd name="connsiteY36" fmla="*/ 2181185 h 5753325"/>
              <a:gd name="connsiteX37" fmla="*/ 6090126 w 6530408"/>
              <a:gd name="connsiteY37" fmla="*/ 2192533 h 5753325"/>
              <a:gd name="connsiteX38" fmla="*/ 6089503 w 6530408"/>
              <a:gd name="connsiteY38" fmla="*/ 2192543 h 5753325"/>
              <a:gd name="connsiteX39" fmla="*/ 6084946 w 6530408"/>
              <a:gd name="connsiteY39" fmla="*/ 2203694 h 5753325"/>
              <a:gd name="connsiteX40" fmla="*/ 5987861 w 6530408"/>
              <a:gd name="connsiteY40" fmla="*/ 2304868 h 5753325"/>
              <a:gd name="connsiteX41" fmla="*/ 5973439 w 6530408"/>
              <a:gd name="connsiteY41" fmla="*/ 2385635 h 5753325"/>
              <a:gd name="connsiteX42" fmla="*/ 5916727 w 6530408"/>
              <a:gd name="connsiteY42" fmla="*/ 2458777 h 5753325"/>
              <a:gd name="connsiteX43" fmla="*/ 5856524 w 6530408"/>
              <a:gd name="connsiteY43" fmla="*/ 2583281 h 5753325"/>
              <a:gd name="connsiteX44" fmla="*/ 5838091 w 6530408"/>
              <a:gd name="connsiteY44" fmla="*/ 2753474 h 5753325"/>
              <a:gd name="connsiteX45" fmla="*/ 5777471 w 6530408"/>
              <a:gd name="connsiteY45" fmla="*/ 2901570 h 5753325"/>
              <a:gd name="connsiteX46" fmla="*/ 5723992 w 6530408"/>
              <a:gd name="connsiteY46" fmla="*/ 2998752 h 5753325"/>
              <a:gd name="connsiteX47" fmla="*/ 5557886 w 6530408"/>
              <a:gd name="connsiteY47" fmla="*/ 3329735 h 5753325"/>
              <a:gd name="connsiteX48" fmla="*/ 5471501 w 6530408"/>
              <a:gd name="connsiteY48" fmla="*/ 3462221 h 5753325"/>
              <a:gd name="connsiteX49" fmla="*/ 5465154 w 6530408"/>
              <a:gd name="connsiteY49" fmla="*/ 3541065 h 5753325"/>
              <a:gd name="connsiteX50" fmla="*/ 5437889 w 6530408"/>
              <a:gd name="connsiteY50" fmla="*/ 3559927 h 5753325"/>
              <a:gd name="connsiteX51" fmla="*/ 5432770 w 6530408"/>
              <a:gd name="connsiteY51" fmla="*/ 3562948 h 5753325"/>
              <a:gd name="connsiteX52" fmla="*/ 5406795 w 6530408"/>
              <a:gd name="connsiteY52" fmla="*/ 3578594 h 5753325"/>
              <a:gd name="connsiteX53" fmla="*/ 5381495 w 6530408"/>
              <a:gd name="connsiteY53" fmla="*/ 3599883 h 5753325"/>
              <a:gd name="connsiteX54" fmla="*/ 5363689 w 6530408"/>
              <a:gd name="connsiteY54" fmla="*/ 3633299 h 5753325"/>
              <a:gd name="connsiteX55" fmla="*/ 5291870 w 6530408"/>
              <a:gd name="connsiteY55" fmla="*/ 3799039 h 5753325"/>
              <a:gd name="connsiteX56" fmla="*/ 5241600 w 6530408"/>
              <a:gd name="connsiteY56" fmla="*/ 3894238 h 5753325"/>
              <a:gd name="connsiteX57" fmla="*/ 5211041 w 6530408"/>
              <a:gd name="connsiteY57" fmla="*/ 3924184 h 5753325"/>
              <a:gd name="connsiteX58" fmla="*/ 5176073 w 6530408"/>
              <a:gd name="connsiteY58" fmla="*/ 3970179 h 5753325"/>
              <a:gd name="connsiteX59" fmla="*/ 5172826 w 6530408"/>
              <a:gd name="connsiteY59" fmla="*/ 3991773 h 5753325"/>
              <a:gd name="connsiteX60" fmla="*/ 5157053 w 6530408"/>
              <a:gd name="connsiteY60" fmla="*/ 3997708 h 5753325"/>
              <a:gd name="connsiteX61" fmla="*/ 5127922 w 6530408"/>
              <a:gd name="connsiteY61" fmla="*/ 4022660 h 5753325"/>
              <a:gd name="connsiteX62" fmla="*/ 5020872 w 6530408"/>
              <a:gd name="connsiteY62" fmla="*/ 4075951 h 5753325"/>
              <a:gd name="connsiteX63" fmla="*/ 4991410 w 6530408"/>
              <a:gd name="connsiteY63" fmla="*/ 4087598 h 5753325"/>
              <a:gd name="connsiteX64" fmla="*/ 4930112 w 6530408"/>
              <a:gd name="connsiteY64" fmla="*/ 4138459 h 5753325"/>
              <a:gd name="connsiteX65" fmla="*/ 4834224 w 6530408"/>
              <a:gd name="connsiteY65" fmla="*/ 4231643 h 5753325"/>
              <a:gd name="connsiteX66" fmla="*/ 4812599 w 6530408"/>
              <a:gd name="connsiteY66" fmla="*/ 4249449 h 5753325"/>
              <a:gd name="connsiteX67" fmla="*/ 4789188 w 6530408"/>
              <a:gd name="connsiteY67" fmla="*/ 4256678 h 5753325"/>
              <a:gd name="connsiteX68" fmla="*/ 4779554 w 6530408"/>
              <a:gd name="connsiteY68" fmla="*/ 4251313 h 5753325"/>
              <a:gd name="connsiteX69" fmla="*/ 4766885 w 6530408"/>
              <a:gd name="connsiteY69" fmla="*/ 4259812 h 5753325"/>
              <a:gd name="connsiteX70" fmla="*/ 4762510 w 6530408"/>
              <a:gd name="connsiteY70" fmla="*/ 4260383 h 5753325"/>
              <a:gd name="connsiteX71" fmla="*/ 4738416 w 6530408"/>
              <a:gd name="connsiteY71" fmla="*/ 4265355 h 5753325"/>
              <a:gd name="connsiteX72" fmla="*/ 4712007 w 6530408"/>
              <a:gd name="connsiteY72" fmla="*/ 4317892 h 5753325"/>
              <a:gd name="connsiteX73" fmla="*/ 4658930 w 6530408"/>
              <a:gd name="connsiteY73" fmla="*/ 4348041 h 5753325"/>
              <a:gd name="connsiteX74" fmla="*/ 4443526 w 6530408"/>
              <a:gd name="connsiteY74" fmla="*/ 4507851 h 5753325"/>
              <a:gd name="connsiteX75" fmla="*/ 4289766 w 6530408"/>
              <a:gd name="connsiteY75" fmla="*/ 4711450 h 5753325"/>
              <a:gd name="connsiteX76" fmla="*/ 4150870 w 6530408"/>
              <a:gd name="connsiteY76" fmla="*/ 4818480 h 5753325"/>
              <a:gd name="connsiteX77" fmla="*/ 4006639 w 6530408"/>
              <a:gd name="connsiteY77" fmla="*/ 4933815 h 5753325"/>
              <a:gd name="connsiteX78" fmla="*/ 3298210 w 6530408"/>
              <a:gd name="connsiteY78" fmla="*/ 5070790 h 5753325"/>
              <a:gd name="connsiteX79" fmla="*/ 2947678 w 6530408"/>
              <a:gd name="connsiteY79" fmla="*/ 5117869 h 5753325"/>
              <a:gd name="connsiteX80" fmla="*/ 2822169 w 6530408"/>
              <a:gd name="connsiteY80" fmla="*/ 5129396 h 5753325"/>
              <a:gd name="connsiteX81" fmla="*/ 2538773 w 6530408"/>
              <a:gd name="connsiteY81" fmla="*/ 5313397 h 5753325"/>
              <a:gd name="connsiteX82" fmla="*/ 2014500 w 6530408"/>
              <a:gd name="connsiteY82" fmla="*/ 5519744 h 5753325"/>
              <a:gd name="connsiteX83" fmla="*/ 1934391 w 6530408"/>
              <a:gd name="connsiteY83" fmla="*/ 5591335 h 5753325"/>
              <a:gd name="connsiteX84" fmla="*/ 1892550 w 6530408"/>
              <a:gd name="connsiteY84" fmla="*/ 5649708 h 5753325"/>
              <a:gd name="connsiteX85" fmla="*/ 1854769 w 6530408"/>
              <a:gd name="connsiteY85" fmla="*/ 5647691 h 5753325"/>
              <a:gd name="connsiteX86" fmla="*/ 1809461 w 6530408"/>
              <a:gd name="connsiteY86" fmla="*/ 5648628 h 5753325"/>
              <a:gd name="connsiteX87" fmla="*/ 1745150 w 6530408"/>
              <a:gd name="connsiteY87" fmla="*/ 5693879 h 5753325"/>
              <a:gd name="connsiteX88" fmla="*/ 1713375 w 6530408"/>
              <a:gd name="connsiteY88" fmla="*/ 5684672 h 5753325"/>
              <a:gd name="connsiteX89" fmla="*/ 1707808 w 6530408"/>
              <a:gd name="connsiteY89" fmla="*/ 5682611 h 5753325"/>
              <a:gd name="connsiteX90" fmla="*/ 1679313 w 6530408"/>
              <a:gd name="connsiteY90" fmla="*/ 5672360 h 5753325"/>
              <a:gd name="connsiteX91" fmla="*/ 1646933 w 6530408"/>
              <a:gd name="connsiteY91" fmla="*/ 5666227 h 5753325"/>
              <a:gd name="connsiteX92" fmla="*/ 1610055 w 6530408"/>
              <a:gd name="connsiteY92" fmla="*/ 5673643 h 5753325"/>
              <a:gd name="connsiteX93" fmla="*/ 1437641 w 6530408"/>
              <a:gd name="connsiteY93" fmla="*/ 5723266 h 5753325"/>
              <a:gd name="connsiteX94" fmla="*/ 1332869 w 6530408"/>
              <a:gd name="connsiteY94" fmla="*/ 5744752 h 5753325"/>
              <a:gd name="connsiteX95" fmla="*/ 1290525 w 6530408"/>
              <a:gd name="connsiteY95" fmla="*/ 5740036 h 5753325"/>
              <a:gd name="connsiteX96" fmla="*/ 1233107 w 6530408"/>
              <a:gd name="connsiteY96" fmla="*/ 5742106 h 5753325"/>
              <a:gd name="connsiteX97" fmla="*/ 1214532 w 6530408"/>
              <a:gd name="connsiteY97" fmla="*/ 5753325 h 5753325"/>
              <a:gd name="connsiteX98" fmla="*/ 1199955 w 6530408"/>
              <a:gd name="connsiteY98" fmla="*/ 5744831 h 5753325"/>
              <a:gd name="connsiteX99" fmla="*/ 1162337 w 6530408"/>
              <a:gd name="connsiteY99" fmla="*/ 5738048 h 5753325"/>
              <a:gd name="connsiteX100" fmla="*/ 1053457 w 6530408"/>
              <a:gd name="connsiteY100" fmla="*/ 5688676 h 5753325"/>
              <a:gd name="connsiteX101" fmla="*/ 1025798 w 6530408"/>
              <a:gd name="connsiteY101" fmla="*/ 5673166 h 5753325"/>
              <a:gd name="connsiteX102" fmla="*/ 947900 w 6530408"/>
              <a:gd name="connsiteY102" fmla="*/ 5657848 h 5753325"/>
              <a:gd name="connsiteX103" fmla="*/ 815627 w 6530408"/>
              <a:gd name="connsiteY103" fmla="*/ 5642557 h 5753325"/>
              <a:gd name="connsiteX104" fmla="*/ 788251 w 6530408"/>
              <a:gd name="connsiteY104" fmla="*/ 5637065 h 5753325"/>
              <a:gd name="connsiteX105" fmla="*/ 767822 w 6530408"/>
              <a:gd name="connsiteY105" fmla="*/ 5623450 h 5753325"/>
              <a:gd name="connsiteX106" fmla="*/ 765791 w 6530408"/>
              <a:gd name="connsiteY106" fmla="*/ 5612539 h 5753325"/>
              <a:gd name="connsiteX107" fmla="*/ 751230 w 6530408"/>
              <a:gd name="connsiteY107" fmla="*/ 5608092 h 5753325"/>
              <a:gd name="connsiteX108" fmla="*/ 748008 w 6530408"/>
              <a:gd name="connsiteY108" fmla="*/ 5605052 h 5753325"/>
              <a:gd name="connsiteX109" fmla="*/ 728871 w 6530408"/>
              <a:gd name="connsiteY109" fmla="*/ 5589469 h 5753325"/>
              <a:gd name="connsiteX110" fmla="*/ 671898 w 6530408"/>
              <a:gd name="connsiteY110" fmla="*/ 5602363 h 5753325"/>
              <a:gd name="connsiteX111" fmla="*/ 615065 w 6530408"/>
              <a:gd name="connsiteY111" fmla="*/ 5580257 h 5753325"/>
              <a:gd name="connsiteX112" fmla="*/ 355785 w 6530408"/>
              <a:gd name="connsiteY112" fmla="*/ 5514383 h 5753325"/>
              <a:gd name="connsiteX113" fmla="*/ 102269 w 6530408"/>
              <a:gd name="connsiteY113" fmla="*/ 5524347 h 5753325"/>
              <a:gd name="connsiteX114" fmla="*/ 13160 w 6530408"/>
              <a:gd name="connsiteY114" fmla="*/ 5514159 h 5753325"/>
              <a:gd name="connsiteX115" fmla="*/ 0 w 6530408"/>
              <a:gd name="connsiteY115" fmla="*/ 5511735 h 5753325"/>
              <a:gd name="connsiteX116" fmla="*/ 0 w 6530408"/>
              <a:gd name="connsiteY116" fmla="*/ 0 h 5753325"/>
              <a:gd name="connsiteX0" fmla="*/ 0 w 6506836"/>
              <a:gd name="connsiteY0" fmla="*/ 0 h 5753325"/>
              <a:gd name="connsiteX1" fmla="*/ 6438980 w 6506836"/>
              <a:gd name="connsiteY1" fmla="*/ 0 h 5753325"/>
              <a:gd name="connsiteX2" fmla="*/ 6439047 w 6506836"/>
              <a:gd name="connsiteY2" fmla="*/ 147 h 5753325"/>
              <a:gd name="connsiteX3" fmla="*/ 6443456 w 6506836"/>
              <a:gd name="connsiteY3" fmla="*/ 130105 h 5753325"/>
              <a:gd name="connsiteX4" fmla="*/ 6447632 w 6506836"/>
              <a:gd name="connsiteY4" fmla="*/ 170016 h 5753325"/>
              <a:gd name="connsiteX5" fmla="*/ 6465936 w 6506836"/>
              <a:gd name="connsiteY5" fmla="*/ 274847 h 5753325"/>
              <a:gd name="connsiteX6" fmla="*/ 6506836 w 6506836"/>
              <a:gd name="connsiteY6" fmla="*/ 331778 h 5753325"/>
              <a:gd name="connsiteX7" fmla="*/ 6488360 w 6506836"/>
              <a:gd name="connsiteY7" fmla="*/ 535865 h 5753325"/>
              <a:gd name="connsiteX8" fmla="*/ 6492864 w 6506836"/>
              <a:gd name="connsiteY8" fmla="*/ 615799 h 5753325"/>
              <a:gd name="connsiteX9" fmla="*/ 6459988 w 6506836"/>
              <a:gd name="connsiteY9" fmla="*/ 707628 h 5753325"/>
              <a:gd name="connsiteX10" fmla="*/ 6453989 w 6506836"/>
              <a:gd name="connsiteY10" fmla="*/ 711876 h 5753325"/>
              <a:gd name="connsiteX11" fmla="*/ 6453209 w 6506836"/>
              <a:gd name="connsiteY11" fmla="*/ 719127 h 5753325"/>
              <a:gd name="connsiteX12" fmla="*/ 6457662 w 6506836"/>
              <a:gd name="connsiteY12" fmla="*/ 723331 h 5753325"/>
              <a:gd name="connsiteX13" fmla="*/ 6447445 w 6506836"/>
              <a:gd name="connsiteY13" fmla="*/ 780003 h 5753325"/>
              <a:gd name="connsiteX14" fmla="*/ 6426552 w 6506836"/>
              <a:gd name="connsiteY14" fmla="*/ 845805 h 5753325"/>
              <a:gd name="connsiteX15" fmla="*/ 6434072 w 6506836"/>
              <a:gd name="connsiteY15" fmla="*/ 910733 h 5753325"/>
              <a:gd name="connsiteX16" fmla="*/ 6432570 w 6506836"/>
              <a:gd name="connsiteY16" fmla="*/ 983394 h 5753325"/>
              <a:gd name="connsiteX17" fmla="*/ 6431878 w 6506836"/>
              <a:gd name="connsiteY17" fmla="*/ 1026728 h 5753325"/>
              <a:gd name="connsiteX18" fmla="*/ 6414269 w 6506836"/>
              <a:gd name="connsiteY18" fmla="*/ 1151111 h 5753325"/>
              <a:gd name="connsiteX19" fmla="*/ 6371722 w 6506836"/>
              <a:gd name="connsiteY19" fmla="*/ 1318080 h 5753325"/>
              <a:gd name="connsiteX20" fmla="*/ 6356023 w 6506836"/>
              <a:gd name="connsiteY20" fmla="*/ 1356227 h 5753325"/>
              <a:gd name="connsiteX21" fmla="*/ 6356157 w 6506836"/>
              <a:gd name="connsiteY21" fmla="*/ 1361967 h 5753325"/>
              <a:gd name="connsiteX22" fmla="*/ 6350613 w 6506836"/>
              <a:gd name="connsiteY22" fmla="*/ 1393569 h 5753325"/>
              <a:gd name="connsiteX23" fmla="*/ 6357062 w 6506836"/>
              <a:gd name="connsiteY23" fmla="*/ 1444071 h 5753325"/>
              <a:gd name="connsiteX24" fmla="*/ 6364832 w 6506836"/>
              <a:gd name="connsiteY24" fmla="*/ 1478763 h 5753325"/>
              <a:gd name="connsiteX25" fmla="*/ 6369745 w 6506836"/>
              <a:gd name="connsiteY25" fmla="*/ 1495680 h 5753325"/>
              <a:gd name="connsiteX26" fmla="*/ 6370898 w 6506836"/>
              <a:gd name="connsiteY26" fmla="*/ 1513331 h 5753325"/>
              <a:gd name="connsiteX27" fmla="*/ 6368801 w 6506836"/>
              <a:gd name="connsiteY27" fmla="*/ 1527414 h 5753325"/>
              <a:gd name="connsiteX28" fmla="*/ 6359177 w 6506836"/>
              <a:gd name="connsiteY28" fmla="*/ 1639513 h 5753325"/>
              <a:gd name="connsiteX29" fmla="*/ 6299489 w 6506836"/>
              <a:gd name="connsiteY29" fmla="*/ 1784860 h 5753325"/>
              <a:gd name="connsiteX30" fmla="*/ 6267878 w 6506836"/>
              <a:gd name="connsiteY30" fmla="*/ 1858572 h 5753325"/>
              <a:gd name="connsiteX31" fmla="*/ 6251146 w 6506836"/>
              <a:gd name="connsiteY31" fmla="*/ 1926167 h 5753325"/>
              <a:gd name="connsiteX32" fmla="*/ 6210686 w 6506836"/>
              <a:gd name="connsiteY32" fmla="*/ 2014834 h 5753325"/>
              <a:gd name="connsiteX33" fmla="*/ 6106652 w 6506836"/>
              <a:gd name="connsiteY33" fmla="*/ 2150572 h 5753325"/>
              <a:gd name="connsiteX34" fmla="*/ 6097813 w 6506836"/>
              <a:gd name="connsiteY34" fmla="*/ 2172208 h 5753325"/>
              <a:gd name="connsiteX35" fmla="*/ 6095990 w 6506836"/>
              <a:gd name="connsiteY35" fmla="*/ 2181185 h 5753325"/>
              <a:gd name="connsiteX36" fmla="*/ 6090126 w 6506836"/>
              <a:gd name="connsiteY36" fmla="*/ 2192533 h 5753325"/>
              <a:gd name="connsiteX37" fmla="*/ 6089503 w 6506836"/>
              <a:gd name="connsiteY37" fmla="*/ 2192543 h 5753325"/>
              <a:gd name="connsiteX38" fmla="*/ 6084946 w 6506836"/>
              <a:gd name="connsiteY38" fmla="*/ 2203694 h 5753325"/>
              <a:gd name="connsiteX39" fmla="*/ 5987861 w 6506836"/>
              <a:gd name="connsiteY39" fmla="*/ 2304868 h 5753325"/>
              <a:gd name="connsiteX40" fmla="*/ 5973439 w 6506836"/>
              <a:gd name="connsiteY40" fmla="*/ 2385635 h 5753325"/>
              <a:gd name="connsiteX41" fmla="*/ 5916727 w 6506836"/>
              <a:gd name="connsiteY41" fmla="*/ 2458777 h 5753325"/>
              <a:gd name="connsiteX42" fmla="*/ 5856524 w 6506836"/>
              <a:gd name="connsiteY42" fmla="*/ 2583281 h 5753325"/>
              <a:gd name="connsiteX43" fmla="*/ 5838091 w 6506836"/>
              <a:gd name="connsiteY43" fmla="*/ 2753474 h 5753325"/>
              <a:gd name="connsiteX44" fmla="*/ 5777471 w 6506836"/>
              <a:gd name="connsiteY44" fmla="*/ 2901570 h 5753325"/>
              <a:gd name="connsiteX45" fmla="*/ 5723992 w 6506836"/>
              <a:gd name="connsiteY45" fmla="*/ 2998752 h 5753325"/>
              <a:gd name="connsiteX46" fmla="*/ 5557886 w 6506836"/>
              <a:gd name="connsiteY46" fmla="*/ 3329735 h 5753325"/>
              <a:gd name="connsiteX47" fmla="*/ 5471501 w 6506836"/>
              <a:gd name="connsiteY47" fmla="*/ 3462221 h 5753325"/>
              <a:gd name="connsiteX48" fmla="*/ 5465154 w 6506836"/>
              <a:gd name="connsiteY48" fmla="*/ 3541065 h 5753325"/>
              <a:gd name="connsiteX49" fmla="*/ 5437889 w 6506836"/>
              <a:gd name="connsiteY49" fmla="*/ 3559927 h 5753325"/>
              <a:gd name="connsiteX50" fmla="*/ 5432770 w 6506836"/>
              <a:gd name="connsiteY50" fmla="*/ 3562948 h 5753325"/>
              <a:gd name="connsiteX51" fmla="*/ 5406795 w 6506836"/>
              <a:gd name="connsiteY51" fmla="*/ 3578594 h 5753325"/>
              <a:gd name="connsiteX52" fmla="*/ 5381495 w 6506836"/>
              <a:gd name="connsiteY52" fmla="*/ 3599883 h 5753325"/>
              <a:gd name="connsiteX53" fmla="*/ 5363689 w 6506836"/>
              <a:gd name="connsiteY53" fmla="*/ 3633299 h 5753325"/>
              <a:gd name="connsiteX54" fmla="*/ 5291870 w 6506836"/>
              <a:gd name="connsiteY54" fmla="*/ 3799039 h 5753325"/>
              <a:gd name="connsiteX55" fmla="*/ 5241600 w 6506836"/>
              <a:gd name="connsiteY55" fmla="*/ 3894238 h 5753325"/>
              <a:gd name="connsiteX56" fmla="*/ 5211041 w 6506836"/>
              <a:gd name="connsiteY56" fmla="*/ 3924184 h 5753325"/>
              <a:gd name="connsiteX57" fmla="*/ 5176073 w 6506836"/>
              <a:gd name="connsiteY57" fmla="*/ 3970179 h 5753325"/>
              <a:gd name="connsiteX58" fmla="*/ 5172826 w 6506836"/>
              <a:gd name="connsiteY58" fmla="*/ 3991773 h 5753325"/>
              <a:gd name="connsiteX59" fmla="*/ 5157053 w 6506836"/>
              <a:gd name="connsiteY59" fmla="*/ 3997708 h 5753325"/>
              <a:gd name="connsiteX60" fmla="*/ 5127922 w 6506836"/>
              <a:gd name="connsiteY60" fmla="*/ 4022660 h 5753325"/>
              <a:gd name="connsiteX61" fmla="*/ 5020872 w 6506836"/>
              <a:gd name="connsiteY61" fmla="*/ 4075951 h 5753325"/>
              <a:gd name="connsiteX62" fmla="*/ 4991410 w 6506836"/>
              <a:gd name="connsiteY62" fmla="*/ 4087598 h 5753325"/>
              <a:gd name="connsiteX63" fmla="*/ 4930112 w 6506836"/>
              <a:gd name="connsiteY63" fmla="*/ 4138459 h 5753325"/>
              <a:gd name="connsiteX64" fmla="*/ 4834224 w 6506836"/>
              <a:gd name="connsiteY64" fmla="*/ 4231643 h 5753325"/>
              <a:gd name="connsiteX65" fmla="*/ 4812599 w 6506836"/>
              <a:gd name="connsiteY65" fmla="*/ 4249449 h 5753325"/>
              <a:gd name="connsiteX66" fmla="*/ 4789188 w 6506836"/>
              <a:gd name="connsiteY66" fmla="*/ 4256678 h 5753325"/>
              <a:gd name="connsiteX67" fmla="*/ 4779554 w 6506836"/>
              <a:gd name="connsiteY67" fmla="*/ 4251313 h 5753325"/>
              <a:gd name="connsiteX68" fmla="*/ 4766885 w 6506836"/>
              <a:gd name="connsiteY68" fmla="*/ 4259812 h 5753325"/>
              <a:gd name="connsiteX69" fmla="*/ 4762510 w 6506836"/>
              <a:gd name="connsiteY69" fmla="*/ 4260383 h 5753325"/>
              <a:gd name="connsiteX70" fmla="*/ 4738416 w 6506836"/>
              <a:gd name="connsiteY70" fmla="*/ 4265355 h 5753325"/>
              <a:gd name="connsiteX71" fmla="*/ 4712007 w 6506836"/>
              <a:gd name="connsiteY71" fmla="*/ 4317892 h 5753325"/>
              <a:gd name="connsiteX72" fmla="*/ 4658930 w 6506836"/>
              <a:gd name="connsiteY72" fmla="*/ 4348041 h 5753325"/>
              <a:gd name="connsiteX73" fmla="*/ 4443526 w 6506836"/>
              <a:gd name="connsiteY73" fmla="*/ 4507851 h 5753325"/>
              <a:gd name="connsiteX74" fmla="*/ 4289766 w 6506836"/>
              <a:gd name="connsiteY74" fmla="*/ 4711450 h 5753325"/>
              <a:gd name="connsiteX75" fmla="*/ 4150870 w 6506836"/>
              <a:gd name="connsiteY75" fmla="*/ 4818480 h 5753325"/>
              <a:gd name="connsiteX76" fmla="*/ 4006639 w 6506836"/>
              <a:gd name="connsiteY76" fmla="*/ 4933815 h 5753325"/>
              <a:gd name="connsiteX77" fmla="*/ 3298210 w 6506836"/>
              <a:gd name="connsiteY77" fmla="*/ 5070790 h 5753325"/>
              <a:gd name="connsiteX78" fmla="*/ 2947678 w 6506836"/>
              <a:gd name="connsiteY78" fmla="*/ 5117869 h 5753325"/>
              <a:gd name="connsiteX79" fmla="*/ 2822169 w 6506836"/>
              <a:gd name="connsiteY79" fmla="*/ 5129396 h 5753325"/>
              <a:gd name="connsiteX80" fmla="*/ 2538773 w 6506836"/>
              <a:gd name="connsiteY80" fmla="*/ 5313397 h 5753325"/>
              <a:gd name="connsiteX81" fmla="*/ 2014500 w 6506836"/>
              <a:gd name="connsiteY81" fmla="*/ 5519744 h 5753325"/>
              <a:gd name="connsiteX82" fmla="*/ 1934391 w 6506836"/>
              <a:gd name="connsiteY82" fmla="*/ 5591335 h 5753325"/>
              <a:gd name="connsiteX83" fmla="*/ 1892550 w 6506836"/>
              <a:gd name="connsiteY83" fmla="*/ 5649708 h 5753325"/>
              <a:gd name="connsiteX84" fmla="*/ 1854769 w 6506836"/>
              <a:gd name="connsiteY84" fmla="*/ 5647691 h 5753325"/>
              <a:gd name="connsiteX85" fmla="*/ 1809461 w 6506836"/>
              <a:gd name="connsiteY85" fmla="*/ 5648628 h 5753325"/>
              <a:gd name="connsiteX86" fmla="*/ 1745150 w 6506836"/>
              <a:gd name="connsiteY86" fmla="*/ 5693879 h 5753325"/>
              <a:gd name="connsiteX87" fmla="*/ 1713375 w 6506836"/>
              <a:gd name="connsiteY87" fmla="*/ 5684672 h 5753325"/>
              <a:gd name="connsiteX88" fmla="*/ 1707808 w 6506836"/>
              <a:gd name="connsiteY88" fmla="*/ 5682611 h 5753325"/>
              <a:gd name="connsiteX89" fmla="*/ 1679313 w 6506836"/>
              <a:gd name="connsiteY89" fmla="*/ 5672360 h 5753325"/>
              <a:gd name="connsiteX90" fmla="*/ 1646933 w 6506836"/>
              <a:gd name="connsiteY90" fmla="*/ 5666227 h 5753325"/>
              <a:gd name="connsiteX91" fmla="*/ 1610055 w 6506836"/>
              <a:gd name="connsiteY91" fmla="*/ 5673643 h 5753325"/>
              <a:gd name="connsiteX92" fmla="*/ 1437641 w 6506836"/>
              <a:gd name="connsiteY92" fmla="*/ 5723266 h 5753325"/>
              <a:gd name="connsiteX93" fmla="*/ 1332869 w 6506836"/>
              <a:gd name="connsiteY93" fmla="*/ 5744752 h 5753325"/>
              <a:gd name="connsiteX94" fmla="*/ 1290525 w 6506836"/>
              <a:gd name="connsiteY94" fmla="*/ 5740036 h 5753325"/>
              <a:gd name="connsiteX95" fmla="*/ 1233107 w 6506836"/>
              <a:gd name="connsiteY95" fmla="*/ 5742106 h 5753325"/>
              <a:gd name="connsiteX96" fmla="*/ 1214532 w 6506836"/>
              <a:gd name="connsiteY96" fmla="*/ 5753325 h 5753325"/>
              <a:gd name="connsiteX97" fmla="*/ 1199955 w 6506836"/>
              <a:gd name="connsiteY97" fmla="*/ 5744831 h 5753325"/>
              <a:gd name="connsiteX98" fmla="*/ 1162337 w 6506836"/>
              <a:gd name="connsiteY98" fmla="*/ 5738048 h 5753325"/>
              <a:gd name="connsiteX99" fmla="*/ 1053457 w 6506836"/>
              <a:gd name="connsiteY99" fmla="*/ 5688676 h 5753325"/>
              <a:gd name="connsiteX100" fmla="*/ 1025798 w 6506836"/>
              <a:gd name="connsiteY100" fmla="*/ 5673166 h 5753325"/>
              <a:gd name="connsiteX101" fmla="*/ 947900 w 6506836"/>
              <a:gd name="connsiteY101" fmla="*/ 5657848 h 5753325"/>
              <a:gd name="connsiteX102" fmla="*/ 815627 w 6506836"/>
              <a:gd name="connsiteY102" fmla="*/ 5642557 h 5753325"/>
              <a:gd name="connsiteX103" fmla="*/ 788251 w 6506836"/>
              <a:gd name="connsiteY103" fmla="*/ 5637065 h 5753325"/>
              <a:gd name="connsiteX104" fmla="*/ 767822 w 6506836"/>
              <a:gd name="connsiteY104" fmla="*/ 5623450 h 5753325"/>
              <a:gd name="connsiteX105" fmla="*/ 765791 w 6506836"/>
              <a:gd name="connsiteY105" fmla="*/ 5612539 h 5753325"/>
              <a:gd name="connsiteX106" fmla="*/ 751230 w 6506836"/>
              <a:gd name="connsiteY106" fmla="*/ 5608092 h 5753325"/>
              <a:gd name="connsiteX107" fmla="*/ 748008 w 6506836"/>
              <a:gd name="connsiteY107" fmla="*/ 5605052 h 5753325"/>
              <a:gd name="connsiteX108" fmla="*/ 728871 w 6506836"/>
              <a:gd name="connsiteY108" fmla="*/ 5589469 h 5753325"/>
              <a:gd name="connsiteX109" fmla="*/ 671898 w 6506836"/>
              <a:gd name="connsiteY109" fmla="*/ 5602363 h 5753325"/>
              <a:gd name="connsiteX110" fmla="*/ 615065 w 6506836"/>
              <a:gd name="connsiteY110" fmla="*/ 5580257 h 5753325"/>
              <a:gd name="connsiteX111" fmla="*/ 355785 w 6506836"/>
              <a:gd name="connsiteY111" fmla="*/ 5514383 h 5753325"/>
              <a:gd name="connsiteX112" fmla="*/ 102269 w 6506836"/>
              <a:gd name="connsiteY112" fmla="*/ 5524347 h 5753325"/>
              <a:gd name="connsiteX113" fmla="*/ 13160 w 6506836"/>
              <a:gd name="connsiteY113" fmla="*/ 5514159 h 5753325"/>
              <a:gd name="connsiteX114" fmla="*/ 0 w 6506836"/>
              <a:gd name="connsiteY114" fmla="*/ 5511735 h 5753325"/>
              <a:gd name="connsiteX115" fmla="*/ 0 w 6506836"/>
              <a:gd name="connsiteY115" fmla="*/ 0 h 5753325"/>
              <a:gd name="connsiteX0" fmla="*/ 0 w 6492864"/>
              <a:gd name="connsiteY0" fmla="*/ 0 h 5753325"/>
              <a:gd name="connsiteX1" fmla="*/ 6438980 w 6492864"/>
              <a:gd name="connsiteY1" fmla="*/ 0 h 5753325"/>
              <a:gd name="connsiteX2" fmla="*/ 6439047 w 6492864"/>
              <a:gd name="connsiteY2" fmla="*/ 147 h 5753325"/>
              <a:gd name="connsiteX3" fmla="*/ 6443456 w 6492864"/>
              <a:gd name="connsiteY3" fmla="*/ 130105 h 5753325"/>
              <a:gd name="connsiteX4" fmla="*/ 6447632 w 6492864"/>
              <a:gd name="connsiteY4" fmla="*/ 170016 h 5753325"/>
              <a:gd name="connsiteX5" fmla="*/ 6465936 w 6492864"/>
              <a:gd name="connsiteY5" fmla="*/ 274847 h 5753325"/>
              <a:gd name="connsiteX6" fmla="*/ 6488360 w 6492864"/>
              <a:gd name="connsiteY6" fmla="*/ 535865 h 5753325"/>
              <a:gd name="connsiteX7" fmla="*/ 6492864 w 6492864"/>
              <a:gd name="connsiteY7" fmla="*/ 615799 h 5753325"/>
              <a:gd name="connsiteX8" fmla="*/ 6459988 w 6492864"/>
              <a:gd name="connsiteY8" fmla="*/ 707628 h 5753325"/>
              <a:gd name="connsiteX9" fmla="*/ 6453989 w 6492864"/>
              <a:gd name="connsiteY9" fmla="*/ 711876 h 5753325"/>
              <a:gd name="connsiteX10" fmla="*/ 6453209 w 6492864"/>
              <a:gd name="connsiteY10" fmla="*/ 719127 h 5753325"/>
              <a:gd name="connsiteX11" fmla="*/ 6457662 w 6492864"/>
              <a:gd name="connsiteY11" fmla="*/ 723331 h 5753325"/>
              <a:gd name="connsiteX12" fmla="*/ 6447445 w 6492864"/>
              <a:gd name="connsiteY12" fmla="*/ 780003 h 5753325"/>
              <a:gd name="connsiteX13" fmla="*/ 6426552 w 6492864"/>
              <a:gd name="connsiteY13" fmla="*/ 845805 h 5753325"/>
              <a:gd name="connsiteX14" fmla="*/ 6434072 w 6492864"/>
              <a:gd name="connsiteY14" fmla="*/ 910733 h 5753325"/>
              <a:gd name="connsiteX15" fmla="*/ 6432570 w 6492864"/>
              <a:gd name="connsiteY15" fmla="*/ 983394 h 5753325"/>
              <a:gd name="connsiteX16" fmla="*/ 6431878 w 6492864"/>
              <a:gd name="connsiteY16" fmla="*/ 1026728 h 5753325"/>
              <a:gd name="connsiteX17" fmla="*/ 6414269 w 6492864"/>
              <a:gd name="connsiteY17" fmla="*/ 1151111 h 5753325"/>
              <a:gd name="connsiteX18" fmla="*/ 6371722 w 6492864"/>
              <a:gd name="connsiteY18" fmla="*/ 1318080 h 5753325"/>
              <a:gd name="connsiteX19" fmla="*/ 6356023 w 6492864"/>
              <a:gd name="connsiteY19" fmla="*/ 1356227 h 5753325"/>
              <a:gd name="connsiteX20" fmla="*/ 6356157 w 6492864"/>
              <a:gd name="connsiteY20" fmla="*/ 1361967 h 5753325"/>
              <a:gd name="connsiteX21" fmla="*/ 6350613 w 6492864"/>
              <a:gd name="connsiteY21" fmla="*/ 1393569 h 5753325"/>
              <a:gd name="connsiteX22" fmla="*/ 6357062 w 6492864"/>
              <a:gd name="connsiteY22" fmla="*/ 1444071 h 5753325"/>
              <a:gd name="connsiteX23" fmla="*/ 6364832 w 6492864"/>
              <a:gd name="connsiteY23" fmla="*/ 1478763 h 5753325"/>
              <a:gd name="connsiteX24" fmla="*/ 6369745 w 6492864"/>
              <a:gd name="connsiteY24" fmla="*/ 1495680 h 5753325"/>
              <a:gd name="connsiteX25" fmla="*/ 6370898 w 6492864"/>
              <a:gd name="connsiteY25" fmla="*/ 1513331 h 5753325"/>
              <a:gd name="connsiteX26" fmla="*/ 6368801 w 6492864"/>
              <a:gd name="connsiteY26" fmla="*/ 1527414 h 5753325"/>
              <a:gd name="connsiteX27" fmla="*/ 6359177 w 6492864"/>
              <a:gd name="connsiteY27" fmla="*/ 1639513 h 5753325"/>
              <a:gd name="connsiteX28" fmla="*/ 6299489 w 6492864"/>
              <a:gd name="connsiteY28" fmla="*/ 1784860 h 5753325"/>
              <a:gd name="connsiteX29" fmla="*/ 6267878 w 6492864"/>
              <a:gd name="connsiteY29" fmla="*/ 1858572 h 5753325"/>
              <a:gd name="connsiteX30" fmla="*/ 6251146 w 6492864"/>
              <a:gd name="connsiteY30" fmla="*/ 1926167 h 5753325"/>
              <a:gd name="connsiteX31" fmla="*/ 6210686 w 6492864"/>
              <a:gd name="connsiteY31" fmla="*/ 2014834 h 5753325"/>
              <a:gd name="connsiteX32" fmla="*/ 6106652 w 6492864"/>
              <a:gd name="connsiteY32" fmla="*/ 2150572 h 5753325"/>
              <a:gd name="connsiteX33" fmla="*/ 6097813 w 6492864"/>
              <a:gd name="connsiteY33" fmla="*/ 2172208 h 5753325"/>
              <a:gd name="connsiteX34" fmla="*/ 6095990 w 6492864"/>
              <a:gd name="connsiteY34" fmla="*/ 2181185 h 5753325"/>
              <a:gd name="connsiteX35" fmla="*/ 6090126 w 6492864"/>
              <a:gd name="connsiteY35" fmla="*/ 2192533 h 5753325"/>
              <a:gd name="connsiteX36" fmla="*/ 6089503 w 6492864"/>
              <a:gd name="connsiteY36" fmla="*/ 2192543 h 5753325"/>
              <a:gd name="connsiteX37" fmla="*/ 6084946 w 6492864"/>
              <a:gd name="connsiteY37" fmla="*/ 2203694 h 5753325"/>
              <a:gd name="connsiteX38" fmla="*/ 5987861 w 6492864"/>
              <a:gd name="connsiteY38" fmla="*/ 2304868 h 5753325"/>
              <a:gd name="connsiteX39" fmla="*/ 5973439 w 6492864"/>
              <a:gd name="connsiteY39" fmla="*/ 2385635 h 5753325"/>
              <a:gd name="connsiteX40" fmla="*/ 5916727 w 6492864"/>
              <a:gd name="connsiteY40" fmla="*/ 2458777 h 5753325"/>
              <a:gd name="connsiteX41" fmla="*/ 5856524 w 6492864"/>
              <a:gd name="connsiteY41" fmla="*/ 2583281 h 5753325"/>
              <a:gd name="connsiteX42" fmla="*/ 5838091 w 6492864"/>
              <a:gd name="connsiteY42" fmla="*/ 2753474 h 5753325"/>
              <a:gd name="connsiteX43" fmla="*/ 5777471 w 6492864"/>
              <a:gd name="connsiteY43" fmla="*/ 2901570 h 5753325"/>
              <a:gd name="connsiteX44" fmla="*/ 5723992 w 6492864"/>
              <a:gd name="connsiteY44" fmla="*/ 2998752 h 5753325"/>
              <a:gd name="connsiteX45" fmla="*/ 5557886 w 6492864"/>
              <a:gd name="connsiteY45" fmla="*/ 3329735 h 5753325"/>
              <a:gd name="connsiteX46" fmla="*/ 5471501 w 6492864"/>
              <a:gd name="connsiteY46" fmla="*/ 3462221 h 5753325"/>
              <a:gd name="connsiteX47" fmla="*/ 5465154 w 6492864"/>
              <a:gd name="connsiteY47" fmla="*/ 3541065 h 5753325"/>
              <a:gd name="connsiteX48" fmla="*/ 5437889 w 6492864"/>
              <a:gd name="connsiteY48" fmla="*/ 3559927 h 5753325"/>
              <a:gd name="connsiteX49" fmla="*/ 5432770 w 6492864"/>
              <a:gd name="connsiteY49" fmla="*/ 3562948 h 5753325"/>
              <a:gd name="connsiteX50" fmla="*/ 5406795 w 6492864"/>
              <a:gd name="connsiteY50" fmla="*/ 3578594 h 5753325"/>
              <a:gd name="connsiteX51" fmla="*/ 5381495 w 6492864"/>
              <a:gd name="connsiteY51" fmla="*/ 3599883 h 5753325"/>
              <a:gd name="connsiteX52" fmla="*/ 5363689 w 6492864"/>
              <a:gd name="connsiteY52" fmla="*/ 3633299 h 5753325"/>
              <a:gd name="connsiteX53" fmla="*/ 5291870 w 6492864"/>
              <a:gd name="connsiteY53" fmla="*/ 3799039 h 5753325"/>
              <a:gd name="connsiteX54" fmla="*/ 5241600 w 6492864"/>
              <a:gd name="connsiteY54" fmla="*/ 3894238 h 5753325"/>
              <a:gd name="connsiteX55" fmla="*/ 5211041 w 6492864"/>
              <a:gd name="connsiteY55" fmla="*/ 3924184 h 5753325"/>
              <a:gd name="connsiteX56" fmla="*/ 5176073 w 6492864"/>
              <a:gd name="connsiteY56" fmla="*/ 3970179 h 5753325"/>
              <a:gd name="connsiteX57" fmla="*/ 5172826 w 6492864"/>
              <a:gd name="connsiteY57" fmla="*/ 3991773 h 5753325"/>
              <a:gd name="connsiteX58" fmla="*/ 5157053 w 6492864"/>
              <a:gd name="connsiteY58" fmla="*/ 3997708 h 5753325"/>
              <a:gd name="connsiteX59" fmla="*/ 5127922 w 6492864"/>
              <a:gd name="connsiteY59" fmla="*/ 4022660 h 5753325"/>
              <a:gd name="connsiteX60" fmla="*/ 5020872 w 6492864"/>
              <a:gd name="connsiteY60" fmla="*/ 4075951 h 5753325"/>
              <a:gd name="connsiteX61" fmla="*/ 4991410 w 6492864"/>
              <a:gd name="connsiteY61" fmla="*/ 4087598 h 5753325"/>
              <a:gd name="connsiteX62" fmla="*/ 4930112 w 6492864"/>
              <a:gd name="connsiteY62" fmla="*/ 4138459 h 5753325"/>
              <a:gd name="connsiteX63" fmla="*/ 4834224 w 6492864"/>
              <a:gd name="connsiteY63" fmla="*/ 4231643 h 5753325"/>
              <a:gd name="connsiteX64" fmla="*/ 4812599 w 6492864"/>
              <a:gd name="connsiteY64" fmla="*/ 4249449 h 5753325"/>
              <a:gd name="connsiteX65" fmla="*/ 4789188 w 6492864"/>
              <a:gd name="connsiteY65" fmla="*/ 4256678 h 5753325"/>
              <a:gd name="connsiteX66" fmla="*/ 4779554 w 6492864"/>
              <a:gd name="connsiteY66" fmla="*/ 4251313 h 5753325"/>
              <a:gd name="connsiteX67" fmla="*/ 4766885 w 6492864"/>
              <a:gd name="connsiteY67" fmla="*/ 4259812 h 5753325"/>
              <a:gd name="connsiteX68" fmla="*/ 4762510 w 6492864"/>
              <a:gd name="connsiteY68" fmla="*/ 4260383 h 5753325"/>
              <a:gd name="connsiteX69" fmla="*/ 4738416 w 6492864"/>
              <a:gd name="connsiteY69" fmla="*/ 4265355 h 5753325"/>
              <a:gd name="connsiteX70" fmla="*/ 4712007 w 6492864"/>
              <a:gd name="connsiteY70" fmla="*/ 4317892 h 5753325"/>
              <a:gd name="connsiteX71" fmla="*/ 4658930 w 6492864"/>
              <a:gd name="connsiteY71" fmla="*/ 4348041 h 5753325"/>
              <a:gd name="connsiteX72" fmla="*/ 4443526 w 6492864"/>
              <a:gd name="connsiteY72" fmla="*/ 4507851 h 5753325"/>
              <a:gd name="connsiteX73" fmla="*/ 4289766 w 6492864"/>
              <a:gd name="connsiteY73" fmla="*/ 4711450 h 5753325"/>
              <a:gd name="connsiteX74" fmla="*/ 4150870 w 6492864"/>
              <a:gd name="connsiteY74" fmla="*/ 4818480 h 5753325"/>
              <a:gd name="connsiteX75" fmla="*/ 4006639 w 6492864"/>
              <a:gd name="connsiteY75" fmla="*/ 4933815 h 5753325"/>
              <a:gd name="connsiteX76" fmla="*/ 3298210 w 6492864"/>
              <a:gd name="connsiteY76" fmla="*/ 5070790 h 5753325"/>
              <a:gd name="connsiteX77" fmla="*/ 2947678 w 6492864"/>
              <a:gd name="connsiteY77" fmla="*/ 5117869 h 5753325"/>
              <a:gd name="connsiteX78" fmla="*/ 2822169 w 6492864"/>
              <a:gd name="connsiteY78" fmla="*/ 5129396 h 5753325"/>
              <a:gd name="connsiteX79" fmla="*/ 2538773 w 6492864"/>
              <a:gd name="connsiteY79" fmla="*/ 5313397 h 5753325"/>
              <a:gd name="connsiteX80" fmla="*/ 2014500 w 6492864"/>
              <a:gd name="connsiteY80" fmla="*/ 5519744 h 5753325"/>
              <a:gd name="connsiteX81" fmla="*/ 1934391 w 6492864"/>
              <a:gd name="connsiteY81" fmla="*/ 5591335 h 5753325"/>
              <a:gd name="connsiteX82" fmla="*/ 1892550 w 6492864"/>
              <a:gd name="connsiteY82" fmla="*/ 5649708 h 5753325"/>
              <a:gd name="connsiteX83" fmla="*/ 1854769 w 6492864"/>
              <a:gd name="connsiteY83" fmla="*/ 5647691 h 5753325"/>
              <a:gd name="connsiteX84" fmla="*/ 1809461 w 6492864"/>
              <a:gd name="connsiteY84" fmla="*/ 5648628 h 5753325"/>
              <a:gd name="connsiteX85" fmla="*/ 1745150 w 6492864"/>
              <a:gd name="connsiteY85" fmla="*/ 5693879 h 5753325"/>
              <a:gd name="connsiteX86" fmla="*/ 1713375 w 6492864"/>
              <a:gd name="connsiteY86" fmla="*/ 5684672 h 5753325"/>
              <a:gd name="connsiteX87" fmla="*/ 1707808 w 6492864"/>
              <a:gd name="connsiteY87" fmla="*/ 5682611 h 5753325"/>
              <a:gd name="connsiteX88" fmla="*/ 1679313 w 6492864"/>
              <a:gd name="connsiteY88" fmla="*/ 5672360 h 5753325"/>
              <a:gd name="connsiteX89" fmla="*/ 1646933 w 6492864"/>
              <a:gd name="connsiteY89" fmla="*/ 5666227 h 5753325"/>
              <a:gd name="connsiteX90" fmla="*/ 1610055 w 6492864"/>
              <a:gd name="connsiteY90" fmla="*/ 5673643 h 5753325"/>
              <a:gd name="connsiteX91" fmla="*/ 1437641 w 6492864"/>
              <a:gd name="connsiteY91" fmla="*/ 5723266 h 5753325"/>
              <a:gd name="connsiteX92" fmla="*/ 1332869 w 6492864"/>
              <a:gd name="connsiteY92" fmla="*/ 5744752 h 5753325"/>
              <a:gd name="connsiteX93" fmla="*/ 1290525 w 6492864"/>
              <a:gd name="connsiteY93" fmla="*/ 5740036 h 5753325"/>
              <a:gd name="connsiteX94" fmla="*/ 1233107 w 6492864"/>
              <a:gd name="connsiteY94" fmla="*/ 5742106 h 5753325"/>
              <a:gd name="connsiteX95" fmla="*/ 1214532 w 6492864"/>
              <a:gd name="connsiteY95" fmla="*/ 5753325 h 5753325"/>
              <a:gd name="connsiteX96" fmla="*/ 1199955 w 6492864"/>
              <a:gd name="connsiteY96" fmla="*/ 5744831 h 5753325"/>
              <a:gd name="connsiteX97" fmla="*/ 1162337 w 6492864"/>
              <a:gd name="connsiteY97" fmla="*/ 5738048 h 5753325"/>
              <a:gd name="connsiteX98" fmla="*/ 1053457 w 6492864"/>
              <a:gd name="connsiteY98" fmla="*/ 5688676 h 5753325"/>
              <a:gd name="connsiteX99" fmla="*/ 1025798 w 6492864"/>
              <a:gd name="connsiteY99" fmla="*/ 5673166 h 5753325"/>
              <a:gd name="connsiteX100" fmla="*/ 947900 w 6492864"/>
              <a:gd name="connsiteY100" fmla="*/ 5657848 h 5753325"/>
              <a:gd name="connsiteX101" fmla="*/ 815627 w 6492864"/>
              <a:gd name="connsiteY101" fmla="*/ 5642557 h 5753325"/>
              <a:gd name="connsiteX102" fmla="*/ 788251 w 6492864"/>
              <a:gd name="connsiteY102" fmla="*/ 5637065 h 5753325"/>
              <a:gd name="connsiteX103" fmla="*/ 767822 w 6492864"/>
              <a:gd name="connsiteY103" fmla="*/ 5623450 h 5753325"/>
              <a:gd name="connsiteX104" fmla="*/ 765791 w 6492864"/>
              <a:gd name="connsiteY104" fmla="*/ 5612539 h 5753325"/>
              <a:gd name="connsiteX105" fmla="*/ 751230 w 6492864"/>
              <a:gd name="connsiteY105" fmla="*/ 5608092 h 5753325"/>
              <a:gd name="connsiteX106" fmla="*/ 748008 w 6492864"/>
              <a:gd name="connsiteY106" fmla="*/ 5605052 h 5753325"/>
              <a:gd name="connsiteX107" fmla="*/ 728871 w 6492864"/>
              <a:gd name="connsiteY107" fmla="*/ 5589469 h 5753325"/>
              <a:gd name="connsiteX108" fmla="*/ 671898 w 6492864"/>
              <a:gd name="connsiteY108" fmla="*/ 5602363 h 5753325"/>
              <a:gd name="connsiteX109" fmla="*/ 615065 w 6492864"/>
              <a:gd name="connsiteY109" fmla="*/ 5580257 h 5753325"/>
              <a:gd name="connsiteX110" fmla="*/ 355785 w 6492864"/>
              <a:gd name="connsiteY110" fmla="*/ 5514383 h 5753325"/>
              <a:gd name="connsiteX111" fmla="*/ 102269 w 6492864"/>
              <a:gd name="connsiteY111" fmla="*/ 5524347 h 5753325"/>
              <a:gd name="connsiteX112" fmla="*/ 13160 w 6492864"/>
              <a:gd name="connsiteY112" fmla="*/ 5514159 h 5753325"/>
              <a:gd name="connsiteX113" fmla="*/ 0 w 6492864"/>
              <a:gd name="connsiteY113" fmla="*/ 5511735 h 5753325"/>
              <a:gd name="connsiteX114" fmla="*/ 0 w 6492864"/>
              <a:gd name="connsiteY114" fmla="*/ 0 h 5753325"/>
              <a:gd name="connsiteX0" fmla="*/ 0 w 6492864"/>
              <a:gd name="connsiteY0" fmla="*/ 0 h 5753325"/>
              <a:gd name="connsiteX1" fmla="*/ 6438980 w 6492864"/>
              <a:gd name="connsiteY1" fmla="*/ 0 h 5753325"/>
              <a:gd name="connsiteX2" fmla="*/ 6439047 w 6492864"/>
              <a:gd name="connsiteY2" fmla="*/ 147 h 5753325"/>
              <a:gd name="connsiteX3" fmla="*/ 6443456 w 6492864"/>
              <a:gd name="connsiteY3" fmla="*/ 130105 h 5753325"/>
              <a:gd name="connsiteX4" fmla="*/ 6447632 w 6492864"/>
              <a:gd name="connsiteY4" fmla="*/ 170016 h 5753325"/>
              <a:gd name="connsiteX5" fmla="*/ 6396598 w 6492864"/>
              <a:gd name="connsiteY5" fmla="*/ 274847 h 5753325"/>
              <a:gd name="connsiteX6" fmla="*/ 6488360 w 6492864"/>
              <a:gd name="connsiteY6" fmla="*/ 535865 h 5753325"/>
              <a:gd name="connsiteX7" fmla="*/ 6492864 w 6492864"/>
              <a:gd name="connsiteY7" fmla="*/ 615799 h 5753325"/>
              <a:gd name="connsiteX8" fmla="*/ 6459988 w 6492864"/>
              <a:gd name="connsiteY8" fmla="*/ 707628 h 5753325"/>
              <a:gd name="connsiteX9" fmla="*/ 6453989 w 6492864"/>
              <a:gd name="connsiteY9" fmla="*/ 711876 h 5753325"/>
              <a:gd name="connsiteX10" fmla="*/ 6453209 w 6492864"/>
              <a:gd name="connsiteY10" fmla="*/ 719127 h 5753325"/>
              <a:gd name="connsiteX11" fmla="*/ 6457662 w 6492864"/>
              <a:gd name="connsiteY11" fmla="*/ 723331 h 5753325"/>
              <a:gd name="connsiteX12" fmla="*/ 6447445 w 6492864"/>
              <a:gd name="connsiteY12" fmla="*/ 780003 h 5753325"/>
              <a:gd name="connsiteX13" fmla="*/ 6426552 w 6492864"/>
              <a:gd name="connsiteY13" fmla="*/ 845805 h 5753325"/>
              <a:gd name="connsiteX14" fmla="*/ 6434072 w 6492864"/>
              <a:gd name="connsiteY14" fmla="*/ 910733 h 5753325"/>
              <a:gd name="connsiteX15" fmla="*/ 6432570 w 6492864"/>
              <a:gd name="connsiteY15" fmla="*/ 983394 h 5753325"/>
              <a:gd name="connsiteX16" fmla="*/ 6431878 w 6492864"/>
              <a:gd name="connsiteY16" fmla="*/ 1026728 h 5753325"/>
              <a:gd name="connsiteX17" fmla="*/ 6414269 w 6492864"/>
              <a:gd name="connsiteY17" fmla="*/ 1151111 h 5753325"/>
              <a:gd name="connsiteX18" fmla="*/ 6371722 w 6492864"/>
              <a:gd name="connsiteY18" fmla="*/ 1318080 h 5753325"/>
              <a:gd name="connsiteX19" fmla="*/ 6356023 w 6492864"/>
              <a:gd name="connsiteY19" fmla="*/ 1356227 h 5753325"/>
              <a:gd name="connsiteX20" fmla="*/ 6356157 w 6492864"/>
              <a:gd name="connsiteY20" fmla="*/ 1361967 h 5753325"/>
              <a:gd name="connsiteX21" fmla="*/ 6350613 w 6492864"/>
              <a:gd name="connsiteY21" fmla="*/ 1393569 h 5753325"/>
              <a:gd name="connsiteX22" fmla="*/ 6357062 w 6492864"/>
              <a:gd name="connsiteY22" fmla="*/ 1444071 h 5753325"/>
              <a:gd name="connsiteX23" fmla="*/ 6364832 w 6492864"/>
              <a:gd name="connsiteY23" fmla="*/ 1478763 h 5753325"/>
              <a:gd name="connsiteX24" fmla="*/ 6369745 w 6492864"/>
              <a:gd name="connsiteY24" fmla="*/ 1495680 h 5753325"/>
              <a:gd name="connsiteX25" fmla="*/ 6370898 w 6492864"/>
              <a:gd name="connsiteY25" fmla="*/ 1513331 h 5753325"/>
              <a:gd name="connsiteX26" fmla="*/ 6368801 w 6492864"/>
              <a:gd name="connsiteY26" fmla="*/ 1527414 h 5753325"/>
              <a:gd name="connsiteX27" fmla="*/ 6359177 w 6492864"/>
              <a:gd name="connsiteY27" fmla="*/ 1639513 h 5753325"/>
              <a:gd name="connsiteX28" fmla="*/ 6299489 w 6492864"/>
              <a:gd name="connsiteY28" fmla="*/ 1784860 h 5753325"/>
              <a:gd name="connsiteX29" fmla="*/ 6267878 w 6492864"/>
              <a:gd name="connsiteY29" fmla="*/ 1858572 h 5753325"/>
              <a:gd name="connsiteX30" fmla="*/ 6251146 w 6492864"/>
              <a:gd name="connsiteY30" fmla="*/ 1926167 h 5753325"/>
              <a:gd name="connsiteX31" fmla="*/ 6210686 w 6492864"/>
              <a:gd name="connsiteY31" fmla="*/ 2014834 h 5753325"/>
              <a:gd name="connsiteX32" fmla="*/ 6106652 w 6492864"/>
              <a:gd name="connsiteY32" fmla="*/ 2150572 h 5753325"/>
              <a:gd name="connsiteX33" fmla="*/ 6097813 w 6492864"/>
              <a:gd name="connsiteY33" fmla="*/ 2172208 h 5753325"/>
              <a:gd name="connsiteX34" fmla="*/ 6095990 w 6492864"/>
              <a:gd name="connsiteY34" fmla="*/ 2181185 h 5753325"/>
              <a:gd name="connsiteX35" fmla="*/ 6090126 w 6492864"/>
              <a:gd name="connsiteY35" fmla="*/ 2192533 h 5753325"/>
              <a:gd name="connsiteX36" fmla="*/ 6089503 w 6492864"/>
              <a:gd name="connsiteY36" fmla="*/ 2192543 h 5753325"/>
              <a:gd name="connsiteX37" fmla="*/ 6084946 w 6492864"/>
              <a:gd name="connsiteY37" fmla="*/ 2203694 h 5753325"/>
              <a:gd name="connsiteX38" fmla="*/ 5987861 w 6492864"/>
              <a:gd name="connsiteY38" fmla="*/ 2304868 h 5753325"/>
              <a:gd name="connsiteX39" fmla="*/ 5973439 w 6492864"/>
              <a:gd name="connsiteY39" fmla="*/ 2385635 h 5753325"/>
              <a:gd name="connsiteX40" fmla="*/ 5916727 w 6492864"/>
              <a:gd name="connsiteY40" fmla="*/ 2458777 h 5753325"/>
              <a:gd name="connsiteX41" fmla="*/ 5856524 w 6492864"/>
              <a:gd name="connsiteY41" fmla="*/ 2583281 h 5753325"/>
              <a:gd name="connsiteX42" fmla="*/ 5838091 w 6492864"/>
              <a:gd name="connsiteY42" fmla="*/ 2753474 h 5753325"/>
              <a:gd name="connsiteX43" fmla="*/ 5777471 w 6492864"/>
              <a:gd name="connsiteY43" fmla="*/ 2901570 h 5753325"/>
              <a:gd name="connsiteX44" fmla="*/ 5723992 w 6492864"/>
              <a:gd name="connsiteY44" fmla="*/ 2998752 h 5753325"/>
              <a:gd name="connsiteX45" fmla="*/ 5557886 w 6492864"/>
              <a:gd name="connsiteY45" fmla="*/ 3329735 h 5753325"/>
              <a:gd name="connsiteX46" fmla="*/ 5471501 w 6492864"/>
              <a:gd name="connsiteY46" fmla="*/ 3462221 h 5753325"/>
              <a:gd name="connsiteX47" fmla="*/ 5465154 w 6492864"/>
              <a:gd name="connsiteY47" fmla="*/ 3541065 h 5753325"/>
              <a:gd name="connsiteX48" fmla="*/ 5437889 w 6492864"/>
              <a:gd name="connsiteY48" fmla="*/ 3559927 h 5753325"/>
              <a:gd name="connsiteX49" fmla="*/ 5432770 w 6492864"/>
              <a:gd name="connsiteY49" fmla="*/ 3562948 h 5753325"/>
              <a:gd name="connsiteX50" fmla="*/ 5406795 w 6492864"/>
              <a:gd name="connsiteY50" fmla="*/ 3578594 h 5753325"/>
              <a:gd name="connsiteX51" fmla="*/ 5381495 w 6492864"/>
              <a:gd name="connsiteY51" fmla="*/ 3599883 h 5753325"/>
              <a:gd name="connsiteX52" fmla="*/ 5363689 w 6492864"/>
              <a:gd name="connsiteY52" fmla="*/ 3633299 h 5753325"/>
              <a:gd name="connsiteX53" fmla="*/ 5291870 w 6492864"/>
              <a:gd name="connsiteY53" fmla="*/ 3799039 h 5753325"/>
              <a:gd name="connsiteX54" fmla="*/ 5241600 w 6492864"/>
              <a:gd name="connsiteY54" fmla="*/ 3894238 h 5753325"/>
              <a:gd name="connsiteX55" fmla="*/ 5211041 w 6492864"/>
              <a:gd name="connsiteY55" fmla="*/ 3924184 h 5753325"/>
              <a:gd name="connsiteX56" fmla="*/ 5176073 w 6492864"/>
              <a:gd name="connsiteY56" fmla="*/ 3970179 h 5753325"/>
              <a:gd name="connsiteX57" fmla="*/ 5172826 w 6492864"/>
              <a:gd name="connsiteY57" fmla="*/ 3991773 h 5753325"/>
              <a:gd name="connsiteX58" fmla="*/ 5157053 w 6492864"/>
              <a:gd name="connsiteY58" fmla="*/ 3997708 h 5753325"/>
              <a:gd name="connsiteX59" fmla="*/ 5127922 w 6492864"/>
              <a:gd name="connsiteY59" fmla="*/ 4022660 h 5753325"/>
              <a:gd name="connsiteX60" fmla="*/ 5020872 w 6492864"/>
              <a:gd name="connsiteY60" fmla="*/ 4075951 h 5753325"/>
              <a:gd name="connsiteX61" fmla="*/ 4991410 w 6492864"/>
              <a:gd name="connsiteY61" fmla="*/ 4087598 h 5753325"/>
              <a:gd name="connsiteX62" fmla="*/ 4930112 w 6492864"/>
              <a:gd name="connsiteY62" fmla="*/ 4138459 h 5753325"/>
              <a:gd name="connsiteX63" fmla="*/ 4834224 w 6492864"/>
              <a:gd name="connsiteY63" fmla="*/ 4231643 h 5753325"/>
              <a:gd name="connsiteX64" fmla="*/ 4812599 w 6492864"/>
              <a:gd name="connsiteY64" fmla="*/ 4249449 h 5753325"/>
              <a:gd name="connsiteX65" fmla="*/ 4789188 w 6492864"/>
              <a:gd name="connsiteY65" fmla="*/ 4256678 h 5753325"/>
              <a:gd name="connsiteX66" fmla="*/ 4779554 w 6492864"/>
              <a:gd name="connsiteY66" fmla="*/ 4251313 h 5753325"/>
              <a:gd name="connsiteX67" fmla="*/ 4766885 w 6492864"/>
              <a:gd name="connsiteY67" fmla="*/ 4259812 h 5753325"/>
              <a:gd name="connsiteX68" fmla="*/ 4762510 w 6492864"/>
              <a:gd name="connsiteY68" fmla="*/ 4260383 h 5753325"/>
              <a:gd name="connsiteX69" fmla="*/ 4738416 w 6492864"/>
              <a:gd name="connsiteY69" fmla="*/ 4265355 h 5753325"/>
              <a:gd name="connsiteX70" fmla="*/ 4712007 w 6492864"/>
              <a:gd name="connsiteY70" fmla="*/ 4317892 h 5753325"/>
              <a:gd name="connsiteX71" fmla="*/ 4658930 w 6492864"/>
              <a:gd name="connsiteY71" fmla="*/ 4348041 h 5753325"/>
              <a:gd name="connsiteX72" fmla="*/ 4443526 w 6492864"/>
              <a:gd name="connsiteY72" fmla="*/ 4507851 h 5753325"/>
              <a:gd name="connsiteX73" fmla="*/ 4289766 w 6492864"/>
              <a:gd name="connsiteY73" fmla="*/ 4711450 h 5753325"/>
              <a:gd name="connsiteX74" fmla="*/ 4150870 w 6492864"/>
              <a:gd name="connsiteY74" fmla="*/ 4818480 h 5753325"/>
              <a:gd name="connsiteX75" fmla="*/ 4006639 w 6492864"/>
              <a:gd name="connsiteY75" fmla="*/ 4933815 h 5753325"/>
              <a:gd name="connsiteX76" fmla="*/ 3298210 w 6492864"/>
              <a:gd name="connsiteY76" fmla="*/ 5070790 h 5753325"/>
              <a:gd name="connsiteX77" fmla="*/ 2947678 w 6492864"/>
              <a:gd name="connsiteY77" fmla="*/ 5117869 h 5753325"/>
              <a:gd name="connsiteX78" fmla="*/ 2822169 w 6492864"/>
              <a:gd name="connsiteY78" fmla="*/ 5129396 h 5753325"/>
              <a:gd name="connsiteX79" fmla="*/ 2538773 w 6492864"/>
              <a:gd name="connsiteY79" fmla="*/ 5313397 h 5753325"/>
              <a:gd name="connsiteX80" fmla="*/ 2014500 w 6492864"/>
              <a:gd name="connsiteY80" fmla="*/ 5519744 h 5753325"/>
              <a:gd name="connsiteX81" fmla="*/ 1934391 w 6492864"/>
              <a:gd name="connsiteY81" fmla="*/ 5591335 h 5753325"/>
              <a:gd name="connsiteX82" fmla="*/ 1892550 w 6492864"/>
              <a:gd name="connsiteY82" fmla="*/ 5649708 h 5753325"/>
              <a:gd name="connsiteX83" fmla="*/ 1854769 w 6492864"/>
              <a:gd name="connsiteY83" fmla="*/ 5647691 h 5753325"/>
              <a:gd name="connsiteX84" fmla="*/ 1809461 w 6492864"/>
              <a:gd name="connsiteY84" fmla="*/ 5648628 h 5753325"/>
              <a:gd name="connsiteX85" fmla="*/ 1745150 w 6492864"/>
              <a:gd name="connsiteY85" fmla="*/ 5693879 h 5753325"/>
              <a:gd name="connsiteX86" fmla="*/ 1713375 w 6492864"/>
              <a:gd name="connsiteY86" fmla="*/ 5684672 h 5753325"/>
              <a:gd name="connsiteX87" fmla="*/ 1707808 w 6492864"/>
              <a:gd name="connsiteY87" fmla="*/ 5682611 h 5753325"/>
              <a:gd name="connsiteX88" fmla="*/ 1679313 w 6492864"/>
              <a:gd name="connsiteY88" fmla="*/ 5672360 h 5753325"/>
              <a:gd name="connsiteX89" fmla="*/ 1646933 w 6492864"/>
              <a:gd name="connsiteY89" fmla="*/ 5666227 h 5753325"/>
              <a:gd name="connsiteX90" fmla="*/ 1610055 w 6492864"/>
              <a:gd name="connsiteY90" fmla="*/ 5673643 h 5753325"/>
              <a:gd name="connsiteX91" fmla="*/ 1437641 w 6492864"/>
              <a:gd name="connsiteY91" fmla="*/ 5723266 h 5753325"/>
              <a:gd name="connsiteX92" fmla="*/ 1332869 w 6492864"/>
              <a:gd name="connsiteY92" fmla="*/ 5744752 h 5753325"/>
              <a:gd name="connsiteX93" fmla="*/ 1290525 w 6492864"/>
              <a:gd name="connsiteY93" fmla="*/ 5740036 h 5753325"/>
              <a:gd name="connsiteX94" fmla="*/ 1233107 w 6492864"/>
              <a:gd name="connsiteY94" fmla="*/ 5742106 h 5753325"/>
              <a:gd name="connsiteX95" fmla="*/ 1214532 w 6492864"/>
              <a:gd name="connsiteY95" fmla="*/ 5753325 h 5753325"/>
              <a:gd name="connsiteX96" fmla="*/ 1199955 w 6492864"/>
              <a:gd name="connsiteY96" fmla="*/ 5744831 h 5753325"/>
              <a:gd name="connsiteX97" fmla="*/ 1162337 w 6492864"/>
              <a:gd name="connsiteY97" fmla="*/ 5738048 h 5753325"/>
              <a:gd name="connsiteX98" fmla="*/ 1053457 w 6492864"/>
              <a:gd name="connsiteY98" fmla="*/ 5688676 h 5753325"/>
              <a:gd name="connsiteX99" fmla="*/ 1025798 w 6492864"/>
              <a:gd name="connsiteY99" fmla="*/ 5673166 h 5753325"/>
              <a:gd name="connsiteX100" fmla="*/ 947900 w 6492864"/>
              <a:gd name="connsiteY100" fmla="*/ 5657848 h 5753325"/>
              <a:gd name="connsiteX101" fmla="*/ 815627 w 6492864"/>
              <a:gd name="connsiteY101" fmla="*/ 5642557 h 5753325"/>
              <a:gd name="connsiteX102" fmla="*/ 788251 w 6492864"/>
              <a:gd name="connsiteY102" fmla="*/ 5637065 h 5753325"/>
              <a:gd name="connsiteX103" fmla="*/ 767822 w 6492864"/>
              <a:gd name="connsiteY103" fmla="*/ 5623450 h 5753325"/>
              <a:gd name="connsiteX104" fmla="*/ 765791 w 6492864"/>
              <a:gd name="connsiteY104" fmla="*/ 5612539 h 5753325"/>
              <a:gd name="connsiteX105" fmla="*/ 751230 w 6492864"/>
              <a:gd name="connsiteY105" fmla="*/ 5608092 h 5753325"/>
              <a:gd name="connsiteX106" fmla="*/ 748008 w 6492864"/>
              <a:gd name="connsiteY106" fmla="*/ 5605052 h 5753325"/>
              <a:gd name="connsiteX107" fmla="*/ 728871 w 6492864"/>
              <a:gd name="connsiteY107" fmla="*/ 5589469 h 5753325"/>
              <a:gd name="connsiteX108" fmla="*/ 671898 w 6492864"/>
              <a:gd name="connsiteY108" fmla="*/ 5602363 h 5753325"/>
              <a:gd name="connsiteX109" fmla="*/ 615065 w 6492864"/>
              <a:gd name="connsiteY109" fmla="*/ 5580257 h 5753325"/>
              <a:gd name="connsiteX110" fmla="*/ 355785 w 6492864"/>
              <a:gd name="connsiteY110" fmla="*/ 5514383 h 5753325"/>
              <a:gd name="connsiteX111" fmla="*/ 102269 w 6492864"/>
              <a:gd name="connsiteY111" fmla="*/ 5524347 h 5753325"/>
              <a:gd name="connsiteX112" fmla="*/ 13160 w 6492864"/>
              <a:gd name="connsiteY112" fmla="*/ 5514159 h 5753325"/>
              <a:gd name="connsiteX113" fmla="*/ 0 w 6492864"/>
              <a:gd name="connsiteY113" fmla="*/ 5511735 h 5753325"/>
              <a:gd name="connsiteX114" fmla="*/ 0 w 6492864"/>
              <a:gd name="connsiteY114" fmla="*/ 0 h 5753325"/>
              <a:gd name="connsiteX0" fmla="*/ 0 w 6492864"/>
              <a:gd name="connsiteY0" fmla="*/ 0 h 5753325"/>
              <a:gd name="connsiteX1" fmla="*/ 6438980 w 6492864"/>
              <a:gd name="connsiteY1" fmla="*/ 0 h 5753325"/>
              <a:gd name="connsiteX2" fmla="*/ 6439047 w 6492864"/>
              <a:gd name="connsiteY2" fmla="*/ 147 h 5753325"/>
              <a:gd name="connsiteX3" fmla="*/ 6443456 w 6492864"/>
              <a:gd name="connsiteY3" fmla="*/ 130105 h 5753325"/>
              <a:gd name="connsiteX4" fmla="*/ 6447632 w 6492864"/>
              <a:gd name="connsiteY4" fmla="*/ 170016 h 5753325"/>
              <a:gd name="connsiteX5" fmla="*/ 6396598 w 6492864"/>
              <a:gd name="connsiteY5" fmla="*/ 274847 h 5753325"/>
              <a:gd name="connsiteX6" fmla="*/ 6375685 w 6492864"/>
              <a:gd name="connsiteY6" fmla="*/ 535865 h 5753325"/>
              <a:gd name="connsiteX7" fmla="*/ 6492864 w 6492864"/>
              <a:gd name="connsiteY7" fmla="*/ 615799 h 5753325"/>
              <a:gd name="connsiteX8" fmla="*/ 6459988 w 6492864"/>
              <a:gd name="connsiteY8" fmla="*/ 707628 h 5753325"/>
              <a:gd name="connsiteX9" fmla="*/ 6453989 w 6492864"/>
              <a:gd name="connsiteY9" fmla="*/ 711876 h 5753325"/>
              <a:gd name="connsiteX10" fmla="*/ 6453209 w 6492864"/>
              <a:gd name="connsiteY10" fmla="*/ 719127 h 5753325"/>
              <a:gd name="connsiteX11" fmla="*/ 6457662 w 6492864"/>
              <a:gd name="connsiteY11" fmla="*/ 723331 h 5753325"/>
              <a:gd name="connsiteX12" fmla="*/ 6447445 w 6492864"/>
              <a:gd name="connsiteY12" fmla="*/ 780003 h 5753325"/>
              <a:gd name="connsiteX13" fmla="*/ 6426552 w 6492864"/>
              <a:gd name="connsiteY13" fmla="*/ 845805 h 5753325"/>
              <a:gd name="connsiteX14" fmla="*/ 6434072 w 6492864"/>
              <a:gd name="connsiteY14" fmla="*/ 910733 h 5753325"/>
              <a:gd name="connsiteX15" fmla="*/ 6432570 w 6492864"/>
              <a:gd name="connsiteY15" fmla="*/ 983394 h 5753325"/>
              <a:gd name="connsiteX16" fmla="*/ 6431878 w 6492864"/>
              <a:gd name="connsiteY16" fmla="*/ 1026728 h 5753325"/>
              <a:gd name="connsiteX17" fmla="*/ 6414269 w 6492864"/>
              <a:gd name="connsiteY17" fmla="*/ 1151111 h 5753325"/>
              <a:gd name="connsiteX18" fmla="*/ 6371722 w 6492864"/>
              <a:gd name="connsiteY18" fmla="*/ 1318080 h 5753325"/>
              <a:gd name="connsiteX19" fmla="*/ 6356023 w 6492864"/>
              <a:gd name="connsiteY19" fmla="*/ 1356227 h 5753325"/>
              <a:gd name="connsiteX20" fmla="*/ 6356157 w 6492864"/>
              <a:gd name="connsiteY20" fmla="*/ 1361967 h 5753325"/>
              <a:gd name="connsiteX21" fmla="*/ 6350613 w 6492864"/>
              <a:gd name="connsiteY21" fmla="*/ 1393569 h 5753325"/>
              <a:gd name="connsiteX22" fmla="*/ 6357062 w 6492864"/>
              <a:gd name="connsiteY22" fmla="*/ 1444071 h 5753325"/>
              <a:gd name="connsiteX23" fmla="*/ 6364832 w 6492864"/>
              <a:gd name="connsiteY23" fmla="*/ 1478763 h 5753325"/>
              <a:gd name="connsiteX24" fmla="*/ 6369745 w 6492864"/>
              <a:gd name="connsiteY24" fmla="*/ 1495680 h 5753325"/>
              <a:gd name="connsiteX25" fmla="*/ 6370898 w 6492864"/>
              <a:gd name="connsiteY25" fmla="*/ 1513331 h 5753325"/>
              <a:gd name="connsiteX26" fmla="*/ 6368801 w 6492864"/>
              <a:gd name="connsiteY26" fmla="*/ 1527414 h 5753325"/>
              <a:gd name="connsiteX27" fmla="*/ 6359177 w 6492864"/>
              <a:gd name="connsiteY27" fmla="*/ 1639513 h 5753325"/>
              <a:gd name="connsiteX28" fmla="*/ 6299489 w 6492864"/>
              <a:gd name="connsiteY28" fmla="*/ 1784860 h 5753325"/>
              <a:gd name="connsiteX29" fmla="*/ 6267878 w 6492864"/>
              <a:gd name="connsiteY29" fmla="*/ 1858572 h 5753325"/>
              <a:gd name="connsiteX30" fmla="*/ 6251146 w 6492864"/>
              <a:gd name="connsiteY30" fmla="*/ 1926167 h 5753325"/>
              <a:gd name="connsiteX31" fmla="*/ 6210686 w 6492864"/>
              <a:gd name="connsiteY31" fmla="*/ 2014834 h 5753325"/>
              <a:gd name="connsiteX32" fmla="*/ 6106652 w 6492864"/>
              <a:gd name="connsiteY32" fmla="*/ 2150572 h 5753325"/>
              <a:gd name="connsiteX33" fmla="*/ 6097813 w 6492864"/>
              <a:gd name="connsiteY33" fmla="*/ 2172208 h 5753325"/>
              <a:gd name="connsiteX34" fmla="*/ 6095990 w 6492864"/>
              <a:gd name="connsiteY34" fmla="*/ 2181185 h 5753325"/>
              <a:gd name="connsiteX35" fmla="*/ 6090126 w 6492864"/>
              <a:gd name="connsiteY35" fmla="*/ 2192533 h 5753325"/>
              <a:gd name="connsiteX36" fmla="*/ 6089503 w 6492864"/>
              <a:gd name="connsiteY36" fmla="*/ 2192543 h 5753325"/>
              <a:gd name="connsiteX37" fmla="*/ 6084946 w 6492864"/>
              <a:gd name="connsiteY37" fmla="*/ 2203694 h 5753325"/>
              <a:gd name="connsiteX38" fmla="*/ 5987861 w 6492864"/>
              <a:gd name="connsiteY38" fmla="*/ 2304868 h 5753325"/>
              <a:gd name="connsiteX39" fmla="*/ 5973439 w 6492864"/>
              <a:gd name="connsiteY39" fmla="*/ 2385635 h 5753325"/>
              <a:gd name="connsiteX40" fmla="*/ 5916727 w 6492864"/>
              <a:gd name="connsiteY40" fmla="*/ 2458777 h 5753325"/>
              <a:gd name="connsiteX41" fmla="*/ 5856524 w 6492864"/>
              <a:gd name="connsiteY41" fmla="*/ 2583281 h 5753325"/>
              <a:gd name="connsiteX42" fmla="*/ 5838091 w 6492864"/>
              <a:gd name="connsiteY42" fmla="*/ 2753474 h 5753325"/>
              <a:gd name="connsiteX43" fmla="*/ 5777471 w 6492864"/>
              <a:gd name="connsiteY43" fmla="*/ 2901570 h 5753325"/>
              <a:gd name="connsiteX44" fmla="*/ 5723992 w 6492864"/>
              <a:gd name="connsiteY44" fmla="*/ 2998752 h 5753325"/>
              <a:gd name="connsiteX45" fmla="*/ 5557886 w 6492864"/>
              <a:gd name="connsiteY45" fmla="*/ 3329735 h 5753325"/>
              <a:gd name="connsiteX46" fmla="*/ 5471501 w 6492864"/>
              <a:gd name="connsiteY46" fmla="*/ 3462221 h 5753325"/>
              <a:gd name="connsiteX47" fmla="*/ 5465154 w 6492864"/>
              <a:gd name="connsiteY47" fmla="*/ 3541065 h 5753325"/>
              <a:gd name="connsiteX48" fmla="*/ 5437889 w 6492864"/>
              <a:gd name="connsiteY48" fmla="*/ 3559927 h 5753325"/>
              <a:gd name="connsiteX49" fmla="*/ 5432770 w 6492864"/>
              <a:gd name="connsiteY49" fmla="*/ 3562948 h 5753325"/>
              <a:gd name="connsiteX50" fmla="*/ 5406795 w 6492864"/>
              <a:gd name="connsiteY50" fmla="*/ 3578594 h 5753325"/>
              <a:gd name="connsiteX51" fmla="*/ 5381495 w 6492864"/>
              <a:gd name="connsiteY51" fmla="*/ 3599883 h 5753325"/>
              <a:gd name="connsiteX52" fmla="*/ 5363689 w 6492864"/>
              <a:gd name="connsiteY52" fmla="*/ 3633299 h 5753325"/>
              <a:gd name="connsiteX53" fmla="*/ 5291870 w 6492864"/>
              <a:gd name="connsiteY53" fmla="*/ 3799039 h 5753325"/>
              <a:gd name="connsiteX54" fmla="*/ 5241600 w 6492864"/>
              <a:gd name="connsiteY54" fmla="*/ 3894238 h 5753325"/>
              <a:gd name="connsiteX55" fmla="*/ 5211041 w 6492864"/>
              <a:gd name="connsiteY55" fmla="*/ 3924184 h 5753325"/>
              <a:gd name="connsiteX56" fmla="*/ 5176073 w 6492864"/>
              <a:gd name="connsiteY56" fmla="*/ 3970179 h 5753325"/>
              <a:gd name="connsiteX57" fmla="*/ 5172826 w 6492864"/>
              <a:gd name="connsiteY57" fmla="*/ 3991773 h 5753325"/>
              <a:gd name="connsiteX58" fmla="*/ 5157053 w 6492864"/>
              <a:gd name="connsiteY58" fmla="*/ 3997708 h 5753325"/>
              <a:gd name="connsiteX59" fmla="*/ 5127922 w 6492864"/>
              <a:gd name="connsiteY59" fmla="*/ 4022660 h 5753325"/>
              <a:gd name="connsiteX60" fmla="*/ 5020872 w 6492864"/>
              <a:gd name="connsiteY60" fmla="*/ 4075951 h 5753325"/>
              <a:gd name="connsiteX61" fmla="*/ 4991410 w 6492864"/>
              <a:gd name="connsiteY61" fmla="*/ 4087598 h 5753325"/>
              <a:gd name="connsiteX62" fmla="*/ 4930112 w 6492864"/>
              <a:gd name="connsiteY62" fmla="*/ 4138459 h 5753325"/>
              <a:gd name="connsiteX63" fmla="*/ 4834224 w 6492864"/>
              <a:gd name="connsiteY63" fmla="*/ 4231643 h 5753325"/>
              <a:gd name="connsiteX64" fmla="*/ 4812599 w 6492864"/>
              <a:gd name="connsiteY64" fmla="*/ 4249449 h 5753325"/>
              <a:gd name="connsiteX65" fmla="*/ 4789188 w 6492864"/>
              <a:gd name="connsiteY65" fmla="*/ 4256678 h 5753325"/>
              <a:gd name="connsiteX66" fmla="*/ 4779554 w 6492864"/>
              <a:gd name="connsiteY66" fmla="*/ 4251313 h 5753325"/>
              <a:gd name="connsiteX67" fmla="*/ 4766885 w 6492864"/>
              <a:gd name="connsiteY67" fmla="*/ 4259812 h 5753325"/>
              <a:gd name="connsiteX68" fmla="*/ 4762510 w 6492864"/>
              <a:gd name="connsiteY68" fmla="*/ 4260383 h 5753325"/>
              <a:gd name="connsiteX69" fmla="*/ 4738416 w 6492864"/>
              <a:gd name="connsiteY69" fmla="*/ 4265355 h 5753325"/>
              <a:gd name="connsiteX70" fmla="*/ 4712007 w 6492864"/>
              <a:gd name="connsiteY70" fmla="*/ 4317892 h 5753325"/>
              <a:gd name="connsiteX71" fmla="*/ 4658930 w 6492864"/>
              <a:gd name="connsiteY71" fmla="*/ 4348041 h 5753325"/>
              <a:gd name="connsiteX72" fmla="*/ 4443526 w 6492864"/>
              <a:gd name="connsiteY72" fmla="*/ 4507851 h 5753325"/>
              <a:gd name="connsiteX73" fmla="*/ 4289766 w 6492864"/>
              <a:gd name="connsiteY73" fmla="*/ 4711450 h 5753325"/>
              <a:gd name="connsiteX74" fmla="*/ 4150870 w 6492864"/>
              <a:gd name="connsiteY74" fmla="*/ 4818480 h 5753325"/>
              <a:gd name="connsiteX75" fmla="*/ 4006639 w 6492864"/>
              <a:gd name="connsiteY75" fmla="*/ 4933815 h 5753325"/>
              <a:gd name="connsiteX76" fmla="*/ 3298210 w 6492864"/>
              <a:gd name="connsiteY76" fmla="*/ 5070790 h 5753325"/>
              <a:gd name="connsiteX77" fmla="*/ 2947678 w 6492864"/>
              <a:gd name="connsiteY77" fmla="*/ 5117869 h 5753325"/>
              <a:gd name="connsiteX78" fmla="*/ 2822169 w 6492864"/>
              <a:gd name="connsiteY78" fmla="*/ 5129396 h 5753325"/>
              <a:gd name="connsiteX79" fmla="*/ 2538773 w 6492864"/>
              <a:gd name="connsiteY79" fmla="*/ 5313397 h 5753325"/>
              <a:gd name="connsiteX80" fmla="*/ 2014500 w 6492864"/>
              <a:gd name="connsiteY80" fmla="*/ 5519744 h 5753325"/>
              <a:gd name="connsiteX81" fmla="*/ 1934391 w 6492864"/>
              <a:gd name="connsiteY81" fmla="*/ 5591335 h 5753325"/>
              <a:gd name="connsiteX82" fmla="*/ 1892550 w 6492864"/>
              <a:gd name="connsiteY82" fmla="*/ 5649708 h 5753325"/>
              <a:gd name="connsiteX83" fmla="*/ 1854769 w 6492864"/>
              <a:gd name="connsiteY83" fmla="*/ 5647691 h 5753325"/>
              <a:gd name="connsiteX84" fmla="*/ 1809461 w 6492864"/>
              <a:gd name="connsiteY84" fmla="*/ 5648628 h 5753325"/>
              <a:gd name="connsiteX85" fmla="*/ 1745150 w 6492864"/>
              <a:gd name="connsiteY85" fmla="*/ 5693879 h 5753325"/>
              <a:gd name="connsiteX86" fmla="*/ 1713375 w 6492864"/>
              <a:gd name="connsiteY86" fmla="*/ 5684672 h 5753325"/>
              <a:gd name="connsiteX87" fmla="*/ 1707808 w 6492864"/>
              <a:gd name="connsiteY87" fmla="*/ 5682611 h 5753325"/>
              <a:gd name="connsiteX88" fmla="*/ 1679313 w 6492864"/>
              <a:gd name="connsiteY88" fmla="*/ 5672360 h 5753325"/>
              <a:gd name="connsiteX89" fmla="*/ 1646933 w 6492864"/>
              <a:gd name="connsiteY89" fmla="*/ 5666227 h 5753325"/>
              <a:gd name="connsiteX90" fmla="*/ 1610055 w 6492864"/>
              <a:gd name="connsiteY90" fmla="*/ 5673643 h 5753325"/>
              <a:gd name="connsiteX91" fmla="*/ 1437641 w 6492864"/>
              <a:gd name="connsiteY91" fmla="*/ 5723266 h 5753325"/>
              <a:gd name="connsiteX92" fmla="*/ 1332869 w 6492864"/>
              <a:gd name="connsiteY92" fmla="*/ 5744752 h 5753325"/>
              <a:gd name="connsiteX93" fmla="*/ 1290525 w 6492864"/>
              <a:gd name="connsiteY93" fmla="*/ 5740036 h 5753325"/>
              <a:gd name="connsiteX94" fmla="*/ 1233107 w 6492864"/>
              <a:gd name="connsiteY94" fmla="*/ 5742106 h 5753325"/>
              <a:gd name="connsiteX95" fmla="*/ 1214532 w 6492864"/>
              <a:gd name="connsiteY95" fmla="*/ 5753325 h 5753325"/>
              <a:gd name="connsiteX96" fmla="*/ 1199955 w 6492864"/>
              <a:gd name="connsiteY96" fmla="*/ 5744831 h 5753325"/>
              <a:gd name="connsiteX97" fmla="*/ 1162337 w 6492864"/>
              <a:gd name="connsiteY97" fmla="*/ 5738048 h 5753325"/>
              <a:gd name="connsiteX98" fmla="*/ 1053457 w 6492864"/>
              <a:gd name="connsiteY98" fmla="*/ 5688676 h 5753325"/>
              <a:gd name="connsiteX99" fmla="*/ 1025798 w 6492864"/>
              <a:gd name="connsiteY99" fmla="*/ 5673166 h 5753325"/>
              <a:gd name="connsiteX100" fmla="*/ 947900 w 6492864"/>
              <a:gd name="connsiteY100" fmla="*/ 5657848 h 5753325"/>
              <a:gd name="connsiteX101" fmla="*/ 815627 w 6492864"/>
              <a:gd name="connsiteY101" fmla="*/ 5642557 h 5753325"/>
              <a:gd name="connsiteX102" fmla="*/ 788251 w 6492864"/>
              <a:gd name="connsiteY102" fmla="*/ 5637065 h 5753325"/>
              <a:gd name="connsiteX103" fmla="*/ 767822 w 6492864"/>
              <a:gd name="connsiteY103" fmla="*/ 5623450 h 5753325"/>
              <a:gd name="connsiteX104" fmla="*/ 765791 w 6492864"/>
              <a:gd name="connsiteY104" fmla="*/ 5612539 h 5753325"/>
              <a:gd name="connsiteX105" fmla="*/ 751230 w 6492864"/>
              <a:gd name="connsiteY105" fmla="*/ 5608092 h 5753325"/>
              <a:gd name="connsiteX106" fmla="*/ 748008 w 6492864"/>
              <a:gd name="connsiteY106" fmla="*/ 5605052 h 5753325"/>
              <a:gd name="connsiteX107" fmla="*/ 728871 w 6492864"/>
              <a:gd name="connsiteY107" fmla="*/ 5589469 h 5753325"/>
              <a:gd name="connsiteX108" fmla="*/ 671898 w 6492864"/>
              <a:gd name="connsiteY108" fmla="*/ 5602363 h 5753325"/>
              <a:gd name="connsiteX109" fmla="*/ 615065 w 6492864"/>
              <a:gd name="connsiteY109" fmla="*/ 5580257 h 5753325"/>
              <a:gd name="connsiteX110" fmla="*/ 355785 w 6492864"/>
              <a:gd name="connsiteY110" fmla="*/ 5514383 h 5753325"/>
              <a:gd name="connsiteX111" fmla="*/ 102269 w 6492864"/>
              <a:gd name="connsiteY111" fmla="*/ 5524347 h 5753325"/>
              <a:gd name="connsiteX112" fmla="*/ 13160 w 6492864"/>
              <a:gd name="connsiteY112" fmla="*/ 5514159 h 5753325"/>
              <a:gd name="connsiteX113" fmla="*/ 0 w 6492864"/>
              <a:gd name="connsiteY113" fmla="*/ 5511735 h 5753325"/>
              <a:gd name="connsiteX114" fmla="*/ 0 w 6492864"/>
              <a:gd name="connsiteY114" fmla="*/ 0 h 5753325"/>
              <a:gd name="connsiteX0" fmla="*/ 0 w 6462955"/>
              <a:gd name="connsiteY0" fmla="*/ 0 h 5753325"/>
              <a:gd name="connsiteX1" fmla="*/ 6438980 w 6462955"/>
              <a:gd name="connsiteY1" fmla="*/ 0 h 5753325"/>
              <a:gd name="connsiteX2" fmla="*/ 6439047 w 6462955"/>
              <a:gd name="connsiteY2" fmla="*/ 147 h 5753325"/>
              <a:gd name="connsiteX3" fmla="*/ 6443456 w 6462955"/>
              <a:gd name="connsiteY3" fmla="*/ 130105 h 5753325"/>
              <a:gd name="connsiteX4" fmla="*/ 6447632 w 6462955"/>
              <a:gd name="connsiteY4" fmla="*/ 170016 h 5753325"/>
              <a:gd name="connsiteX5" fmla="*/ 6396598 w 6462955"/>
              <a:gd name="connsiteY5" fmla="*/ 274847 h 5753325"/>
              <a:gd name="connsiteX6" fmla="*/ 6375685 w 6462955"/>
              <a:gd name="connsiteY6" fmla="*/ 535865 h 5753325"/>
              <a:gd name="connsiteX7" fmla="*/ 6354187 w 6462955"/>
              <a:gd name="connsiteY7" fmla="*/ 615799 h 5753325"/>
              <a:gd name="connsiteX8" fmla="*/ 6459988 w 6462955"/>
              <a:gd name="connsiteY8" fmla="*/ 707628 h 5753325"/>
              <a:gd name="connsiteX9" fmla="*/ 6453989 w 6462955"/>
              <a:gd name="connsiteY9" fmla="*/ 711876 h 5753325"/>
              <a:gd name="connsiteX10" fmla="*/ 6453209 w 6462955"/>
              <a:gd name="connsiteY10" fmla="*/ 719127 h 5753325"/>
              <a:gd name="connsiteX11" fmla="*/ 6457662 w 6462955"/>
              <a:gd name="connsiteY11" fmla="*/ 723331 h 5753325"/>
              <a:gd name="connsiteX12" fmla="*/ 6447445 w 6462955"/>
              <a:gd name="connsiteY12" fmla="*/ 780003 h 5753325"/>
              <a:gd name="connsiteX13" fmla="*/ 6426552 w 6462955"/>
              <a:gd name="connsiteY13" fmla="*/ 845805 h 5753325"/>
              <a:gd name="connsiteX14" fmla="*/ 6434072 w 6462955"/>
              <a:gd name="connsiteY14" fmla="*/ 910733 h 5753325"/>
              <a:gd name="connsiteX15" fmla="*/ 6432570 w 6462955"/>
              <a:gd name="connsiteY15" fmla="*/ 983394 h 5753325"/>
              <a:gd name="connsiteX16" fmla="*/ 6431878 w 6462955"/>
              <a:gd name="connsiteY16" fmla="*/ 1026728 h 5753325"/>
              <a:gd name="connsiteX17" fmla="*/ 6414269 w 6462955"/>
              <a:gd name="connsiteY17" fmla="*/ 1151111 h 5753325"/>
              <a:gd name="connsiteX18" fmla="*/ 6371722 w 6462955"/>
              <a:gd name="connsiteY18" fmla="*/ 1318080 h 5753325"/>
              <a:gd name="connsiteX19" fmla="*/ 6356023 w 6462955"/>
              <a:gd name="connsiteY19" fmla="*/ 1356227 h 5753325"/>
              <a:gd name="connsiteX20" fmla="*/ 6356157 w 6462955"/>
              <a:gd name="connsiteY20" fmla="*/ 1361967 h 5753325"/>
              <a:gd name="connsiteX21" fmla="*/ 6350613 w 6462955"/>
              <a:gd name="connsiteY21" fmla="*/ 1393569 h 5753325"/>
              <a:gd name="connsiteX22" fmla="*/ 6357062 w 6462955"/>
              <a:gd name="connsiteY22" fmla="*/ 1444071 h 5753325"/>
              <a:gd name="connsiteX23" fmla="*/ 6364832 w 6462955"/>
              <a:gd name="connsiteY23" fmla="*/ 1478763 h 5753325"/>
              <a:gd name="connsiteX24" fmla="*/ 6369745 w 6462955"/>
              <a:gd name="connsiteY24" fmla="*/ 1495680 h 5753325"/>
              <a:gd name="connsiteX25" fmla="*/ 6370898 w 6462955"/>
              <a:gd name="connsiteY25" fmla="*/ 1513331 h 5753325"/>
              <a:gd name="connsiteX26" fmla="*/ 6368801 w 6462955"/>
              <a:gd name="connsiteY26" fmla="*/ 1527414 h 5753325"/>
              <a:gd name="connsiteX27" fmla="*/ 6359177 w 6462955"/>
              <a:gd name="connsiteY27" fmla="*/ 1639513 h 5753325"/>
              <a:gd name="connsiteX28" fmla="*/ 6299489 w 6462955"/>
              <a:gd name="connsiteY28" fmla="*/ 1784860 h 5753325"/>
              <a:gd name="connsiteX29" fmla="*/ 6267878 w 6462955"/>
              <a:gd name="connsiteY29" fmla="*/ 1858572 h 5753325"/>
              <a:gd name="connsiteX30" fmla="*/ 6251146 w 6462955"/>
              <a:gd name="connsiteY30" fmla="*/ 1926167 h 5753325"/>
              <a:gd name="connsiteX31" fmla="*/ 6210686 w 6462955"/>
              <a:gd name="connsiteY31" fmla="*/ 2014834 h 5753325"/>
              <a:gd name="connsiteX32" fmla="*/ 6106652 w 6462955"/>
              <a:gd name="connsiteY32" fmla="*/ 2150572 h 5753325"/>
              <a:gd name="connsiteX33" fmla="*/ 6097813 w 6462955"/>
              <a:gd name="connsiteY33" fmla="*/ 2172208 h 5753325"/>
              <a:gd name="connsiteX34" fmla="*/ 6095990 w 6462955"/>
              <a:gd name="connsiteY34" fmla="*/ 2181185 h 5753325"/>
              <a:gd name="connsiteX35" fmla="*/ 6090126 w 6462955"/>
              <a:gd name="connsiteY35" fmla="*/ 2192533 h 5753325"/>
              <a:gd name="connsiteX36" fmla="*/ 6089503 w 6462955"/>
              <a:gd name="connsiteY36" fmla="*/ 2192543 h 5753325"/>
              <a:gd name="connsiteX37" fmla="*/ 6084946 w 6462955"/>
              <a:gd name="connsiteY37" fmla="*/ 2203694 h 5753325"/>
              <a:gd name="connsiteX38" fmla="*/ 5987861 w 6462955"/>
              <a:gd name="connsiteY38" fmla="*/ 2304868 h 5753325"/>
              <a:gd name="connsiteX39" fmla="*/ 5973439 w 6462955"/>
              <a:gd name="connsiteY39" fmla="*/ 2385635 h 5753325"/>
              <a:gd name="connsiteX40" fmla="*/ 5916727 w 6462955"/>
              <a:gd name="connsiteY40" fmla="*/ 2458777 h 5753325"/>
              <a:gd name="connsiteX41" fmla="*/ 5856524 w 6462955"/>
              <a:gd name="connsiteY41" fmla="*/ 2583281 h 5753325"/>
              <a:gd name="connsiteX42" fmla="*/ 5838091 w 6462955"/>
              <a:gd name="connsiteY42" fmla="*/ 2753474 h 5753325"/>
              <a:gd name="connsiteX43" fmla="*/ 5777471 w 6462955"/>
              <a:gd name="connsiteY43" fmla="*/ 2901570 h 5753325"/>
              <a:gd name="connsiteX44" fmla="*/ 5723992 w 6462955"/>
              <a:gd name="connsiteY44" fmla="*/ 2998752 h 5753325"/>
              <a:gd name="connsiteX45" fmla="*/ 5557886 w 6462955"/>
              <a:gd name="connsiteY45" fmla="*/ 3329735 h 5753325"/>
              <a:gd name="connsiteX46" fmla="*/ 5471501 w 6462955"/>
              <a:gd name="connsiteY46" fmla="*/ 3462221 h 5753325"/>
              <a:gd name="connsiteX47" fmla="*/ 5465154 w 6462955"/>
              <a:gd name="connsiteY47" fmla="*/ 3541065 h 5753325"/>
              <a:gd name="connsiteX48" fmla="*/ 5437889 w 6462955"/>
              <a:gd name="connsiteY48" fmla="*/ 3559927 h 5753325"/>
              <a:gd name="connsiteX49" fmla="*/ 5432770 w 6462955"/>
              <a:gd name="connsiteY49" fmla="*/ 3562948 h 5753325"/>
              <a:gd name="connsiteX50" fmla="*/ 5406795 w 6462955"/>
              <a:gd name="connsiteY50" fmla="*/ 3578594 h 5753325"/>
              <a:gd name="connsiteX51" fmla="*/ 5381495 w 6462955"/>
              <a:gd name="connsiteY51" fmla="*/ 3599883 h 5753325"/>
              <a:gd name="connsiteX52" fmla="*/ 5363689 w 6462955"/>
              <a:gd name="connsiteY52" fmla="*/ 3633299 h 5753325"/>
              <a:gd name="connsiteX53" fmla="*/ 5291870 w 6462955"/>
              <a:gd name="connsiteY53" fmla="*/ 3799039 h 5753325"/>
              <a:gd name="connsiteX54" fmla="*/ 5241600 w 6462955"/>
              <a:gd name="connsiteY54" fmla="*/ 3894238 h 5753325"/>
              <a:gd name="connsiteX55" fmla="*/ 5211041 w 6462955"/>
              <a:gd name="connsiteY55" fmla="*/ 3924184 h 5753325"/>
              <a:gd name="connsiteX56" fmla="*/ 5176073 w 6462955"/>
              <a:gd name="connsiteY56" fmla="*/ 3970179 h 5753325"/>
              <a:gd name="connsiteX57" fmla="*/ 5172826 w 6462955"/>
              <a:gd name="connsiteY57" fmla="*/ 3991773 h 5753325"/>
              <a:gd name="connsiteX58" fmla="*/ 5157053 w 6462955"/>
              <a:gd name="connsiteY58" fmla="*/ 3997708 h 5753325"/>
              <a:gd name="connsiteX59" fmla="*/ 5127922 w 6462955"/>
              <a:gd name="connsiteY59" fmla="*/ 4022660 h 5753325"/>
              <a:gd name="connsiteX60" fmla="*/ 5020872 w 6462955"/>
              <a:gd name="connsiteY60" fmla="*/ 4075951 h 5753325"/>
              <a:gd name="connsiteX61" fmla="*/ 4991410 w 6462955"/>
              <a:gd name="connsiteY61" fmla="*/ 4087598 h 5753325"/>
              <a:gd name="connsiteX62" fmla="*/ 4930112 w 6462955"/>
              <a:gd name="connsiteY62" fmla="*/ 4138459 h 5753325"/>
              <a:gd name="connsiteX63" fmla="*/ 4834224 w 6462955"/>
              <a:gd name="connsiteY63" fmla="*/ 4231643 h 5753325"/>
              <a:gd name="connsiteX64" fmla="*/ 4812599 w 6462955"/>
              <a:gd name="connsiteY64" fmla="*/ 4249449 h 5753325"/>
              <a:gd name="connsiteX65" fmla="*/ 4789188 w 6462955"/>
              <a:gd name="connsiteY65" fmla="*/ 4256678 h 5753325"/>
              <a:gd name="connsiteX66" fmla="*/ 4779554 w 6462955"/>
              <a:gd name="connsiteY66" fmla="*/ 4251313 h 5753325"/>
              <a:gd name="connsiteX67" fmla="*/ 4766885 w 6462955"/>
              <a:gd name="connsiteY67" fmla="*/ 4259812 h 5753325"/>
              <a:gd name="connsiteX68" fmla="*/ 4762510 w 6462955"/>
              <a:gd name="connsiteY68" fmla="*/ 4260383 h 5753325"/>
              <a:gd name="connsiteX69" fmla="*/ 4738416 w 6462955"/>
              <a:gd name="connsiteY69" fmla="*/ 4265355 h 5753325"/>
              <a:gd name="connsiteX70" fmla="*/ 4712007 w 6462955"/>
              <a:gd name="connsiteY70" fmla="*/ 4317892 h 5753325"/>
              <a:gd name="connsiteX71" fmla="*/ 4658930 w 6462955"/>
              <a:gd name="connsiteY71" fmla="*/ 4348041 h 5753325"/>
              <a:gd name="connsiteX72" fmla="*/ 4443526 w 6462955"/>
              <a:gd name="connsiteY72" fmla="*/ 4507851 h 5753325"/>
              <a:gd name="connsiteX73" fmla="*/ 4289766 w 6462955"/>
              <a:gd name="connsiteY73" fmla="*/ 4711450 h 5753325"/>
              <a:gd name="connsiteX74" fmla="*/ 4150870 w 6462955"/>
              <a:gd name="connsiteY74" fmla="*/ 4818480 h 5753325"/>
              <a:gd name="connsiteX75" fmla="*/ 4006639 w 6462955"/>
              <a:gd name="connsiteY75" fmla="*/ 4933815 h 5753325"/>
              <a:gd name="connsiteX76" fmla="*/ 3298210 w 6462955"/>
              <a:gd name="connsiteY76" fmla="*/ 5070790 h 5753325"/>
              <a:gd name="connsiteX77" fmla="*/ 2947678 w 6462955"/>
              <a:gd name="connsiteY77" fmla="*/ 5117869 h 5753325"/>
              <a:gd name="connsiteX78" fmla="*/ 2822169 w 6462955"/>
              <a:gd name="connsiteY78" fmla="*/ 5129396 h 5753325"/>
              <a:gd name="connsiteX79" fmla="*/ 2538773 w 6462955"/>
              <a:gd name="connsiteY79" fmla="*/ 5313397 h 5753325"/>
              <a:gd name="connsiteX80" fmla="*/ 2014500 w 6462955"/>
              <a:gd name="connsiteY80" fmla="*/ 5519744 h 5753325"/>
              <a:gd name="connsiteX81" fmla="*/ 1934391 w 6462955"/>
              <a:gd name="connsiteY81" fmla="*/ 5591335 h 5753325"/>
              <a:gd name="connsiteX82" fmla="*/ 1892550 w 6462955"/>
              <a:gd name="connsiteY82" fmla="*/ 5649708 h 5753325"/>
              <a:gd name="connsiteX83" fmla="*/ 1854769 w 6462955"/>
              <a:gd name="connsiteY83" fmla="*/ 5647691 h 5753325"/>
              <a:gd name="connsiteX84" fmla="*/ 1809461 w 6462955"/>
              <a:gd name="connsiteY84" fmla="*/ 5648628 h 5753325"/>
              <a:gd name="connsiteX85" fmla="*/ 1745150 w 6462955"/>
              <a:gd name="connsiteY85" fmla="*/ 5693879 h 5753325"/>
              <a:gd name="connsiteX86" fmla="*/ 1713375 w 6462955"/>
              <a:gd name="connsiteY86" fmla="*/ 5684672 h 5753325"/>
              <a:gd name="connsiteX87" fmla="*/ 1707808 w 6462955"/>
              <a:gd name="connsiteY87" fmla="*/ 5682611 h 5753325"/>
              <a:gd name="connsiteX88" fmla="*/ 1679313 w 6462955"/>
              <a:gd name="connsiteY88" fmla="*/ 5672360 h 5753325"/>
              <a:gd name="connsiteX89" fmla="*/ 1646933 w 6462955"/>
              <a:gd name="connsiteY89" fmla="*/ 5666227 h 5753325"/>
              <a:gd name="connsiteX90" fmla="*/ 1610055 w 6462955"/>
              <a:gd name="connsiteY90" fmla="*/ 5673643 h 5753325"/>
              <a:gd name="connsiteX91" fmla="*/ 1437641 w 6462955"/>
              <a:gd name="connsiteY91" fmla="*/ 5723266 h 5753325"/>
              <a:gd name="connsiteX92" fmla="*/ 1332869 w 6462955"/>
              <a:gd name="connsiteY92" fmla="*/ 5744752 h 5753325"/>
              <a:gd name="connsiteX93" fmla="*/ 1290525 w 6462955"/>
              <a:gd name="connsiteY93" fmla="*/ 5740036 h 5753325"/>
              <a:gd name="connsiteX94" fmla="*/ 1233107 w 6462955"/>
              <a:gd name="connsiteY94" fmla="*/ 5742106 h 5753325"/>
              <a:gd name="connsiteX95" fmla="*/ 1214532 w 6462955"/>
              <a:gd name="connsiteY95" fmla="*/ 5753325 h 5753325"/>
              <a:gd name="connsiteX96" fmla="*/ 1199955 w 6462955"/>
              <a:gd name="connsiteY96" fmla="*/ 5744831 h 5753325"/>
              <a:gd name="connsiteX97" fmla="*/ 1162337 w 6462955"/>
              <a:gd name="connsiteY97" fmla="*/ 5738048 h 5753325"/>
              <a:gd name="connsiteX98" fmla="*/ 1053457 w 6462955"/>
              <a:gd name="connsiteY98" fmla="*/ 5688676 h 5753325"/>
              <a:gd name="connsiteX99" fmla="*/ 1025798 w 6462955"/>
              <a:gd name="connsiteY99" fmla="*/ 5673166 h 5753325"/>
              <a:gd name="connsiteX100" fmla="*/ 947900 w 6462955"/>
              <a:gd name="connsiteY100" fmla="*/ 5657848 h 5753325"/>
              <a:gd name="connsiteX101" fmla="*/ 815627 w 6462955"/>
              <a:gd name="connsiteY101" fmla="*/ 5642557 h 5753325"/>
              <a:gd name="connsiteX102" fmla="*/ 788251 w 6462955"/>
              <a:gd name="connsiteY102" fmla="*/ 5637065 h 5753325"/>
              <a:gd name="connsiteX103" fmla="*/ 767822 w 6462955"/>
              <a:gd name="connsiteY103" fmla="*/ 5623450 h 5753325"/>
              <a:gd name="connsiteX104" fmla="*/ 765791 w 6462955"/>
              <a:gd name="connsiteY104" fmla="*/ 5612539 h 5753325"/>
              <a:gd name="connsiteX105" fmla="*/ 751230 w 6462955"/>
              <a:gd name="connsiteY105" fmla="*/ 5608092 h 5753325"/>
              <a:gd name="connsiteX106" fmla="*/ 748008 w 6462955"/>
              <a:gd name="connsiteY106" fmla="*/ 5605052 h 5753325"/>
              <a:gd name="connsiteX107" fmla="*/ 728871 w 6462955"/>
              <a:gd name="connsiteY107" fmla="*/ 5589469 h 5753325"/>
              <a:gd name="connsiteX108" fmla="*/ 671898 w 6462955"/>
              <a:gd name="connsiteY108" fmla="*/ 5602363 h 5753325"/>
              <a:gd name="connsiteX109" fmla="*/ 615065 w 6462955"/>
              <a:gd name="connsiteY109" fmla="*/ 5580257 h 5753325"/>
              <a:gd name="connsiteX110" fmla="*/ 355785 w 6462955"/>
              <a:gd name="connsiteY110" fmla="*/ 5514383 h 5753325"/>
              <a:gd name="connsiteX111" fmla="*/ 102269 w 6462955"/>
              <a:gd name="connsiteY111" fmla="*/ 5524347 h 5753325"/>
              <a:gd name="connsiteX112" fmla="*/ 13160 w 6462955"/>
              <a:gd name="connsiteY112" fmla="*/ 5514159 h 5753325"/>
              <a:gd name="connsiteX113" fmla="*/ 0 w 6462955"/>
              <a:gd name="connsiteY113" fmla="*/ 5511735 h 5753325"/>
              <a:gd name="connsiteX114" fmla="*/ 0 w 6462955"/>
              <a:gd name="connsiteY114" fmla="*/ 0 h 5753325"/>
              <a:gd name="connsiteX0" fmla="*/ 0 w 6459988"/>
              <a:gd name="connsiteY0" fmla="*/ 0 h 5753325"/>
              <a:gd name="connsiteX1" fmla="*/ 6438980 w 6459988"/>
              <a:gd name="connsiteY1" fmla="*/ 0 h 5753325"/>
              <a:gd name="connsiteX2" fmla="*/ 6439047 w 6459988"/>
              <a:gd name="connsiteY2" fmla="*/ 147 h 5753325"/>
              <a:gd name="connsiteX3" fmla="*/ 6443456 w 6459988"/>
              <a:gd name="connsiteY3" fmla="*/ 130105 h 5753325"/>
              <a:gd name="connsiteX4" fmla="*/ 6447632 w 6459988"/>
              <a:gd name="connsiteY4" fmla="*/ 170016 h 5753325"/>
              <a:gd name="connsiteX5" fmla="*/ 6396598 w 6459988"/>
              <a:gd name="connsiteY5" fmla="*/ 274847 h 5753325"/>
              <a:gd name="connsiteX6" fmla="*/ 6375685 w 6459988"/>
              <a:gd name="connsiteY6" fmla="*/ 535865 h 5753325"/>
              <a:gd name="connsiteX7" fmla="*/ 6354187 w 6459988"/>
              <a:gd name="connsiteY7" fmla="*/ 615799 h 5753325"/>
              <a:gd name="connsiteX8" fmla="*/ 6459988 w 6459988"/>
              <a:gd name="connsiteY8" fmla="*/ 707628 h 5753325"/>
              <a:gd name="connsiteX9" fmla="*/ 6453989 w 6459988"/>
              <a:gd name="connsiteY9" fmla="*/ 711876 h 5753325"/>
              <a:gd name="connsiteX10" fmla="*/ 6453209 w 6459988"/>
              <a:gd name="connsiteY10" fmla="*/ 719127 h 5753325"/>
              <a:gd name="connsiteX11" fmla="*/ 6344988 w 6459988"/>
              <a:gd name="connsiteY11" fmla="*/ 697330 h 5753325"/>
              <a:gd name="connsiteX12" fmla="*/ 6447445 w 6459988"/>
              <a:gd name="connsiteY12" fmla="*/ 780003 h 5753325"/>
              <a:gd name="connsiteX13" fmla="*/ 6426552 w 6459988"/>
              <a:gd name="connsiteY13" fmla="*/ 845805 h 5753325"/>
              <a:gd name="connsiteX14" fmla="*/ 6434072 w 6459988"/>
              <a:gd name="connsiteY14" fmla="*/ 910733 h 5753325"/>
              <a:gd name="connsiteX15" fmla="*/ 6432570 w 6459988"/>
              <a:gd name="connsiteY15" fmla="*/ 983394 h 5753325"/>
              <a:gd name="connsiteX16" fmla="*/ 6431878 w 6459988"/>
              <a:gd name="connsiteY16" fmla="*/ 1026728 h 5753325"/>
              <a:gd name="connsiteX17" fmla="*/ 6414269 w 6459988"/>
              <a:gd name="connsiteY17" fmla="*/ 1151111 h 5753325"/>
              <a:gd name="connsiteX18" fmla="*/ 6371722 w 6459988"/>
              <a:gd name="connsiteY18" fmla="*/ 1318080 h 5753325"/>
              <a:gd name="connsiteX19" fmla="*/ 6356023 w 6459988"/>
              <a:gd name="connsiteY19" fmla="*/ 1356227 h 5753325"/>
              <a:gd name="connsiteX20" fmla="*/ 6356157 w 6459988"/>
              <a:gd name="connsiteY20" fmla="*/ 1361967 h 5753325"/>
              <a:gd name="connsiteX21" fmla="*/ 6350613 w 6459988"/>
              <a:gd name="connsiteY21" fmla="*/ 1393569 h 5753325"/>
              <a:gd name="connsiteX22" fmla="*/ 6357062 w 6459988"/>
              <a:gd name="connsiteY22" fmla="*/ 1444071 h 5753325"/>
              <a:gd name="connsiteX23" fmla="*/ 6364832 w 6459988"/>
              <a:gd name="connsiteY23" fmla="*/ 1478763 h 5753325"/>
              <a:gd name="connsiteX24" fmla="*/ 6369745 w 6459988"/>
              <a:gd name="connsiteY24" fmla="*/ 1495680 h 5753325"/>
              <a:gd name="connsiteX25" fmla="*/ 6370898 w 6459988"/>
              <a:gd name="connsiteY25" fmla="*/ 1513331 h 5753325"/>
              <a:gd name="connsiteX26" fmla="*/ 6368801 w 6459988"/>
              <a:gd name="connsiteY26" fmla="*/ 1527414 h 5753325"/>
              <a:gd name="connsiteX27" fmla="*/ 6359177 w 6459988"/>
              <a:gd name="connsiteY27" fmla="*/ 1639513 h 5753325"/>
              <a:gd name="connsiteX28" fmla="*/ 6299489 w 6459988"/>
              <a:gd name="connsiteY28" fmla="*/ 1784860 h 5753325"/>
              <a:gd name="connsiteX29" fmla="*/ 6267878 w 6459988"/>
              <a:gd name="connsiteY29" fmla="*/ 1858572 h 5753325"/>
              <a:gd name="connsiteX30" fmla="*/ 6251146 w 6459988"/>
              <a:gd name="connsiteY30" fmla="*/ 1926167 h 5753325"/>
              <a:gd name="connsiteX31" fmla="*/ 6210686 w 6459988"/>
              <a:gd name="connsiteY31" fmla="*/ 2014834 h 5753325"/>
              <a:gd name="connsiteX32" fmla="*/ 6106652 w 6459988"/>
              <a:gd name="connsiteY32" fmla="*/ 2150572 h 5753325"/>
              <a:gd name="connsiteX33" fmla="*/ 6097813 w 6459988"/>
              <a:gd name="connsiteY33" fmla="*/ 2172208 h 5753325"/>
              <a:gd name="connsiteX34" fmla="*/ 6095990 w 6459988"/>
              <a:gd name="connsiteY34" fmla="*/ 2181185 h 5753325"/>
              <a:gd name="connsiteX35" fmla="*/ 6090126 w 6459988"/>
              <a:gd name="connsiteY35" fmla="*/ 2192533 h 5753325"/>
              <a:gd name="connsiteX36" fmla="*/ 6089503 w 6459988"/>
              <a:gd name="connsiteY36" fmla="*/ 2192543 h 5753325"/>
              <a:gd name="connsiteX37" fmla="*/ 6084946 w 6459988"/>
              <a:gd name="connsiteY37" fmla="*/ 2203694 h 5753325"/>
              <a:gd name="connsiteX38" fmla="*/ 5987861 w 6459988"/>
              <a:gd name="connsiteY38" fmla="*/ 2304868 h 5753325"/>
              <a:gd name="connsiteX39" fmla="*/ 5973439 w 6459988"/>
              <a:gd name="connsiteY39" fmla="*/ 2385635 h 5753325"/>
              <a:gd name="connsiteX40" fmla="*/ 5916727 w 6459988"/>
              <a:gd name="connsiteY40" fmla="*/ 2458777 h 5753325"/>
              <a:gd name="connsiteX41" fmla="*/ 5856524 w 6459988"/>
              <a:gd name="connsiteY41" fmla="*/ 2583281 h 5753325"/>
              <a:gd name="connsiteX42" fmla="*/ 5838091 w 6459988"/>
              <a:gd name="connsiteY42" fmla="*/ 2753474 h 5753325"/>
              <a:gd name="connsiteX43" fmla="*/ 5777471 w 6459988"/>
              <a:gd name="connsiteY43" fmla="*/ 2901570 h 5753325"/>
              <a:gd name="connsiteX44" fmla="*/ 5723992 w 6459988"/>
              <a:gd name="connsiteY44" fmla="*/ 2998752 h 5753325"/>
              <a:gd name="connsiteX45" fmla="*/ 5557886 w 6459988"/>
              <a:gd name="connsiteY45" fmla="*/ 3329735 h 5753325"/>
              <a:gd name="connsiteX46" fmla="*/ 5471501 w 6459988"/>
              <a:gd name="connsiteY46" fmla="*/ 3462221 h 5753325"/>
              <a:gd name="connsiteX47" fmla="*/ 5465154 w 6459988"/>
              <a:gd name="connsiteY47" fmla="*/ 3541065 h 5753325"/>
              <a:gd name="connsiteX48" fmla="*/ 5437889 w 6459988"/>
              <a:gd name="connsiteY48" fmla="*/ 3559927 h 5753325"/>
              <a:gd name="connsiteX49" fmla="*/ 5432770 w 6459988"/>
              <a:gd name="connsiteY49" fmla="*/ 3562948 h 5753325"/>
              <a:gd name="connsiteX50" fmla="*/ 5406795 w 6459988"/>
              <a:gd name="connsiteY50" fmla="*/ 3578594 h 5753325"/>
              <a:gd name="connsiteX51" fmla="*/ 5381495 w 6459988"/>
              <a:gd name="connsiteY51" fmla="*/ 3599883 h 5753325"/>
              <a:gd name="connsiteX52" fmla="*/ 5363689 w 6459988"/>
              <a:gd name="connsiteY52" fmla="*/ 3633299 h 5753325"/>
              <a:gd name="connsiteX53" fmla="*/ 5291870 w 6459988"/>
              <a:gd name="connsiteY53" fmla="*/ 3799039 h 5753325"/>
              <a:gd name="connsiteX54" fmla="*/ 5241600 w 6459988"/>
              <a:gd name="connsiteY54" fmla="*/ 3894238 h 5753325"/>
              <a:gd name="connsiteX55" fmla="*/ 5211041 w 6459988"/>
              <a:gd name="connsiteY55" fmla="*/ 3924184 h 5753325"/>
              <a:gd name="connsiteX56" fmla="*/ 5176073 w 6459988"/>
              <a:gd name="connsiteY56" fmla="*/ 3970179 h 5753325"/>
              <a:gd name="connsiteX57" fmla="*/ 5172826 w 6459988"/>
              <a:gd name="connsiteY57" fmla="*/ 3991773 h 5753325"/>
              <a:gd name="connsiteX58" fmla="*/ 5157053 w 6459988"/>
              <a:gd name="connsiteY58" fmla="*/ 3997708 h 5753325"/>
              <a:gd name="connsiteX59" fmla="*/ 5127922 w 6459988"/>
              <a:gd name="connsiteY59" fmla="*/ 4022660 h 5753325"/>
              <a:gd name="connsiteX60" fmla="*/ 5020872 w 6459988"/>
              <a:gd name="connsiteY60" fmla="*/ 4075951 h 5753325"/>
              <a:gd name="connsiteX61" fmla="*/ 4991410 w 6459988"/>
              <a:gd name="connsiteY61" fmla="*/ 4087598 h 5753325"/>
              <a:gd name="connsiteX62" fmla="*/ 4930112 w 6459988"/>
              <a:gd name="connsiteY62" fmla="*/ 4138459 h 5753325"/>
              <a:gd name="connsiteX63" fmla="*/ 4834224 w 6459988"/>
              <a:gd name="connsiteY63" fmla="*/ 4231643 h 5753325"/>
              <a:gd name="connsiteX64" fmla="*/ 4812599 w 6459988"/>
              <a:gd name="connsiteY64" fmla="*/ 4249449 h 5753325"/>
              <a:gd name="connsiteX65" fmla="*/ 4789188 w 6459988"/>
              <a:gd name="connsiteY65" fmla="*/ 4256678 h 5753325"/>
              <a:gd name="connsiteX66" fmla="*/ 4779554 w 6459988"/>
              <a:gd name="connsiteY66" fmla="*/ 4251313 h 5753325"/>
              <a:gd name="connsiteX67" fmla="*/ 4766885 w 6459988"/>
              <a:gd name="connsiteY67" fmla="*/ 4259812 h 5753325"/>
              <a:gd name="connsiteX68" fmla="*/ 4762510 w 6459988"/>
              <a:gd name="connsiteY68" fmla="*/ 4260383 h 5753325"/>
              <a:gd name="connsiteX69" fmla="*/ 4738416 w 6459988"/>
              <a:gd name="connsiteY69" fmla="*/ 4265355 h 5753325"/>
              <a:gd name="connsiteX70" fmla="*/ 4712007 w 6459988"/>
              <a:gd name="connsiteY70" fmla="*/ 4317892 h 5753325"/>
              <a:gd name="connsiteX71" fmla="*/ 4658930 w 6459988"/>
              <a:gd name="connsiteY71" fmla="*/ 4348041 h 5753325"/>
              <a:gd name="connsiteX72" fmla="*/ 4443526 w 6459988"/>
              <a:gd name="connsiteY72" fmla="*/ 4507851 h 5753325"/>
              <a:gd name="connsiteX73" fmla="*/ 4289766 w 6459988"/>
              <a:gd name="connsiteY73" fmla="*/ 4711450 h 5753325"/>
              <a:gd name="connsiteX74" fmla="*/ 4150870 w 6459988"/>
              <a:gd name="connsiteY74" fmla="*/ 4818480 h 5753325"/>
              <a:gd name="connsiteX75" fmla="*/ 4006639 w 6459988"/>
              <a:gd name="connsiteY75" fmla="*/ 4933815 h 5753325"/>
              <a:gd name="connsiteX76" fmla="*/ 3298210 w 6459988"/>
              <a:gd name="connsiteY76" fmla="*/ 5070790 h 5753325"/>
              <a:gd name="connsiteX77" fmla="*/ 2947678 w 6459988"/>
              <a:gd name="connsiteY77" fmla="*/ 5117869 h 5753325"/>
              <a:gd name="connsiteX78" fmla="*/ 2822169 w 6459988"/>
              <a:gd name="connsiteY78" fmla="*/ 5129396 h 5753325"/>
              <a:gd name="connsiteX79" fmla="*/ 2538773 w 6459988"/>
              <a:gd name="connsiteY79" fmla="*/ 5313397 h 5753325"/>
              <a:gd name="connsiteX80" fmla="*/ 2014500 w 6459988"/>
              <a:gd name="connsiteY80" fmla="*/ 5519744 h 5753325"/>
              <a:gd name="connsiteX81" fmla="*/ 1934391 w 6459988"/>
              <a:gd name="connsiteY81" fmla="*/ 5591335 h 5753325"/>
              <a:gd name="connsiteX82" fmla="*/ 1892550 w 6459988"/>
              <a:gd name="connsiteY82" fmla="*/ 5649708 h 5753325"/>
              <a:gd name="connsiteX83" fmla="*/ 1854769 w 6459988"/>
              <a:gd name="connsiteY83" fmla="*/ 5647691 h 5753325"/>
              <a:gd name="connsiteX84" fmla="*/ 1809461 w 6459988"/>
              <a:gd name="connsiteY84" fmla="*/ 5648628 h 5753325"/>
              <a:gd name="connsiteX85" fmla="*/ 1745150 w 6459988"/>
              <a:gd name="connsiteY85" fmla="*/ 5693879 h 5753325"/>
              <a:gd name="connsiteX86" fmla="*/ 1713375 w 6459988"/>
              <a:gd name="connsiteY86" fmla="*/ 5684672 h 5753325"/>
              <a:gd name="connsiteX87" fmla="*/ 1707808 w 6459988"/>
              <a:gd name="connsiteY87" fmla="*/ 5682611 h 5753325"/>
              <a:gd name="connsiteX88" fmla="*/ 1679313 w 6459988"/>
              <a:gd name="connsiteY88" fmla="*/ 5672360 h 5753325"/>
              <a:gd name="connsiteX89" fmla="*/ 1646933 w 6459988"/>
              <a:gd name="connsiteY89" fmla="*/ 5666227 h 5753325"/>
              <a:gd name="connsiteX90" fmla="*/ 1610055 w 6459988"/>
              <a:gd name="connsiteY90" fmla="*/ 5673643 h 5753325"/>
              <a:gd name="connsiteX91" fmla="*/ 1437641 w 6459988"/>
              <a:gd name="connsiteY91" fmla="*/ 5723266 h 5753325"/>
              <a:gd name="connsiteX92" fmla="*/ 1332869 w 6459988"/>
              <a:gd name="connsiteY92" fmla="*/ 5744752 h 5753325"/>
              <a:gd name="connsiteX93" fmla="*/ 1290525 w 6459988"/>
              <a:gd name="connsiteY93" fmla="*/ 5740036 h 5753325"/>
              <a:gd name="connsiteX94" fmla="*/ 1233107 w 6459988"/>
              <a:gd name="connsiteY94" fmla="*/ 5742106 h 5753325"/>
              <a:gd name="connsiteX95" fmla="*/ 1214532 w 6459988"/>
              <a:gd name="connsiteY95" fmla="*/ 5753325 h 5753325"/>
              <a:gd name="connsiteX96" fmla="*/ 1199955 w 6459988"/>
              <a:gd name="connsiteY96" fmla="*/ 5744831 h 5753325"/>
              <a:gd name="connsiteX97" fmla="*/ 1162337 w 6459988"/>
              <a:gd name="connsiteY97" fmla="*/ 5738048 h 5753325"/>
              <a:gd name="connsiteX98" fmla="*/ 1053457 w 6459988"/>
              <a:gd name="connsiteY98" fmla="*/ 5688676 h 5753325"/>
              <a:gd name="connsiteX99" fmla="*/ 1025798 w 6459988"/>
              <a:gd name="connsiteY99" fmla="*/ 5673166 h 5753325"/>
              <a:gd name="connsiteX100" fmla="*/ 947900 w 6459988"/>
              <a:gd name="connsiteY100" fmla="*/ 5657848 h 5753325"/>
              <a:gd name="connsiteX101" fmla="*/ 815627 w 6459988"/>
              <a:gd name="connsiteY101" fmla="*/ 5642557 h 5753325"/>
              <a:gd name="connsiteX102" fmla="*/ 788251 w 6459988"/>
              <a:gd name="connsiteY102" fmla="*/ 5637065 h 5753325"/>
              <a:gd name="connsiteX103" fmla="*/ 767822 w 6459988"/>
              <a:gd name="connsiteY103" fmla="*/ 5623450 h 5753325"/>
              <a:gd name="connsiteX104" fmla="*/ 765791 w 6459988"/>
              <a:gd name="connsiteY104" fmla="*/ 5612539 h 5753325"/>
              <a:gd name="connsiteX105" fmla="*/ 751230 w 6459988"/>
              <a:gd name="connsiteY105" fmla="*/ 5608092 h 5753325"/>
              <a:gd name="connsiteX106" fmla="*/ 748008 w 6459988"/>
              <a:gd name="connsiteY106" fmla="*/ 5605052 h 5753325"/>
              <a:gd name="connsiteX107" fmla="*/ 728871 w 6459988"/>
              <a:gd name="connsiteY107" fmla="*/ 5589469 h 5753325"/>
              <a:gd name="connsiteX108" fmla="*/ 671898 w 6459988"/>
              <a:gd name="connsiteY108" fmla="*/ 5602363 h 5753325"/>
              <a:gd name="connsiteX109" fmla="*/ 615065 w 6459988"/>
              <a:gd name="connsiteY109" fmla="*/ 5580257 h 5753325"/>
              <a:gd name="connsiteX110" fmla="*/ 355785 w 6459988"/>
              <a:gd name="connsiteY110" fmla="*/ 5514383 h 5753325"/>
              <a:gd name="connsiteX111" fmla="*/ 102269 w 6459988"/>
              <a:gd name="connsiteY111" fmla="*/ 5524347 h 5753325"/>
              <a:gd name="connsiteX112" fmla="*/ 13160 w 6459988"/>
              <a:gd name="connsiteY112" fmla="*/ 5514159 h 5753325"/>
              <a:gd name="connsiteX113" fmla="*/ 0 w 6459988"/>
              <a:gd name="connsiteY113" fmla="*/ 5511735 h 5753325"/>
              <a:gd name="connsiteX114" fmla="*/ 0 w 6459988"/>
              <a:gd name="connsiteY114" fmla="*/ 0 h 5753325"/>
              <a:gd name="connsiteX0" fmla="*/ 0 w 6459988"/>
              <a:gd name="connsiteY0" fmla="*/ 0 h 5753325"/>
              <a:gd name="connsiteX1" fmla="*/ 6438980 w 6459988"/>
              <a:gd name="connsiteY1" fmla="*/ 0 h 5753325"/>
              <a:gd name="connsiteX2" fmla="*/ 6439047 w 6459988"/>
              <a:gd name="connsiteY2" fmla="*/ 147 h 5753325"/>
              <a:gd name="connsiteX3" fmla="*/ 6443456 w 6459988"/>
              <a:gd name="connsiteY3" fmla="*/ 130105 h 5753325"/>
              <a:gd name="connsiteX4" fmla="*/ 6447632 w 6459988"/>
              <a:gd name="connsiteY4" fmla="*/ 170016 h 5753325"/>
              <a:gd name="connsiteX5" fmla="*/ 6396598 w 6459988"/>
              <a:gd name="connsiteY5" fmla="*/ 274847 h 5753325"/>
              <a:gd name="connsiteX6" fmla="*/ 6375685 w 6459988"/>
              <a:gd name="connsiteY6" fmla="*/ 535865 h 5753325"/>
              <a:gd name="connsiteX7" fmla="*/ 6354187 w 6459988"/>
              <a:gd name="connsiteY7" fmla="*/ 615799 h 5753325"/>
              <a:gd name="connsiteX8" fmla="*/ 6459988 w 6459988"/>
              <a:gd name="connsiteY8" fmla="*/ 707628 h 5753325"/>
              <a:gd name="connsiteX9" fmla="*/ 6453989 w 6459988"/>
              <a:gd name="connsiteY9" fmla="*/ 711876 h 5753325"/>
              <a:gd name="connsiteX10" fmla="*/ 6344988 w 6459988"/>
              <a:gd name="connsiteY10" fmla="*/ 697330 h 5753325"/>
              <a:gd name="connsiteX11" fmla="*/ 6447445 w 6459988"/>
              <a:gd name="connsiteY11" fmla="*/ 780003 h 5753325"/>
              <a:gd name="connsiteX12" fmla="*/ 6426552 w 6459988"/>
              <a:gd name="connsiteY12" fmla="*/ 845805 h 5753325"/>
              <a:gd name="connsiteX13" fmla="*/ 6434072 w 6459988"/>
              <a:gd name="connsiteY13" fmla="*/ 910733 h 5753325"/>
              <a:gd name="connsiteX14" fmla="*/ 6432570 w 6459988"/>
              <a:gd name="connsiteY14" fmla="*/ 983394 h 5753325"/>
              <a:gd name="connsiteX15" fmla="*/ 6431878 w 6459988"/>
              <a:gd name="connsiteY15" fmla="*/ 1026728 h 5753325"/>
              <a:gd name="connsiteX16" fmla="*/ 6414269 w 6459988"/>
              <a:gd name="connsiteY16" fmla="*/ 1151111 h 5753325"/>
              <a:gd name="connsiteX17" fmla="*/ 6371722 w 6459988"/>
              <a:gd name="connsiteY17" fmla="*/ 1318080 h 5753325"/>
              <a:gd name="connsiteX18" fmla="*/ 6356023 w 6459988"/>
              <a:gd name="connsiteY18" fmla="*/ 1356227 h 5753325"/>
              <a:gd name="connsiteX19" fmla="*/ 6356157 w 6459988"/>
              <a:gd name="connsiteY19" fmla="*/ 1361967 h 5753325"/>
              <a:gd name="connsiteX20" fmla="*/ 6350613 w 6459988"/>
              <a:gd name="connsiteY20" fmla="*/ 1393569 h 5753325"/>
              <a:gd name="connsiteX21" fmla="*/ 6357062 w 6459988"/>
              <a:gd name="connsiteY21" fmla="*/ 1444071 h 5753325"/>
              <a:gd name="connsiteX22" fmla="*/ 6364832 w 6459988"/>
              <a:gd name="connsiteY22" fmla="*/ 1478763 h 5753325"/>
              <a:gd name="connsiteX23" fmla="*/ 6369745 w 6459988"/>
              <a:gd name="connsiteY23" fmla="*/ 1495680 h 5753325"/>
              <a:gd name="connsiteX24" fmla="*/ 6370898 w 6459988"/>
              <a:gd name="connsiteY24" fmla="*/ 1513331 h 5753325"/>
              <a:gd name="connsiteX25" fmla="*/ 6368801 w 6459988"/>
              <a:gd name="connsiteY25" fmla="*/ 1527414 h 5753325"/>
              <a:gd name="connsiteX26" fmla="*/ 6359177 w 6459988"/>
              <a:gd name="connsiteY26" fmla="*/ 1639513 h 5753325"/>
              <a:gd name="connsiteX27" fmla="*/ 6299489 w 6459988"/>
              <a:gd name="connsiteY27" fmla="*/ 1784860 h 5753325"/>
              <a:gd name="connsiteX28" fmla="*/ 6267878 w 6459988"/>
              <a:gd name="connsiteY28" fmla="*/ 1858572 h 5753325"/>
              <a:gd name="connsiteX29" fmla="*/ 6251146 w 6459988"/>
              <a:gd name="connsiteY29" fmla="*/ 1926167 h 5753325"/>
              <a:gd name="connsiteX30" fmla="*/ 6210686 w 6459988"/>
              <a:gd name="connsiteY30" fmla="*/ 2014834 h 5753325"/>
              <a:gd name="connsiteX31" fmla="*/ 6106652 w 6459988"/>
              <a:gd name="connsiteY31" fmla="*/ 2150572 h 5753325"/>
              <a:gd name="connsiteX32" fmla="*/ 6097813 w 6459988"/>
              <a:gd name="connsiteY32" fmla="*/ 2172208 h 5753325"/>
              <a:gd name="connsiteX33" fmla="*/ 6095990 w 6459988"/>
              <a:gd name="connsiteY33" fmla="*/ 2181185 h 5753325"/>
              <a:gd name="connsiteX34" fmla="*/ 6090126 w 6459988"/>
              <a:gd name="connsiteY34" fmla="*/ 2192533 h 5753325"/>
              <a:gd name="connsiteX35" fmla="*/ 6089503 w 6459988"/>
              <a:gd name="connsiteY35" fmla="*/ 2192543 h 5753325"/>
              <a:gd name="connsiteX36" fmla="*/ 6084946 w 6459988"/>
              <a:gd name="connsiteY36" fmla="*/ 2203694 h 5753325"/>
              <a:gd name="connsiteX37" fmla="*/ 5987861 w 6459988"/>
              <a:gd name="connsiteY37" fmla="*/ 2304868 h 5753325"/>
              <a:gd name="connsiteX38" fmla="*/ 5973439 w 6459988"/>
              <a:gd name="connsiteY38" fmla="*/ 2385635 h 5753325"/>
              <a:gd name="connsiteX39" fmla="*/ 5916727 w 6459988"/>
              <a:gd name="connsiteY39" fmla="*/ 2458777 h 5753325"/>
              <a:gd name="connsiteX40" fmla="*/ 5856524 w 6459988"/>
              <a:gd name="connsiteY40" fmla="*/ 2583281 h 5753325"/>
              <a:gd name="connsiteX41" fmla="*/ 5838091 w 6459988"/>
              <a:gd name="connsiteY41" fmla="*/ 2753474 h 5753325"/>
              <a:gd name="connsiteX42" fmla="*/ 5777471 w 6459988"/>
              <a:gd name="connsiteY42" fmla="*/ 2901570 h 5753325"/>
              <a:gd name="connsiteX43" fmla="*/ 5723992 w 6459988"/>
              <a:gd name="connsiteY43" fmla="*/ 2998752 h 5753325"/>
              <a:gd name="connsiteX44" fmla="*/ 5557886 w 6459988"/>
              <a:gd name="connsiteY44" fmla="*/ 3329735 h 5753325"/>
              <a:gd name="connsiteX45" fmla="*/ 5471501 w 6459988"/>
              <a:gd name="connsiteY45" fmla="*/ 3462221 h 5753325"/>
              <a:gd name="connsiteX46" fmla="*/ 5465154 w 6459988"/>
              <a:gd name="connsiteY46" fmla="*/ 3541065 h 5753325"/>
              <a:gd name="connsiteX47" fmla="*/ 5437889 w 6459988"/>
              <a:gd name="connsiteY47" fmla="*/ 3559927 h 5753325"/>
              <a:gd name="connsiteX48" fmla="*/ 5432770 w 6459988"/>
              <a:gd name="connsiteY48" fmla="*/ 3562948 h 5753325"/>
              <a:gd name="connsiteX49" fmla="*/ 5406795 w 6459988"/>
              <a:gd name="connsiteY49" fmla="*/ 3578594 h 5753325"/>
              <a:gd name="connsiteX50" fmla="*/ 5381495 w 6459988"/>
              <a:gd name="connsiteY50" fmla="*/ 3599883 h 5753325"/>
              <a:gd name="connsiteX51" fmla="*/ 5363689 w 6459988"/>
              <a:gd name="connsiteY51" fmla="*/ 3633299 h 5753325"/>
              <a:gd name="connsiteX52" fmla="*/ 5291870 w 6459988"/>
              <a:gd name="connsiteY52" fmla="*/ 3799039 h 5753325"/>
              <a:gd name="connsiteX53" fmla="*/ 5241600 w 6459988"/>
              <a:gd name="connsiteY53" fmla="*/ 3894238 h 5753325"/>
              <a:gd name="connsiteX54" fmla="*/ 5211041 w 6459988"/>
              <a:gd name="connsiteY54" fmla="*/ 3924184 h 5753325"/>
              <a:gd name="connsiteX55" fmla="*/ 5176073 w 6459988"/>
              <a:gd name="connsiteY55" fmla="*/ 3970179 h 5753325"/>
              <a:gd name="connsiteX56" fmla="*/ 5172826 w 6459988"/>
              <a:gd name="connsiteY56" fmla="*/ 3991773 h 5753325"/>
              <a:gd name="connsiteX57" fmla="*/ 5157053 w 6459988"/>
              <a:gd name="connsiteY57" fmla="*/ 3997708 h 5753325"/>
              <a:gd name="connsiteX58" fmla="*/ 5127922 w 6459988"/>
              <a:gd name="connsiteY58" fmla="*/ 4022660 h 5753325"/>
              <a:gd name="connsiteX59" fmla="*/ 5020872 w 6459988"/>
              <a:gd name="connsiteY59" fmla="*/ 4075951 h 5753325"/>
              <a:gd name="connsiteX60" fmla="*/ 4991410 w 6459988"/>
              <a:gd name="connsiteY60" fmla="*/ 4087598 h 5753325"/>
              <a:gd name="connsiteX61" fmla="*/ 4930112 w 6459988"/>
              <a:gd name="connsiteY61" fmla="*/ 4138459 h 5753325"/>
              <a:gd name="connsiteX62" fmla="*/ 4834224 w 6459988"/>
              <a:gd name="connsiteY62" fmla="*/ 4231643 h 5753325"/>
              <a:gd name="connsiteX63" fmla="*/ 4812599 w 6459988"/>
              <a:gd name="connsiteY63" fmla="*/ 4249449 h 5753325"/>
              <a:gd name="connsiteX64" fmla="*/ 4789188 w 6459988"/>
              <a:gd name="connsiteY64" fmla="*/ 4256678 h 5753325"/>
              <a:gd name="connsiteX65" fmla="*/ 4779554 w 6459988"/>
              <a:gd name="connsiteY65" fmla="*/ 4251313 h 5753325"/>
              <a:gd name="connsiteX66" fmla="*/ 4766885 w 6459988"/>
              <a:gd name="connsiteY66" fmla="*/ 4259812 h 5753325"/>
              <a:gd name="connsiteX67" fmla="*/ 4762510 w 6459988"/>
              <a:gd name="connsiteY67" fmla="*/ 4260383 h 5753325"/>
              <a:gd name="connsiteX68" fmla="*/ 4738416 w 6459988"/>
              <a:gd name="connsiteY68" fmla="*/ 4265355 h 5753325"/>
              <a:gd name="connsiteX69" fmla="*/ 4712007 w 6459988"/>
              <a:gd name="connsiteY69" fmla="*/ 4317892 h 5753325"/>
              <a:gd name="connsiteX70" fmla="*/ 4658930 w 6459988"/>
              <a:gd name="connsiteY70" fmla="*/ 4348041 h 5753325"/>
              <a:gd name="connsiteX71" fmla="*/ 4443526 w 6459988"/>
              <a:gd name="connsiteY71" fmla="*/ 4507851 h 5753325"/>
              <a:gd name="connsiteX72" fmla="*/ 4289766 w 6459988"/>
              <a:gd name="connsiteY72" fmla="*/ 4711450 h 5753325"/>
              <a:gd name="connsiteX73" fmla="*/ 4150870 w 6459988"/>
              <a:gd name="connsiteY73" fmla="*/ 4818480 h 5753325"/>
              <a:gd name="connsiteX74" fmla="*/ 4006639 w 6459988"/>
              <a:gd name="connsiteY74" fmla="*/ 4933815 h 5753325"/>
              <a:gd name="connsiteX75" fmla="*/ 3298210 w 6459988"/>
              <a:gd name="connsiteY75" fmla="*/ 5070790 h 5753325"/>
              <a:gd name="connsiteX76" fmla="*/ 2947678 w 6459988"/>
              <a:gd name="connsiteY76" fmla="*/ 5117869 h 5753325"/>
              <a:gd name="connsiteX77" fmla="*/ 2822169 w 6459988"/>
              <a:gd name="connsiteY77" fmla="*/ 5129396 h 5753325"/>
              <a:gd name="connsiteX78" fmla="*/ 2538773 w 6459988"/>
              <a:gd name="connsiteY78" fmla="*/ 5313397 h 5753325"/>
              <a:gd name="connsiteX79" fmla="*/ 2014500 w 6459988"/>
              <a:gd name="connsiteY79" fmla="*/ 5519744 h 5753325"/>
              <a:gd name="connsiteX80" fmla="*/ 1934391 w 6459988"/>
              <a:gd name="connsiteY80" fmla="*/ 5591335 h 5753325"/>
              <a:gd name="connsiteX81" fmla="*/ 1892550 w 6459988"/>
              <a:gd name="connsiteY81" fmla="*/ 5649708 h 5753325"/>
              <a:gd name="connsiteX82" fmla="*/ 1854769 w 6459988"/>
              <a:gd name="connsiteY82" fmla="*/ 5647691 h 5753325"/>
              <a:gd name="connsiteX83" fmla="*/ 1809461 w 6459988"/>
              <a:gd name="connsiteY83" fmla="*/ 5648628 h 5753325"/>
              <a:gd name="connsiteX84" fmla="*/ 1745150 w 6459988"/>
              <a:gd name="connsiteY84" fmla="*/ 5693879 h 5753325"/>
              <a:gd name="connsiteX85" fmla="*/ 1713375 w 6459988"/>
              <a:gd name="connsiteY85" fmla="*/ 5684672 h 5753325"/>
              <a:gd name="connsiteX86" fmla="*/ 1707808 w 6459988"/>
              <a:gd name="connsiteY86" fmla="*/ 5682611 h 5753325"/>
              <a:gd name="connsiteX87" fmla="*/ 1679313 w 6459988"/>
              <a:gd name="connsiteY87" fmla="*/ 5672360 h 5753325"/>
              <a:gd name="connsiteX88" fmla="*/ 1646933 w 6459988"/>
              <a:gd name="connsiteY88" fmla="*/ 5666227 h 5753325"/>
              <a:gd name="connsiteX89" fmla="*/ 1610055 w 6459988"/>
              <a:gd name="connsiteY89" fmla="*/ 5673643 h 5753325"/>
              <a:gd name="connsiteX90" fmla="*/ 1437641 w 6459988"/>
              <a:gd name="connsiteY90" fmla="*/ 5723266 h 5753325"/>
              <a:gd name="connsiteX91" fmla="*/ 1332869 w 6459988"/>
              <a:gd name="connsiteY91" fmla="*/ 5744752 h 5753325"/>
              <a:gd name="connsiteX92" fmla="*/ 1290525 w 6459988"/>
              <a:gd name="connsiteY92" fmla="*/ 5740036 h 5753325"/>
              <a:gd name="connsiteX93" fmla="*/ 1233107 w 6459988"/>
              <a:gd name="connsiteY93" fmla="*/ 5742106 h 5753325"/>
              <a:gd name="connsiteX94" fmla="*/ 1214532 w 6459988"/>
              <a:gd name="connsiteY94" fmla="*/ 5753325 h 5753325"/>
              <a:gd name="connsiteX95" fmla="*/ 1199955 w 6459988"/>
              <a:gd name="connsiteY95" fmla="*/ 5744831 h 5753325"/>
              <a:gd name="connsiteX96" fmla="*/ 1162337 w 6459988"/>
              <a:gd name="connsiteY96" fmla="*/ 5738048 h 5753325"/>
              <a:gd name="connsiteX97" fmla="*/ 1053457 w 6459988"/>
              <a:gd name="connsiteY97" fmla="*/ 5688676 h 5753325"/>
              <a:gd name="connsiteX98" fmla="*/ 1025798 w 6459988"/>
              <a:gd name="connsiteY98" fmla="*/ 5673166 h 5753325"/>
              <a:gd name="connsiteX99" fmla="*/ 947900 w 6459988"/>
              <a:gd name="connsiteY99" fmla="*/ 5657848 h 5753325"/>
              <a:gd name="connsiteX100" fmla="*/ 815627 w 6459988"/>
              <a:gd name="connsiteY100" fmla="*/ 5642557 h 5753325"/>
              <a:gd name="connsiteX101" fmla="*/ 788251 w 6459988"/>
              <a:gd name="connsiteY101" fmla="*/ 5637065 h 5753325"/>
              <a:gd name="connsiteX102" fmla="*/ 767822 w 6459988"/>
              <a:gd name="connsiteY102" fmla="*/ 5623450 h 5753325"/>
              <a:gd name="connsiteX103" fmla="*/ 765791 w 6459988"/>
              <a:gd name="connsiteY103" fmla="*/ 5612539 h 5753325"/>
              <a:gd name="connsiteX104" fmla="*/ 751230 w 6459988"/>
              <a:gd name="connsiteY104" fmla="*/ 5608092 h 5753325"/>
              <a:gd name="connsiteX105" fmla="*/ 748008 w 6459988"/>
              <a:gd name="connsiteY105" fmla="*/ 5605052 h 5753325"/>
              <a:gd name="connsiteX106" fmla="*/ 728871 w 6459988"/>
              <a:gd name="connsiteY106" fmla="*/ 5589469 h 5753325"/>
              <a:gd name="connsiteX107" fmla="*/ 671898 w 6459988"/>
              <a:gd name="connsiteY107" fmla="*/ 5602363 h 5753325"/>
              <a:gd name="connsiteX108" fmla="*/ 615065 w 6459988"/>
              <a:gd name="connsiteY108" fmla="*/ 5580257 h 5753325"/>
              <a:gd name="connsiteX109" fmla="*/ 355785 w 6459988"/>
              <a:gd name="connsiteY109" fmla="*/ 5514383 h 5753325"/>
              <a:gd name="connsiteX110" fmla="*/ 102269 w 6459988"/>
              <a:gd name="connsiteY110" fmla="*/ 5524347 h 5753325"/>
              <a:gd name="connsiteX111" fmla="*/ 13160 w 6459988"/>
              <a:gd name="connsiteY111" fmla="*/ 5514159 h 5753325"/>
              <a:gd name="connsiteX112" fmla="*/ 0 w 6459988"/>
              <a:gd name="connsiteY112" fmla="*/ 5511735 h 5753325"/>
              <a:gd name="connsiteX113" fmla="*/ 0 w 6459988"/>
              <a:gd name="connsiteY113" fmla="*/ 0 h 5753325"/>
              <a:gd name="connsiteX0" fmla="*/ 0 w 6459988"/>
              <a:gd name="connsiteY0" fmla="*/ 0 h 5753325"/>
              <a:gd name="connsiteX1" fmla="*/ 6438980 w 6459988"/>
              <a:gd name="connsiteY1" fmla="*/ 0 h 5753325"/>
              <a:gd name="connsiteX2" fmla="*/ 6439047 w 6459988"/>
              <a:gd name="connsiteY2" fmla="*/ 147 h 5753325"/>
              <a:gd name="connsiteX3" fmla="*/ 6443456 w 6459988"/>
              <a:gd name="connsiteY3" fmla="*/ 130105 h 5753325"/>
              <a:gd name="connsiteX4" fmla="*/ 6447632 w 6459988"/>
              <a:gd name="connsiteY4" fmla="*/ 170016 h 5753325"/>
              <a:gd name="connsiteX5" fmla="*/ 6396598 w 6459988"/>
              <a:gd name="connsiteY5" fmla="*/ 274847 h 5753325"/>
              <a:gd name="connsiteX6" fmla="*/ 6375685 w 6459988"/>
              <a:gd name="connsiteY6" fmla="*/ 535865 h 5753325"/>
              <a:gd name="connsiteX7" fmla="*/ 6354187 w 6459988"/>
              <a:gd name="connsiteY7" fmla="*/ 615799 h 5753325"/>
              <a:gd name="connsiteX8" fmla="*/ 6459988 w 6459988"/>
              <a:gd name="connsiteY8" fmla="*/ 707628 h 5753325"/>
              <a:gd name="connsiteX9" fmla="*/ 6344988 w 6459988"/>
              <a:gd name="connsiteY9" fmla="*/ 697330 h 5753325"/>
              <a:gd name="connsiteX10" fmla="*/ 6447445 w 6459988"/>
              <a:gd name="connsiteY10" fmla="*/ 780003 h 5753325"/>
              <a:gd name="connsiteX11" fmla="*/ 6426552 w 6459988"/>
              <a:gd name="connsiteY11" fmla="*/ 845805 h 5753325"/>
              <a:gd name="connsiteX12" fmla="*/ 6434072 w 6459988"/>
              <a:gd name="connsiteY12" fmla="*/ 910733 h 5753325"/>
              <a:gd name="connsiteX13" fmla="*/ 6432570 w 6459988"/>
              <a:gd name="connsiteY13" fmla="*/ 983394 h 5753325"/>
              <a:gd name="connsiteX14" fmla="*/ 6431878 w 6459988"/>
              <a:gd name="connsiteY14" fmla="*/ 1026728 h 5753325"/>
              <a:gd name="connsiteX15" fmla="*/ 6414269 w 6459988"/>
              <a:gd name="connsiteY15" fmla="*/ 1151111 h 5753325"/>
              <a:gd name="connsiteX16" fmla="*/ 6371722 w 6459988"/>
              <a:gd name="connsiteY16" fmla="*/ 1318080 h 5753325"/>
              <a:gd name="connsiteX17" fmla="*/ 6356023 w 6459988"/>
              <a:gd name="connsiteY17" fmla="*/ 1356227 h 5753325"/>
              <a:gd name="connsiteX18" fmla="*/ 6356157 w 6459988"/>
              <a:gd name="connsiteY18" fmla="*/ 1361967 h 5753325"/>
              <a:gd name="connsiteX19" fmla="*/ 6350613 w 6459988"/>
              <a:gd name="connsiteY19" fmla="*/ 1393569 h 5753325"/>
              <a:gd name="connsiteX20" fmla="*/ 6357062 w 6459988"/>
              <a:gd name="connsiteY20" fmla="*/ 1444071 h 5753325"/>
              <a:gd name="connsiteX21" fmla="*/ 6364832 w 6459988"/>
              <a:gd name="connsiteY21" fmla="*/ 1478763 h 5753325"/>
              <a:gd name="connsiteX22" fmla="*/ 6369745 w 6459988"/>
              <a:gd name="connsiteY22" fmla="*/ 1495680 h 5753325"/>
              <a:gd name="connsiteX23" fmla="*/ 6370898 w 6459988"/>
              <a:gd name="connsiteY23" fmla="*/ 1513331 h 5753325"/>
              <a:gd name="connsiteX24" fmla="*/ 6368801 w 6459988"/>
              <a:gd name="connsiteY24" fmla="*/ 1527414 h 5753325"/>
              <a:gd name="connsiteX25" fmla="*/ 6359177 w 6459988"/>
              <a:gd name="connsiteY25" fmla="*/ 1639513 h 5753325"/>
              <a:gd name="connsiteX26" fmla="*/ 6299489 w 6459988"/>
              <a:gd name="connsiteY26" fmla="*/ 1784860 h 5753325"/>
              <a:gd name="connsiteX27" fmla="*/ 6267878 w 6459988"/>
              <a:gd name="connsiteY27" fmla="*/ 1858572 h 5753325"/>
              <a:gd name="connsiteX28" fmla="*/ 6251146 w 6459988"/>
              <a:gd name="connsiteY28" fmla="*/ 1926167 h 5753325"/>
              <a:gd name="connsiteX29" fmla="*/ 6210686 w 6459988"/>
              <a:gd name="connsiteY29" fmla="*/ 2014834 h 5753325"/>
              <a:gd name="connsiteX30" fmla="*/ 6106652 w 6459988"/>
              <a:gd name="connsiteY30" fmla="*/ 2150572 h 5753325"/>
              <a:gd name="connsiteX31" fmla="*/ 6097813 w 6459988"/>
              <a:gd name="connsiteY31" fmla="*/ 2172208 h 5753325"/>
              <a:gd name="connsiteX32" fmla="*/ 6095990 w 6459988"/>
              <a:gd name="connsiteY32" fmla="*/ 2181185 h 5753325"/>
              <a:gd name="connsiteX33" fmla="*/ 6090126 w 6459988"/>
              <a:gd name="connsiteY33" fmla="*/ 2192533 h 5753325"/>
              <a:gd name="connsiteX34" fmla="*/ 6089503 w 6459988"/>
              <a:gd name="connsiteY34" fmla="*/ 2192543 h 5753325"/>
              <a:gd name="connsiteX35" fmla="*/ 6084946 w 6459988"/>
              <a:gd name="connsiteY35" fmla="*/ 2203694 h 5753325"/>
              <a:gd name="connsiteX36" fmla="*/ 5987861 w 6459988"/>
              <a:gd name="connsiteY36" fmla="*/ 2304868 h 5753325"/>
              <a:gd name="connsiteX37" fmla="*/ 5973439 w 6459988"/>
              <a:gd name="connsiteY37" fmla="*/ 2385635 h 5753325"/>
              <a:gd name="connsiteX38" fmla="*/ 5916727 w 6459988"/>
              <a:gd name="connsiteY38" fmla="*/ 2458777 h 5753325"/>
              <a:gd name="connsiteX39" fmla="*/ 5856524 w 6459988"/>
              <a:gd name="connsiteY39" fmla="*/ 2583281 h 5753325"/>
              <a:gd name="connsiteX40" fmla="*/ 5838091 w 6459988"/>
              <a:gd name="connsiteY40" fmla="*/ 2753474 h 5753325"/>
              <a:gd name="connsiteX41" fmla="*/ 5777471 w 6459988"/>
              <a:gd name="connsiteY41" fmla="*/ 2901570 h 5753325"/>
              <a:gd name="connsiteX42" fmla="*/ 5723992 w 6459988"/>
              <a:gd name="connsiteY42" fmla="*/ 2998752 h 5753325"/>
              <a:gd name="connsiteX43" fmla="*/ 5557886 w 6459988"/>
              <a:gd name="connsiteY43" fmla="*/ 3329735 h 5753325"/>
              <a:gd name="connsiteX44" fmla="*/ 5471501 w 6459988"/>
              <a:gd name="connsiteY44" fmla="*/ 3462221 h 5753325"/>
              <a:gd name="connsiteX45" fmla="*/ 5465154 w 6459988"/>
              <a:gd name="connsiteY45" fmla="*/ 3541065 h 5753325"/>
              <a:gd name="connsiteX46" fmla="*/ 5437889 w 6459988"/>
              <a:gd name="connsiteY46" fmla="*/ 3559927 h 5753325"/>
              <a:gd name="connsiteX47" fmla="*/ 5432770 w 6459988"/>
              <a:gd name="connsiteY47" fmla="*/ 3562948 h 5753325"/>
              <a:gd name="connsiteX48" fmla="*/ 5406795 w 6459988"/>
              <a:gd name="connsiteY48" fmla="*/ 3578594 h 5753325"/>
              <a:gd name="connsiteX49" fmla="*/ 5381495 w 6459988"/>
              <a:gd name="connsiteY49" fmla="*/ 3599883 h 5753325"/>
              <a:gd name="connsiteX50" fmla="*/ 5363689 w 6459988"/>
              <a:gd name="connsiteY50" fmla="*/ 3633299 h 5753325"/>
              <a:gd name="connsiteX51" fmla="*/ 5291870 w 6459988"/>
              <a:gd name="connsiteY51" fmla="*/ 3799039 h 5753325"/>
              <a:gd name="connsiteX52" fmla="*/ 5241600 w 6459988"/>
              <a:gd name="connsiteY52" fmla="*/ 3894238 h 5753325"/>
              <a:gd name="connsiteX53" fmla="*/ 5211041 w 6459988"/>
              <a:gd name="connsiteY53" fmla="*/ 3924184 h 5753325"/>
              <a:gd name="connsiteX54" fmla="*/ 5176073 w 6459988"/>
              <a:gd name="connsiteY54" fmla="*/ 3970179 h 5753325"/>
              <a:gd name="connsiteX55" fmla="*/ 5172826 w 6459988"/>
              <a:gd name="connsiteY55" fmla="*/ 3991773 h 5753325"/>
              <a:gd name="connsiteX56" fmla="*/ 5157053 w 6459988"/>
              <a:gd name="connsiteY56" fmla="*/ 3997708 h 5753325"/>
              <a:gd name="connsiteX57" fmla="*/ 5127922 w 6459988"/>
              <a:gd name="connsiteY57" fmla="*/ 4022660 h 5753325"/>
              <a:gd name="connsiteX58" fmla="*/ 5020872 w 6459988"/>
              <a:gd name="connsiteY58" fmla="*/ 4075951 h 5753325"/>
              <a:gd name="connsiteX59" fmla="*/ 4991410 w 6459988"/>
              <a:gd name="connsiteY59" fmla="*/ 4087598 h 5753325"/>
              <a:gd name="connsiteX60" fmla="*/ 4930112 w 6459988"/>
              <a:gd name="connsiteY60" fmla="*/ 4138459 h 5753325"/>
              <a:gd name="connsiteX61" fmla="*/ 4834224 w 6459988"/>
              <a:gd name="connsiteY61" fmla="*/ 4231643 h 5753325"/>
              <a:gd name="connsiteX62" fmla="*/ 4812599 w 6459988"/>
              <a:gd name="connsiteY62" fmla="*/ 4249449 h 5753325"/>
              <a:gd name="connsiteX63" fmla="*/ 4789188 w 6459988"/>
              <a:gd name="connsiteY63" fmla="*/ 4256678 h 5753325"/>
              <a:gd name="connsiteX64" fmla="*/ 4779554 w 6459988"/>
              <a:gd name="connsiteY64" fmla="*/ 4251313 h 5753325"/>
              <a:gd name="connsiteX65" fmla="*/ 4766885 w 6459988"/>
              <a:gd name="connsiteY65" fmla="*/ 4259812 h 5753325"/>
              <a:gd name="connsiteX66" fmla="*/ 4762510 w 6459988"/>
              <a:gd name="connsiteY66" fmla="*/ 4260383 h 5753325"/>
              <a:gd name="connsiteX67" fmla="*/ 4738416 w 6459988"/>
              <a:gd name="connsiteY67" fmla="*/ 4265355 h 5753325"/>
              <a:gd name="connsiteX68" fmla="*/ 4712007 w 6459988"/>
              <a:gd name="connsiteY68" fmla="*/ 4317892 h 5753325"/>
              <a:gd name="connsiteX69" fmla="*/ 4658930 w 6459988"/>
              <a:gd name="connsiteY69" fmla="*/ 4348041 h 5753325"/>
              <a:gd name="connsiteX70" fmla="*/ 4443526 w 6459988"/>
              <a:gd name="connsiteY70" fmla="*/ 4507851 h 5753325"/>
              <a:gd name="connsiteX71" fmla="*/ 4289766 w 6459988"/>
              <a:gd name="connsiteY71" fmla="*/ 4711450 h 5753325"/>
              <a:gd name="connsiteX72" fmla="*/ 4150870 w 6459988"/>
              <a:gd name="connsiteY72" fmla="*/ 4818480 h 5753325"/>
              <a:gd name="connsiteX73" fmla="*/ 4006639 w 6459988"/>
              <a:gd name="connsiteY73" fmla="*/ 4933815 h 5753325"/>
              <a:gd name="connsiteX74" fmla="*/ 3298210 w 6459988"/>
              <a:gd name="connsiteY74" fmla="*/ 5070790 h 5753325"/>
              <a:gd name="connsiteX75" fmla="*/ 2947678 w 6459988"/>
              <a:gd name="connsiteY75" fmla="*/ 5117869 h 5753325"/>
              <a:gd name="connsiteX76" fmla="*/ 2822169 w 6459988"/>
              <a:gd name="connsiteY76" fmla="*/ 5129396 h 5753325"/>
              <a:gd name="connsiteX77" fmla="*/ 2538773 w 6459988"/>
              <a:gd name="connsiteY77" fmla="*/ 5313397 h 5753325"/>
              <a:gd name="connsiteX78" fmla="*/ 2014500 w 6459988"/>
              <a:gd name="connsiteY78" fmla="*/ 5519744 h 5753325"/>
              <a:gd name="connsiteX79" fmla="*/ 1934391 w 6459988"/>
              <a:gd name="connsiteY79" fmla="*/ 5591335 h 5753325"/>
              <a:gd name="connsiteX80" fmla="*/ 1892550 w 6459988"/>
              <a:gd name="connsiteY80" fmla="*/ 5649708 h 5753325"/>
              <a:gd name="connsiteX81" fmla="*/ 1854769 w 6459988"/>
              <a:gd name="connsiteY81" fmla="*/ 5647691 h 5753325"/>
              <a:gd name="connsiteX82" fmla="*/ 1809461 w 6459988"/>
              <a:gd name="connsiteY82" fmla="*/ 5648628 h 5753325"/>
              <a:gd name="connsiteX83" fmla="*/ 1745150 w 6459988"/>
              <a:gd name="connsiteY83" fmla="*/ 5693879 h 5753325"/>
              <a:gd name="connsiteX84" fmla="*/ 1713375 w 6459988"/>
              <a:gd name="connsiteY84" fmla="*/ 5684672 h 5753325"/>
              <a:gd name="connsiteX85" fmla="*/ 1707808 w 6459988"/>
              <a:gd name="connsiteY85" fmla="*/ 5682611 h 5753325"/>
              <a:gd name="connsiteX86" fmla="*/ 1679313 w 6459988"/>
              <a:gd name="connsiteY86" fmla="*/ 5672360 h 5753325"/>
              <a:gd name="connsiteX87" fmla="*/ 1646933 w 6459988"/>
              <a:gd name="connsiteY87" fmla="*/ 5666227 h 5753325"/>
              <a:gd name="connsiteX88" fmla="*/ 1610055 w 6459988"/>
              <a:gd name="connsiteY88" fmla="*/ 5673643 h 5753325"/>
              <a:gd name="connsiteX89" fmla="*/ 1437641 w 6459988"/>
              <a:gd name="connsiteY89" fmla="*/ 5723266 h 5753325"/>
              <a:gd name="connsiteX90" fmla="*/ 1332869 w 6459988"/>
              <a:gd name="connsiteY90" fmla="*/ 5744752 h 5753325"/>
              <a:gd name="connsiteX91" fmla="*/ 1290525 w 6459988"/>
              <a:gd name="connsiteY91" fmla="*/ 5740036 h 5753325"/>
              <a:gd name="connsiteX92" fmla="*/ 1233107 w 6459988"/>
              <a:gd name="connsiteY92" fmla="*/ 5742106 h 5753325"/>
              <a:gd name="connsiteX93" fmla="*/ 1214532 w 6459988"/>
              <a:gd name="connsiteY93" fmla="*/ 5753325 h 5753325"/>
              <a:gd name="connsiteX94" fmla="*/ 1199955 w 6459988"/>
              <a:gd name="connsiteY94" fmla="*/ 5744831 h 5753325"/>
              <a:gd name="connsiteX95" fmla="*/ 1162337 w 6459988"/>
              <a:gd name="connsiteY95" fmla="*/ 5738048 h 5753325"/>
              <a:gd name="connsiteX96" fmla="*/ 1053457 w 6459988"/>
              <a:gd name="connsiteY96" fmla="*/ 5688676 h 5753325"/>
              <a:gd name="connsiteX97" fmla="*/ 1025798 w 6459988"/>
              <a:gd name="connsiteY97" fmla="*/ 5673166 h 5753325"/>
              <a:gd name="connsiteX98" fmla="*/ 947900 w 6459988"/>
              <a:gd name="connsiteY98" fmla="*/ 5657848 h 5753325"/>
              <a:gd name="connsiteX99" fmla="*/ 815627 w 6459988"/>
              <a:gd name="connsiteY99" fmla="*/ 5642557 h 5753325"/>
              <a:gd name="connsiteX100" fmla="*/ 788251 w 6459988"/>
              <a:gd name="connsiteY100" fmla="*/ 5637065 h 5753325"/>
              <a:gd name="connsiteX101" fmla="*/ 767822 w 6459988"/>
              <a:gd name="connsiteY101" fmla="*/ 5623450 h 5753325"/>
              <a:gd name="connsiteX102" fmla="*/ 765791 w 6459988"/>
              <a:gd name="connsiteY102" fmla="*/ 5612539 h 5753325"/>
              <a:gd name="connsiteX103" fmla="*/ 751230 w 6459988"/>
              <a:gd name="connsiteY103" fmla="*/ 5608092 h 5753325"/>
              <a:gd name="connsiteX104" fmla="*/ 748008 w 6459988"/>
              <a:gd name="connsiteY104" fmla="*/ 5605052 h 5753325"/>
              <a:gd name="connsiteX105" fmla="*/ 728871 w 6459988"/>
              <a:gd name="connsiteY105" fmla="*/ 5589469 h 5753325"/>
              <a:gd name="connsiteX106" fmla="*/ 671898 w 6459988"/>
              <a:gd name="connsiteY106" fmla="*/ 5602363 h 5753325"/>
              <a:gd name="connsiteX107" fmla="*/ 615065 w 6459988"/>
              <a:gd name="connsiteY107" fmla="*/ 5580257 h 5753325"/>
              <a:gd name="connsiteX108" fmla="*/ 355785 w 6459988"/>
              <a:gd name="connsiteY108" fmla="*/ 5514383 h 5753325"/>
              <a:gd name="connsiteX109" fmla="*/ 102269 w 6459988"/>
              <a:gd name="connsiteY109" fmla="*/ 5524347 h 5753325"/>
              <a:gd name="connsiteX110" fmla="*/ 13160 w 6459988"/>
              <a:gd name="connsiteY110" fmla="*/ 5514159 h 5753325"/>
              <a:gd name="connsiteX111" fmla="*/ 0 w 6459988"/>
              <a:gd name="connsiteY111" fmla="*/ 5511735 h 5753325"/>
              <a:gd name="connsiteX112" fmla="*/ 0 w 6459988"/>
              <a:gd name="connsiteY112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75685 w 6447632"/>
              <a:gd name="connsiteY6" fmla="*/ 535865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447445 w 6447632"/>
              <a:gd name="connsiteY10" fmla="*/ 780003 h 5753325"/>
              <a:gd name="connsiteX11" fmla="*/ 6426552 w 6447632"/>
              <a:gd name="connsiteY11" fmla="*/ 845805 h 5753325"/>
              <a:gd name="connsiteX12" fmla="*/ 6434072 w 6447632"/>
              <a:gd name="connsiteY12" fmla="*/ 910733 h 5753325"/>
              <a:gd name="connsiteX13" fmla="*/ 6432570 w 6447632"/>
              <a:gd name="connsiteY13" fmla="*/ 983394 h 5753325"/>
              <a:gd name="connsiteX14" fmla="*/ 6431878 w 6447632"/>
              <a:gd name="connsiteY14" fmla="*/ 1026728 h 5753325"/>
              <a:gd name="connsiteX15" fmla="*/ 6414269 w 6447632"/>
              <a:gd name="connsiteY15" fmla="*/ 1151111 h 5753325"/>
              <a:gd name="connsiteX16" fmla="*/ 6371722 w 6447632"/>
              <a:gd name="connsiteY16" fmla="*/ 1318080 h 5753325"/>
              <a:gd name="connsiteX17" fmla="*/ 6356023 w 6447632"/>
              <a:gd name="connsiteY17" fmla="*/ 1356227 h 5753325"/>
              <a:gd name="connsiteX18" fmla="*/ 6356157 w 6447632"/>
              <a:gd name="connsiteY18" fmla="*/ 1361967 h 5753325"/>
              <a:gd name="connsiteX19" fmla="*/ 6350613 w 6447632"/>
              <a:gd name="connsiteY19" fmla="*/ 1393569 h 5753325"/>
              <a:gd name="connsiteX20" fmla="*/ 6357062 w 6447632"/>
              <a:gd name="connsiteY20" fmla="*/ 1444071 h 5753325"/>
              <a:gd name="connsiteX21" fmla="*/ 6364832 w 6447632"/>
              <a:gd name="connsiteY21" fmla="*/ 1478763 h 5753325"/>
              <a:gd name="connsiteX22" fmla="*/ 6369745 w 6447632"/>
              <a:gd name="connsiteY22" fmla="*/ 1495680 h 5753325"/>
              <a:gd name="connsiteX23" fmla="*/ 6370898 w 6447632"/>
              <a:gd name="connsiteY23" fmla="*/ 1513331 h 5753325"/>
              <a:gd name="connsiteX24" fmla="*/ 6368801 w 6447632"/>
              <a:gd name="connsiteY24" fmla="*/ 1527414 h 5753325"/>
              <a:gd name="connsiteX25" fmla="*/ 6359177 w 6447632"/>
              <a:gd name="connsiteY25" fmla="*/ 1639513 h 5753325"/>
              <a:gd name="connsiteX26" fmla="*/ 6299489 w 6447632"/>
              <a:gd name="connsiteY26" fmla="*/ 1784860 h 5753325"/>
              <a:gd name="connsiteX27" fmla="*/ 6267878 w 6447632"/>
              <a:gd name="connsiteY27" fmla="*/ 1858572 h 5753325"/>
              <a:gd name="connsiteX28" fmla="*/ 6251146 w 6447632"/>
              <a:gd name="connsiteY28" fmla="*/ 1926167 h 5753325"/>
              <a:gd name="connsiteX29" fmla="*/ 6210686 w 6447632"/>
              <a:gd name="connsiteY29" fmla="*/ 2014834 h 5753325"/>
              <a:gd name="connsiteX30" fmla="*/ 6106652 w 6447632"/>
              <a:gd name="connsiteY30" fmla="*/ 2150572 h 5753325"/>
              <a:gd name="connsiteX31" fmla="*/ 6097813 w 6447632"/>
              <a:gd name="connsiteY31" fmla="*/ 2172208 h 5753325"/>
              <a:gd name="connsiteX32" fmla="*/ 6095990 w 6447632"/>
              <a:gd name="connsiteY32" fmla="*/ 2181185 h 5753325"/>
              <a:gd name="connsiteX33" fmla="*/ 6090126 w 6447632"/>
              <a:gd name="connsiteY33" fmla="*/ 2192533 h 5753325"/>
              <a:gd name="connsiteX34" fmla="*/ 6089503 w 6447632"/>
              <a:gd name="connsiteY34" fmla="*/ 2192543 h 5753325"/>
              <a:gd name="connsiteX35" fmla="*/ 6084946 w 6447632"/>
              <a:gd name="connsiteY35" fmla="*/ 2203694 h 5753325"/>
              <a:gd name="connsiteX36" fmla="*/ 5987861 w 6447632"/>
              <a:gd name="connsiteY36" fmla="*/ 2304868 h 5753325"/>
              <a:gd name="connsiteX37" fmla="*/ 5973439 w 6447632"/>
              <a:gd name="connsiteY37" fmla="*/ 2385635 h 5753325"/>
              <a:gd name="connsiteX38" fmla="*/ 5916727 w 6447632"/>
              <a:gd name="connsiteY38" fmla="*/ 2458777 h 5753325"/>
              <a:gd name="connsiteX39" fmla="*/ 5856524 w 6447632"/>
              <a:gd name="connsiteY39" fmla="*/ 2583281 h 5753325"/>
              <a:gd name="connsiteX40" fmla="*/ 5838091 w 6447632"/>
              <a:gd name="connsiteY40" fmla="*/ 2753474 h 5753325"/>
              <a:gd name="connsiteX41" fmla="*/ 5777471 w 6447632"/>
              <a:gd name="connsiteY41" fmla="*/ 2901570 h 5753325"/>
              <a:gd name="connsiteX42" fmla="*/ 5723992 w 6447632"/>
              <a:gd name="connsiteY42" fmla="*/ 2998752 h 5753325"/>
              <a:gd name="connsiteX43" fmla="*/ 5557886 w 6447632"/>
              <a:gd name="connsiteY43" fmla="*/ 3329735 h 5753325"/>
              <a:gd name="connsiteX44" fmla="*/ 5471501 w 6447632"/>
              <a:gd name="connsiteY44" fmla="*/ 3462221 h 5753325"/>
              <a:gd name="connsiteX45" fmla="*/ 5465154 w 6447632"/>
              <a:gd name="connsiteY45" fmla="*/ 3541065 h 5753325"/>
              <a:gd name="connsiteX46" fmla="*/ 5437889 w 6447632"/>
              <a:gd name="connsiteY46" fmla="*/ 3559927 h 5753325"/>
              <a:gd name="connsiteX47" fmla="*/ 5432770 w 6447632"/>
              <a:gd name="connsiteY47" fmla="*/ 3562948 h 5753325"/>
              <a:gd name="connsiteX48" fmla="*/ 5406795 w 6447632"/>
              <a:gd name="connsiteY48" fmla="*/ 3578594 h 5753325"/>
              <a:gd name="connsiteX49" fmla="*/ 5381495 w 6447632"/>
              <a:gd name="connsiteY49" fmla="*/ 3599883 h 5753325"/>
              <a:gd name="connsiteX50" fmla="*/ 5363689 w 6447632"/>
              <a:gd name="connsiteY50" fmla="*/ 3633299 h 5753325"/>
              <a:gd name="connsiteX51" fmla="*/ 5291870 w 6447632"/>
              <a:gd name="connsiteY51" fmla="*/ 3799039 h 5753325"/>
              <a:gd name="connsiteX52" fmla="*/ 5241600 w 6447632"/>
              <a:gd name="connsiteY52" fmla="*/ 3894238 h 5753325"/>
              <a:gd name="connsiteX53" fmla="*/ 5211041 w 6447632"/>
              <a:gd name="connsiteY53" fmla="*/ 3924184 h 5753325"/>
              <a:gd name="connsiteX54" fmla="*/ 5176073 w 6447632"/>
              <a:gd name="connsiteY54" fmla="*/ 3970179 h 5753325"/>
              <a:gd name="connsiteX55" fmla="*/ 5172826 w 6447632"/>
              <a:gd name="connsiteY55" fmla="*/ 3991773 h 5753325"/>
              <a:gd name="connsiteX56" fmla="*/ 5157053 w 6447632"/>
              <a:gd name="connsiteY56" fmla="*/ 3997708 h 5753325"/>
              <a:gd name="connsiteX57" fmla="*/ 5127922 w 6447632"/>
              <a:gd name="connsiteY57" fmla="*/ 4022660 h 5753325"/>
              <a:gd name="connsiteX58" fmla="*/ 5020872 w 6447632"/>
              <a:gd name="connsiteY58" fmla="*/ 4075951 h 5753325"/>
              <a:gd name="connsiteX59" fmla="*/ 4991410 w 6447632"/>
              <a:gd name="connsiteY59" fmla="*/ 4087598 h 5753325"/>
              <a:gd name="connsiteX60" fmla="*/ 4930112 w 6447632"/>
              <a:gd name="connsiteY60" fmla="*/ 4138459 h 5753325"/>
              <a:gd name="connsiteX61" fmla="*/ 4834224 w 6447632"/>
              <a:gd name="connsiteY61" fmla="*/ 4231643 h 5753325"/>
              <a:gd name="connsiteX62" fmla="*/ 4812599 w 6447632"/>
              <a:gd name="connsiteY62" fmla="*/ 4249449 h 5753325"/>
              <a:gd name="connsiteX63" fmla="*/ 4789188 w 6447632"/>
              <a:gd name="connsiteY63" fmla="*/ 4256678 h 5753325"/>
              <a:gd name="connsiteX64" fmla="*/ 4779554 w 6447632"/>
              <a:gd name="connsiteY64" fmla="*/ 4251313 h 5753325"/>
              <a:gd name="connsiteX65" fmla="*/ 4766885 w 6447632"/>
              <a:gd name="connsiteY65" fmla="*/ 4259812 h 5753325"/>
              <a:gd name="connsiteX66" fmla="*/ 4762510 w 6447632"/>
              <a:gd name="connsiteY66" fmla="*/ 4260383 h 5753325"/>
              <a:gd name="connsiteX67" fmla="*/ 4738416 w 6447632"/>
              <a:gd name="connsiteY67" fmla="*/ 4265355 h 5753325"/>
              <a:gd name="connsiteX68" fmla="*/ 4712007 w 6447632"/>
              <a:gd name="connsiteY68" fmla="*/ 4317892 h 5753325"/>
              <a:gd name="connsiteX69" fmla="*/ 4658930 w 6447632"/>
              <a:gd name="connsiteY69" fmla="*/ 4348041 h 5753325"/>
              <a:gd name="connsiteX70" fmla="*/ 4443526 w 6447632"/>
              <a:gd name="connsiteY70" fmla="*/ 4507851 h 5753325"/>
              <a:gd name="connsiteX71" fmla="*/ 4289766 w 6447632"/>
              <a:gd name="connsiteY71" fmla="*/ 4711450 h 5753325"/>
              <a:gd name="connsiteX72" fmla="*/ 4150870 w 6447632"/>
              <a:gd name="connsiteY72" fmla="*/ 4818480 h 5753325"/>
              <a:gd name="connsiteX73" fmla="*/ 4006639 w 6447632"/>
              <a:gd name="connsiteY73" fmla="*/ 4933815 h 5753325"/>
              <a:gd name="connsiteX74" fmla="*/ 3298210 w 6447632"/>
              <a:gd name="connsiteY74" fmla="*/ 5070790 h 5753325"/>
              <a:gd name="connsiteX75" fmla="*/ 2947678 w 6447632"/>
              <a:gd name="connsiteY75" fmla="*/ 5117869 h 5753325"/>
              <a:gd name="connsiteX76" fmla="*/ 2822169 w 6447632"/>
              <a:gd name="connsiteY76" fmla="*/ 5129396 h 5753325"/>
              <a:gd name="connsiteX77" fmla="*/ 2538773 w 6447632"/>
              <a:gd name="connsiteY77" fmla="*/ 5313397 h 5753325"/>
              <a:gd name="connsiteX78" fmla="*/ 2014500 w 6447632"/>
              <a:gd name="connsiteY78" fmla="*/ 5519744 h 5753325"/>
              <a:gd name="connsiteX79" fmla="*/ 1934391 w 6447632"/>
              <a:gd name="connsiteY79" fmla="*/ 5591335 h 5753325"/>
              <a:gd name="connsiteX80" fmla="*/ 1892550 w 6447632"/>
              <a:gd name="connsiteY80" fmla="*/ 5649708 h 5753325"/>
              <a:gd name="connsiteX81" fmla="*/ 1854769 w 6447632"/>
              <a:gd name="connsiteY81" fmla="*/ 5647691 h 5753325"/>
              <a:gd name="connsiteX82" fmla="*/ 1809461 w 6447632"/>
              <a:gd name="connsiteY82" fmla="*/ 5648628 h 5753325"/>
              <a:gd name="connsiteX83" fmla="*/ 1745150 w 6447632"/>
              <a:gd name="connsiteY83" fmla="*/ 5693879 h 5753325"/>
              <a:gd name="connsiteX84" fmla="*/ 1713375 w 6447632"/>
              <a:gd name="connsiteY84" fmla="*/ 5684672 h 5753325"/>
              <a:gd name="connsiteX85" fmla="*/ 1707808 w 6447632"/>
              <a:gd name="connsiteY85" fmla="*/ 5682611 h 5753325"/>
              <a:gd name="connsiteX86" fmla="*/ 1679313 w 6447632"/>
              <a:gd name="connsiteY86" fmla="*/ 5672360 h 5753325"/>
              <a:gd name="connsiteX87" fmla="*/ 1646933 w 6447632"/>
              <a:gd name="connsiteY87" fmla="*/ 5666227 h 5753325"/>
              <a:gd name="connsiteX88" fmla="*/ 1610055 w 6447632"/>
              <a:gd name="connsiteY88" fmla="*/ 5673643 h 5753325"/>
              <a:gd name="connsiteX89" fmla="*/ 1437641 w 6447632"/>
              <a:gd name="connsiteY89" fmla="*/ 5723266 h 5753325"/>
              <a:gd name="connsiteX90" fmla="*/ 1332869 w 6447632"/>
              <a:gd name="connsiteY90" fmla="*/ 5744752 h 5753325"/>
              <a:gd name="connsiteX91" fmla="*/ 1290525 w 6447632"/>
              <a:gd name="connsiteY91" fmla="*/ 5740036 h 5753325"/>
              <a:gd name="connsiteX92" fmla="*/ 1233107 w 6447632"/>
              <a:gd name="connsiteY92" fmla="*/ 5742106 h 5753325"/>
              <a:gd name="connsiteX93" fmla="*/ 1214532 w 6447632"/>
              <a:gd name="connsiteY93" fmla="*/ 5753325 h 5753325"/>
              <a:gd name="connsiteX94" fmla="*/ 1199955 w 6447632"/>
              <a:gd name="connsiteY94" fmla="*/ 5744831 h 5753325"/>
              <a:gd name="connsiteX95" fmla="*/ 1162337 w 6447632"/>
              <a:gd name="connsiteY95" fmla="*/ 5738048 h 5753325"/>
              <a:gd name="connsiteX96" fmla="*/ 1053457 w 6447632"/>
              <a:gd name="connsiteY96" fmla="*/ 5688676 h 5753325"/>
              <a:gd name="connsiteX97" fmla="*/ 1025798 w 6447632"/>
              <a:gd name="connsiteY97" fmla="*/ 5673166 h 5753325"/>
              <a:gd name="connsiteX98" fmla="*/ 947900 w 6447632"/>
              <a:gd name="connsiteY98" fmla="*/ 5657848 h 5753325"/>
              <a:gd name="connsiteX99" fmla="*/ 815627 w 6447632"/>
              <a:gd name="connsiteY99" fmla="*/ 5642557 h 5753325"/>
              <a:gd name="connsiteX100" fmla="*/ 788251 w 6447632"/>
              <a:gd name="connsiteY100" fmla="*/ 5637065 h 5753325"/>
              <a:gd name="connsiteX101" fmla="*/ 767822 w 6447632"/>
              <a:gd name="connsiteY101" fmla="*/ 5623450 h 5753325"/>
              <a:gd name="connsiteX102" fmla="*/ 765791 w 6447632"/>
              <a:gd name="connsiteY102" fmla="*/ 5612539 h 5753325"/>
              <a:gd name="connsiteX103" fmla="*/ 751230 w 6447632"/>
              <a:gd name="connsiteY103" fmla="*/ 5608092 h 5753325"/>
              <a:gd name="connsiteX104" fmla="*/ 748008 w 6447632"/>
              <a:gd name="connsiteY104" fmla="*/ 5605052 h 5753325"/>
              <a:gd name="connsiteX105" fmla="*/ 728871 w 6447632"/>
              <a:gd name="connsiteY105" fmla="*/ 5589469 h 5753325"/>
              <a:gd name="connsiteX106" fmla="*/ 671898 w 6447632"/>
              <a:gd name="connsiteY106" fmla="*/ 5602363 h 5753325"/>
              <a:gd name="connsiteX107" fmla="*/ 615065 w 6447632"/>
              <a:gd name="connsiteY107" fmla="*/ 5580257 h 5753325"/>
              <a:gd name="connsiteX108" fmla="*/ 355785 w 6447632"/>
              <a:gd name="connsiteY108" fmla="*/ 5514383 h 5753325"/>
              <a:gd name="connsiteX109" fmla="*/ 102269 w 6447632"/>
              <a:gd name="connsiteY109" fmla="*/ 5524347 h 5753325"/>
              <a:gd name="connsiteX110" fmla="*/ 13160 w 6447632"/>
              <a:gd name="connsiteY110" fmla="*/ 5514159 h 5753325"/>
              <a:gd name="connsiteX111" fmla="*/ 0 w 6447632"/>
              <a:gd name="connsiteY111" fmla="*/ 5511735 h 5753325"/>
              <a:gd name="connsiteX112" fmla="*/ 0 w 6447632"/>
              <a:gd name="connsiteY112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75685 w 6447632"/>
              <a:gd name="connsiteY6" fmla="*/ 535865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426552 w 6447632"/>
              <a:gd name="connsiteY11" fmla="*/ 845805 h 5753325"/>
              <a:gd name="connsiteX12" fmla="*/ 6434072 w 6447632"/>
              <a:gd name="connsiteY12" fmla="*/ 910733 h 5753325"/>
              <a:gd name="connsiteX13" fmla="*/ 6432570 w 6447632"/>
              <a:gd name="connsiteY13" fmla="*/ 983394 h 5753325"/>
              <a:gd name="connsiteX14" fmla="*/ 6431878 w 6447632"/>
              <a:gd name="connsiteY14" fmla="*/ 1026728 h 5753325"/>
              <a:gd name="connsiteX15" fmla="*/ 6414269 w 6447632"/>
              <a:gd name="connsiteY15" fmla="*/ 1151111 h 5753325"/>
              <a:gd name="connsiteX16" fmla="*/ 6371722 w 6447632"/>
              <a:gd name="connsiteY16" fmla="*/ 1318080 h 5753325"/>
              <a:gd name="connsiteX17" fmla="*/ 6356023 w 6447632"/>
              <a:gd name="connsiteY17" fmla="*/ 1356227 h 5753325"/>
              <a:gd name="connsiteX18" fmla="*/ 6356157 w 6447632"/>
              <a:gd name="connsiteY18" fmla="*/ 1361967 h 5753325"/>
              <a:gd name="connsiteX19" fmla="*/ 6350613 w 6447632"/>
              <a:gd name="connsiteY19" fmla="*/ 1393569 h 5753325"/>
              <a:gd name="connsiteX20" fmla="*/ 6357062 w 6447632"/>
              <a:gd name="connsiteY20" fmla="*/ 1444071 h 5753325"/>
              <a:gd name="connsiteX21" fmla="*/ 6364832 w 6447632"/>
              <a:gd name="connsiteY21" fmla="*/ 1478763 h 5753325"/>
              <a:gd name="connsiteX22" fmla="*/ 6369745 w 6447632"/>
              <a:gd name="connsiteY22" fmla="*/ 1495680 h 5753325"/>
              <a:gd name="connsiteX23" fmla="*/ 6370898 w 6447632"/>
              <a:gd name="connsiteY23" fmla="*/ 1513331 h 5753325"/>
              <a:gd name="connsiteX24" fmla="*/ 6368801 w 6447632"/>
              <a:gd name="connsiteY24" fmla="*/ 1527414 h 5753325"/>
              <a:gd name="connsiteX25" fmla="*/ 6359177 w 6447632"/>
              <a:gd name="connsiteY25" fmla="*/ 1639513 h 5753325"/>
              <a:gd name="connsiteX26" fmla="*/ 6299489 w 6447632"/>
              <a:gd name="connsiteY26" fmla="*/ 1784860 h 5753325"/>
              <a:gd name="connsiteX27" fmla="*/ 6267878 w 6447632"/>
              <a:gd name="connsiteY27" fmla="*/ 1858572 h 5753325"/>
              <a:gd name="connsiteX28" fmla="*/ 6251146 w 6447632"/>
              <a:gd name="connsiteY28" fmla="*/ 1926167 h 5753325"/>
              <a:gd name="connsiteX29" fmla="*/ 6210686 w 6447632"/>
              <a:gd name="connsiteY29" fmla="*/ 2014834 h 5753325"/>
              <a:gd name="connsiteX30" fmla="*/ 6106652 w 6447632"/>
              <a:gd name="connsiteY30" fmla="*/ 2150572 h 5753325"/>
              <a:gd name="connsiteX31" fmla="*/ 6097813 w 6447632"/>
              <a:gd name="connsiteY31" fmla="*/ 2172208 h 5753325"/>
              <a:gd name="connsiteX32" fmla="*/ 6095990 w 6447632"/>
              <a:gd name="connsiteY32" fmla="*/ 2181185 h 5753325"/>
              <a:gd name="connsiteX33" fmla="*/ 6090126 w 6447632"/>
              <a:gd name="connsiteY33" fmla="*/ 2192533 h 5753325"/>
              <a:gd name="connsiteX34" fmla="*/ 6089503 w 6447632"/>
              <a:gd name="connsiteY34" fmla="*/ 2192543 h 5753325"/>
              <a:gd name="connsiteX35" fmla="*/ 6084946 w 6447632"/>
              <a:gd name="connsiteY35" fmla="*/ 2203694 h 5753325"/>
              <a:gd name="connsiteX36" fmla="*/ 5987861 w 6447632"/>
              <a:gd name="connsiteY36" fmla="*/ 2304868 h 5753325"/>
              <a:gd name="connsiteX37" fmla="*/ 5973439 w 6447632"/>
              <a:gd name="connsiteY37" fmla="*/ 2385635 h 5753325"/>
              <a:gd name="connsiteX38" fmla="*/ 5916727 w 6447632"/>
              <a:gd name="connsiteY38" fmla="*/ 2458777 h 5753325"/>
              <a:gd name="connsiteX39" fmla="*/ 5856524 w 6447632"/>
              <a:gd name="connsiteY39" fmla="*/ 2583281 h 5753325"/>
              <a:gd name="connsiteX40" fmla="*/ 5838091 w 6447632"/>
              <a:gd name="connsiteY40" fmla="*/ 2753474 h 5753325"/>
              <a:gd name="connsiteX41" fmla="*/ 5777471 w 6447632"/>
              <a:gd name="connsiteY41" fmla="*/ 2901570 h 5753325"/>
              <a:gd name="connsiteX42" fmla="*/ 5723992 w 6447632"/>
              <a:gd name="connsiteY42" fmla="*/ 2998752 h 5753325"/>
              <a:gd name="connsiteX43" fmla="*/ 5557886 w 6447632"/>
              <a:gd name="connsiteY43" fmla="*/ 3329735 h 5753325"/>
              <a:gd name="connsiteX44" fmla="*/ 5471501 w 6447632"/>
              <a:gd name="connsiteY44" fmla="*/ 3462221 h 5753325"/>
              <a:gd name="connsiteX45" fmla="*/ 5465154 w 6447632"/>
              <a:gd name="connsiteY45" fmla="*/ 3541065 h 5753325"/>
              <a:gd name="connsiteX46" fmla="*/ 5437889 w 6447632"/>
              <a:gd name="connsiteY46" fmla="*/ 3559927 h 5753325"/>
              <a:gd name="connsiteX47" fmla="*/ 5432770 w 6447632"/>
              <a:gd name="connsiteY47" fmla="*/ 3562948 h 5753325"/>
              <a:gd name="connsiteX48" fmla="*/ 5406795 w 6447632"/>
              <a:gd name="connsiteY48" fmla="*/ 3578594 h 5753325"/>
              <a:gd name="connsiteX49" fmla="*/ 5381495 w 6447632"/>
              <a:gd name="connsiteY49" fmla="*/ 3599883 h 5753325"/>
              <a:gd name="connsiteX50" fmla="*/ 5363689 w 6447632"/>
              <a:gd name="connsiteY50" fmla="*/ 3633299 h 5753325"/>
              <a:gd name="connsiteX51" fmla="*/ 5291870 w 6447632"/>
              <a:gd name="connsiteY51" fmla="*/ 3799039 h 5753325"/>
              <a:gd name="connsiteX52" fmla="*/ 5241600 w 6447632"/>
              <a:gd name="connsiteY52" fmla="*/ 3894238 h 5753325"/>
              <a:gd name="connsiteX53" fmla="*/ 5211041 w 6447632"/>
              <a:gd name="connsiteY53" fmla="*/ 3924184 h 5753325"/>
              <a:gd name="connsiteX54" fmla="*/ 5176073 w 6447632"/>
              <a:gd name="connsiteY54" fmla="*/ 3970179 h 5753325"/>
              <a:gd name="connsiteX55" fmla="*/ 5172826 w 6447632"/>
              <a:gd name="connsiteY55" fmla="*/ 3991773 h 5753325"/>
              <a:gd name="connsiteX56" fmla="*/ 5157053 w 6447632"/>
              <a:gd name="connsiteY56" fmla="*/ 3997708 h 5753325"/>
              <a:gd name="connsiteX57" fmla="*/ 5127922 w 6447632"/>
              <a:gd name="connsiteY57" fmla="*/ 4022660 h 5753325"/>
              <a:gd name="connsiteX58" fmla="*/ 5020872 w 6447632"/>
              <a:gd name="connsiteY58" fmla="*/ 4075951 h 5753325"/>
              <a:gd name="connsiteX59" fmla="*/ 4991410 w 6447632"/>
              <a:gd name="connsiteY59" fmla="*/ 4087598 h 5753325"/>
              <a:gd name="connsiteX60" fmla="*/ 4930112 w 6447632"/>
              <a:gd name="connsiteY60" fmla="*/ 4138459 h 5753325"/>
              <a:gd name="connsiteX61" fmla="*/ 4834224 w 6447632"/>
              <a:gd name="connsiteY61" fmla="*/ 4231643 h 5753325"/>
              <a:gd name="connsiteX62" fmla="*/ 4812599 w 6447632"/>
              <a:gd name="connsiteY62" fmla="*/ 4249449 h 5753325"/>
              <a:gd name="connsiteX63" fmla="*/ 4789188 w 6447632"/>
              <a:gd name="connsiteY63" fmla="*/ 4256678 h 5753325"/>
              <a:gd name="connsiteX64" fmla="*/ 4779554 w 6447632"/>
              <a:gd name="connsiteY64" fmla="*/ 4251313 h 5753325"/>
              <a:gd name="connsiteX65" fmla="*/ 4766885 w 6447632"/>
              <a:gd name="connsiteY65" fmla="*/ 4259812 h 5753325"/>
              <a:gd name="connsiteX66" fmla="*/ 4762510 w 6447632"/>
              <a:gd name="connsiteY66" fmla="*/ 4260383 h 5753325"/>
              <a:gd name="connsiteX67" fmla="*/ 4738416 w 6447632"/>
              <a:gd name="connsiteY67" fmla="*/ 4265355 h 5753325"/>
              <a:gd name="connsiteX68" fmla="*/ 4712007 w 6447632"/>
              <a:gd name="connsiteY68" fmla="*/ 4317892 h 5753325"/>
              <a:gd name="connsiteX69" fmla="*/ 4658930 w 6447632"/>
              <a:gd name="connsiteY69" fmla="*/ 4348041 h 5753325"/>
              <a:gd name="connsiteX70" fmla="*/ 4443526 w 6447632"/>
              <a:gd name="connsiteY70" fmla="*/ 4507851 h 5753325"/>
              <a:gd name="connsiteX71" fmla="*/ 4289766 w 6447632"/>
              <a:gd name="connsiteY71" fmla="*/ 4711450 h 5753325"/>
              <a:gd name="connsiteX72" fmla="*/ 4150870 w 6447632"/>
              <a:gd name="connsiteY72" fmla="*/ 4818480 h 5753325"/>
              <a:gd name="connsiteX73" fmla="*/ 4006639 w 6447632"/>
              <a:gd name="connsiteY73" fmla="*/ 4933815 h 5753325"/>
              <a:gd name="connsiteX74" fmla="*/ 3298210 w 6447632"/>
              <a:gd name="connsiteY74" fmla="*/ 5070790 h 5753325"/>
              <a:gd name="connsiteX75" fmla="*/ 2947678 w 6447632"/>
              <a:gd name="connsiteY75" fmla="*/ 5117869 h 5753325"/>
              <a:gd name="connsiteX76" fmla="*/ 2822169 w 6447632"/>
              <a:gd name="connsiteY76" fmla="*/ 5129396 h 5753325"/>
              <a:gd name="connsiteX77" fmla="*/ 2538773 w 6447632"/>
              <a:gd name="connsiteY77" fmla="*/ 5313397 h 5753325"/>
              <a:gd name="connsiteX78" fmla="*/ 2014500 w 6447632"/>
              <a:gd name="connsiteY78" fmla="*/ 5519744 h 5753325"/>
              <a:gd name="connsiteX79" fmla="*/ 1934391 w 6447632"/>
              <a:gd name="connsiteY79" fmla="*/ 5591335 h 5753325"/>
              <a:gd name="connsiteX80" fmla="*/ 1892550 w 6447632"/>
              <a:gd name="connsiteY80" fmla="*/ 5649708 h 5753325"/>
              <a:gd name="connsiteX81" fmla="*/ 1854769 w 6447632"/>
              <a:gd name="connsiteY81" fmla="*/ 5647691 h 5753325"/>
              <a:gd name="connsiteX82" fmla="*/ 1809461 w 6447632"/>
              <a:gd name="connsiteY82" fmla="*/ 5648628 h 5753325"/>
              <a:gd name="connsiteX83" fmla="*/ 1745150 w 6447632"/>
              <a:gd name="connsiteY83" fmla="*/ 5693879 h 5753325"/>
              <a:gd name="connsiteX84" fmla="*/ 1713375 w 6447632"/>
              <a:gd name="connsiteY84" fmla="*/ 5684672 h 5753325"/>
              <a:gd name="connsiteX85" fmla="*/ 1707808 w 6447632"/>
              <a:gd name="connsiteY85" fmla="*/ 5682611 h 5753325"/>
              <a:gd name="connsiteX86" fmla="*/ 1679313 w 6447632"/>
              <a:gd name="connsiteY86" fmla="*/ 5672360 h 5753325"/>
              <a:gd name="connsiteX87" fmla="*/ 1646933 w 6447632"/>
              <a:gd name="connsiteY87" fmla="*/ 5666227 h 5753325"/>
              <a:gd name="connsiteX88" fmla="*/ 1610055 w 6447632"/>
              <a:gd name="connsiteY88" fmla="*/ 5673643 h 5753325"/>
              <a:gd name="connsiteX89" fmla="*/ 1437641 w 6447632"/>
              <a:gd name="connsiteY89" fmla="*/ 5723266 h 5753325"/>
              <a:gd name="connsiteX90" fmla="*/ 1332869 w 6447632"/>
              <a:gd name="connsiteY90" fmla="*/ 5744752 h 5753325"/>
              <a:gd name="connsiteX91" fmla="*/ 1290525 w 6447632"/>
              <a:gd name="connsiteY91" fmla="*/ 5740036 h 5753325"/>
              <a:gd name="connsiteX92" fmla="*/ 1233107 w 6447632"/>
              <a:gd name="connsiteY92" fmla="*/ 5742106 h 5753325"/>
              <a:gd name="connsiteX93" fmla="*/ 1214532 w 6447632"/>
              <a:gd name="connsiteY93" fmla="*/ 5753325 h 5753325"/>
              <a:gd name="connsiteX94" fmla="*/ 1199955 w 6447632"/>
              <a:gd name="connsiteY94" fmla="*/ 5744831 h 5753325"/>
              <a:gd name="connsiteX95" fmla="*/ 1162337 w 6447632"/>
              <a:gd name="connsiteY95" fmla="*/ 5738048 h 5753325"/>
              <a:gd name="connsiteX96" fmla="*/ 1053457 w 6447632"/>
              <a:gd name="connsiteY96" fmla="*/ 5688676 h 5753325"/>
              <a:gd name="connsiteX97" fmla="*/ 1025798 w 6447632"/>
              <a:gd name="connsiteY97" fmla="*/ 5673166 h 5753325"/>
              <a:gd name="connsiteX98" fmla="*/ 947900 w 6447632"/>
              <a:gd name="connsiteY98" fmla="*/ 5657848 h 5753325"/>
              <a:gd name="connsiteX99" fmla="*/ 815627 w 6447632"/>
              <a:gd name="connsiteY99" fmla="*/ 5642557 h 5753325"/>
              <a:gd name="connsiteX100" fmla="*/ 788251 w 6447632"/>
              <a:gd name="connsiteY100" fmla="*/ 5637065 h 5753325"/>
              <a:gd name="connsiteX101" fmla="*/ 767822 w 6447632"/>
              <a:gd name="connsiteY101" fmla="*/ 5623450 h 5753325"/>
              <a:gd name="connsiteX102" fmla="*/ 765791 w 6447632"/>
              <a:gd name="connsiteY102" fmla="*/ 5612539 h 5753325"/>
              <a:gd name="connsiteX103" fmla="*/ 751230 w 6447632"/>
              <a:gd name="connsiteY103" fmla="*/ 5608092 h 5753325"/>
              <a:gd name="connsiteX104" fmla="*/ 748008 w 6447632"/>
              <a:gd name="connsiteY104" fmla="*/ 5605052 h 5753325"/>
              <a:gd name="connsiteX105" fmla="*/ 728871 w 6447632"/>
              <a:gd name="connsiteY105" fmla="*/ 5589469 h 5753325"/>
              <a:gd name="connsiteX106" fmla="*/ 671898 w 6447632"/>
              <a:gd name="connsiteY106" fmla="*/ 5602363 h 5753325"/>
              <a:gd name="connsiteX107" fmla="*/ 615065 w 6447632"/>
              <a:gd name="connsiteY107" fmla="*/ 5580257 h 5753325"/>
              <a:gd name="connsiteX108" fmla="*/ 355785 w 6447632"/>
              <a:gd name="connsiteY108" fmla="*/ 5514383 h 5753325"/>
              <a:gd name="connsiteX109" fmla="*/ 102269 w 6447632"/>
              <a:gd name="connsiteY109" fmla="*/ 5524347 h 5753325"/>
              <a:gd name="connsiteX110" fmla="*/ 13160 w 6447632"/>
              <a:gd name="connsiteY110" fmla="*/ 5514159 h 5753325"/>
              <a:gd name="connsiteX111" fmla="*/ 0 w 6447632"/>
              <a:gd name="connsiteY111" fmla="*/ 5511735 h 5753325"/>
              <a:gd name="connsiteX112" fmla="*/ 0 w 6447632"/>
              <a:gd name="connsiteY112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426552 w 6447632"/>
              <a:gd name="connsiteY11" fmla="*/ 845805 h 5753325"/>
              <a:gd name="connsiteX12" fmla="*/ 6434072 w 6447632"/>
              <a:gd name="connsiteY12" fmla="*/ 910733 h 5753325"/>
              <a:gd name="connsiteX13" fmla="*/ 6432570 w 6447632"/>
              <a:gd name="connsiteY13" fmla="*/ 983394 h 5753325"/>
              <a:gd name="connsiteX14" fmla="*/ 6431878 w 6447632"/>
              <a:gd name="connsiteY14" fmla="*/ 1026728 h 5753325"/>
              <a:gd name="connsiteX15" fmla="*/ 6414269 w 6447632"/>
              <a:gd name="connsiteY15" fmla="*/ 1151111 h 5753325"/>
              <a:gd name="connsiteX16" fmla="*/ 6371722 w 6447632"/>
              <a:gd name="connsiteY16" fmla="*/ 1318080 h 5753325"/>
              <a:gd name="connsiteX17" fmla="*/ 6356023 w 6447632"/>
              <a:gd name="connsiteY17" fmla="*/ 1356227 h 5753325"/>
              <a:gd name="connsiteX18" fmla="*/ 6356157 w 6447632"/>
              <a:gd name="connsiteY18" fmla="*/ 1361967 h 5753325"/>
              <a:gd name="connsiteX19" fmla="*/ 6350613 w 6447632"/>
              <a:gd name="connsiteY19" fmla="*/ 1393569 h 5753325"/>
              <a:gd name="connsiteX20" fmla="*/ 6357062 w 6447632"/>
              <a:gd name="connsiteY20" fmla="*/ 1444071 h 5753325"/>
              <a:gd name="connsiteX21" fmla="*/ 6364832 w 6447632"/>
              <a:gd name="connsiteY21" fmla="*/ 1478763 h 5753325"/>
              <a:gd name="connsiteX22" fmla="*/ 6369745 w 6447632"/>
              <a:gd name="connsiteY22" fmla="*/ 1495680 h 5753325"/>
              <a:gd name="connsiteX23" fmla="*/ 6370898 w 6447632"/>
              <a:gd name="connsiteY23" fmla="*/ 1513331 h 5753325"/>
              <a:gd name="connsiteX24" fmla="*/ 6368801 w 6447632"/>
              <a:gd name="connsiteY24" fmla="*/ 1527414 h 5753325"/>
              <a:gd name="connsiteX25" fmla="*/ 6359177 w 6447632"/>
              <a:gd name="connsiteY25" fmla="*/ 1639513 h 5753325"/>
              <a:gd name="connsiteX26" fmla="*/ 6299489 w 6447632"/>
              <a:gd name="connsiteY26" fmla="*/ 1784860 h 5753325"/>
              <a:gd name="connsiteX27" fmla="*/ 6267878 w 6447632"/>
              <a:gd name="connsiteY27" fmla="*/ 1858572 h 5753325"/>
              <a:gd name="connsiteX28" fmla="*/ 6251146 w 6447632"/>
              <a:gd name="connsiteY28" fmla="*/ 1926167 h 5753325"/>
              <a:gd name="connsiteX29" fmla="*/ 6210686 w 6447632"/>
              <a:gd name="connsiteY29" fmla="*/ 2014834 h 5753325"/>
              <a:gd name="connsiteX30" fmla="*/ 6106652 w 6447632"/>
              <a:gd name="connsiteY30" fmla="*/ 2150572 h 5753325"/>
              <a:gd name="connsiteX31" fmla="*/ 6097813 w 6447632"/>
              <a:gd name="connsiteY31" fmla="*/ 2172208 h 5753325"/>
              <a:gd name="connsiteX32" fmla="*/ 6095990 w 6447632"/>
              <a:gd name="connsiteY32" fmla="*/ 2181185 h 5753325"/>
              <a:gd name="connsiteX33" fmla="*/ 6090126 w 6447632"/>
              <a:gd name="connsiteY33" fmla="*/ 2192533 h 5753325"/>
              <a:gd name="connsiteX34" fmla="*/ 6089503 w 6447632"/>
              <a:gd name="connsiteY34" fmla="*/ 2192543 h 5753325"/>
              <a:gd name="connsiteX35" fmla="*/ 6084946 w 6447632"/>
              <a:gd name="connsiteY35" fmla="*/ 2203694 h 5753325"/>
              <a:gd name="connsiteX36" fmla="*/ 5987861 w 6447632"/>
              <a:gd name="connsiteY36" fmla="*/ 2304868 h 5753325"/>
              <a:gd name="connsiteX37" fmla="*/ 5973439 w 6447632"/>
              <a:gd name="connsiteY37" fmla="*/ 2385635 h 5753325"/>
              <a:gd name="connsiteX38" fmla="*/ 5916727 w 6447632"/>
              <a:gd name="connsiteY38" fmla="*/ 2458777 h 5753325"/>
              <a:gd name="connsiteX39" fmla="*/ 5856524 w 6447632"/>
              <a:gd name="connsiteY39" fmla="*/ 2583281 h 5753325"/>
              <a:gd name="connsiteX40" fmla="*/ 5838091 w 6447632"/>
              <a:gd name="connsiteY40" fmla="*/ 2753474 h 5753325"/>
              <a:gd name="connsiteX41" fmla="*/ 5777471 w 6447632"/>
              <a:gd name="connsiteY41" fmla="*/ 2901570 h 5753325"/>
              <a:gd name="connsiteX42" fmla="*/ 5723992 w 6447632"/>
              <a:gd name="connsiteY42" fmla="*/ 2998752 h 5753325"/>
              <a:gd name="connsiteX43" fmla="*/ 5557886 w 6447632"/>
              <a:gd name="connsiteY43" fmla="*/ 3329735 h 5753325"/>
              <a:gd name="connsiteX44" fmla="*/ 5471501 w 6447632"/>
              <a:gd name="connsiteY44" fmla="*/ 3462221 h 5753325"/>
              <a:gd name="connsiteX45" fmla="*/ 5465154 w 6447632"/>
              <a:gd name="connsiteY45" fmla="*/ 3541065 h 5753325"/>
              <a:gd name="connsiteX46" fmla="*/ 5437889 w 6447632"/>
              <a:gd name="connsiteY46" fmla="*/ 3559927 h 5753325"/>
              <a:gd name="connsiteX47" fmla="*/ 5432770 w 6447632"/>
              <a:gd name="connsiteY47" fmla="*/ 3562948 h 5753325"/>
              <a:gd name="connsiteX48" fmla="*/ 5406795 w 6447632"/>
              <a:gd name="connsiteY48" fmla="*/ 3578594 h 5753325"/>
              <a:gd name="connsiteX49" fmla="*/ 5381495 w 6447632"/>
              <a:gd name="connsiteY49" fmla="*/ 3599883 h 5753325"/>
              <a:gd name="connsiteX50" fmla="*/ 5363689 w 6447632"/>
              <a:gd name="connsiteY50" fmla="*/ 3633299 h 5753325"/>
              <a:gd name="connsiteX51" fmla="*/ 5291870 w 6447632"/>
              <a:gd name="connsiteY51" fmla="*/ 3799039 h 5753325"/>
              <a:gd name="connsiteX52" fmla="*/ 5241600 w 6447632"/>
              <a:gd name="connsiteY52" fmla="*/ 3894238 h 5753325"/>
              <a:gd name="connsiteX53" fmla="*/ 5211041 w 6447632"/>
              <a:gd name="connsiteY53" fmla="*/ 3924184 h 5753325"/>
              <a:gd name="connsiteX54" fmla="*/ 5176073 w 6447632"/>
              <a:gd name="connsiteY54" fmla="*/ 3970179 h 5753325"/>
              <a:gd name="connsiteX55" fmla="*/ 5172826 w 6447632"/>
              <a:gd name="connsiteY55" fmla="*/ 3991773 h 5753325"/>
              <a:gd name="connsiteX56" fmla="*/ 5157053 w 6447632"/>
              <a:gd name="connsiteY56" fmla="*/ 3997708 h 5753325"/>
              <a:gd name="connsiteX57" fmla="*/ 5127922 w 6447632"/>
              <a:gd name="connsiteY57" fmla="*/ 4022660 h 5753325"/>
              <a:gd name="connsiteX58" fmla="*/ 5020872 w 6447632"/>
              <a:gd name="connsiteY58" fmla="*/ 4075951 h 5753325"/>
              <a:gd name="connsiteX59" fmla="*/ 4991410 w 6447632"/>
              <a:gd name="connsiteY59" fmla="*/ 4087598 h 5753325"/>
              <a:gd name="connsiteX60" fmla="*/ 4930112 w 6447632"/>
              <a:gd name="connsiteY60" fmla="*/ 4138459 h 5753325"/>
              <a:gd name="connsiteX61" fmla="*/ 4834224 w 6447632"/>
              <a:gd name="connsiteY61" fmla="*/ 4231643 h 5753325"/>
              <a:gd name="connsiteX62" fmla="*/ 4812599 w 6447632"/>
              <a:gd name="connsiteY62" fmla="*/ 4249449 h 5753325"/>
              <a:gd name="connsiteX63" fmla="*/ 4789188 w 6447632"/>
              <a:gd name="connsiteY63" fmla="*/ 4256678 h 5753325"/>
              <a:gd name="connsiteX64" fmla="*/ 4779554 w 6447632"/>
              <a:gd name="connsiteY64" fmla="*/ 4251313 h 5753325"/>
              <a:gd name="connsiteX65" fmla="*/ 4766885 w 6447632"/>
              <a:gd name="connsiteY65" fmla="*/ 4259812 h 5753325"/>
              <a:gd name="connsiteX66" fmla="*/ 4762510 w 6447632"/>
              <a:gd name="connsiteY66" fmla="*/ 4260383 h 5753325"/>
              <a:gd name="connsiteX67" fmla="*/ 4738416 w 6447632"/>
              <a:gd name="connsiteY67" fmla="*/ 4265355 h 5753325"/>
              <a:gd name="connsiteX68" fmla="*/ 4712007 w 6447632"/>
              <a:gd name="connsiteY68" fmla="*/ 4317892 h 5753325"/>
              <a:gd name="connsiteX69" fmla="*/ 4658930 w 6447632"/>
              <a:gd name="connsiteY69" fmla="*/ 4348041 h 5753325"/>
              <a:gd name="connsiteX70" fmla="*/ 4443526 w 6447632"/>
              <a:gd name="connsiteY70" fmla="*/ 4507851 h 5753325"/>
              <a:gd name="connsiteX71" fmla="*/ 4289766 w 6447632"/>
              <a:gd name="connsiteY71" fmla="*/ 4711450 h 5753325"/>
              <a:gd name="connsiteX72" fmla="*/ 4150870 w 6447632"/>
              <a:gd name="connsiteY72" fmla="*/ 4818480 h 5753325"/>
              <a:gd name="connsiteX73" fmla="*/ 4006639 w 6447632"/>
              <a:gd name="connsiteY73" fmla="*/ 4933815 h 5753325"/>
              <a:gd name="connsiteX74" fmla="*/ 3298210 w 6447632"/>
              <a:gd name="connsiteY74" fmla="*/ 5070790 h 5753325"/>
              <a:gd name="connsiteX75" fmla="*/ 2947678 w 6447632"/>
              <a:gd name="connsiteY75" fmla="*/ 5117869 h 5753325"/>
              <a:gd name="connsiteX76" fmla="*/ 2822169 w 6447632"/>
              <a:gd name="connsiteY76" fmla="*/ 5129396 h 5753325"/>
              <a:gd name="connsiteX77" fmla="*/ 2538773 w 6447632"/>
              <a:gd name="connsiteY77" fmla="*/ 5313397 h 5753325"/>
              <a:gd name="connsiteX78" fmla="*/ 2014500 w 6447632"/>
              <a:gd name="connsiteY78" fmla="*/ 5519744 h 5753325"/>
              <a:gd name="connsiteX79" fmla="*/ 1934391 w 6447632"/>
              <a:gd name="connsiteY79" fmla="*/ 5591335 h 5753325"/>
              <a:gd name="connsiteX80" fmla="*/ 1892550 w 6447632"/>
              <a:gd name="connsiteY80" fmla="*/ 5649708 h 5753325"/>
              <a:gd name="connsiteX81" fmla="*/ 1854769 w 6447632"/>
              <a:gd name="connsiteY81" fmla="*/ 5647691 h 5753325"/>
              <a:gd name="connsiteX82" fmla="*/ 1809461 w 6447632"/>
              <a:gd name="connsiteY82" fmla="*/ 5648628 h 5753325"/>
              <a:gd name="connsiteX83" fmla="*/ 1745150 w 6447632"/>
              <a:gd name="connsiteY83" fmla="*/ 5693879 h 5753325"/>
              <a:gd name="connsiteX84" fmla="*/ 1713375 w 6447632"/>
              <a:gd name="connsiteY84" fmla="*/ 5684672 h 5753325"/>
              <a:gd name="connsiteX85" fmla="*/ 1707808 w 6447632"/>
              <a:gd name="connsiteY85" fmla="*/ 5682611 h 5753325"/>
              <a:gd name="connsiteX86" fmla="*/ 1679313 w 6447632"/>
              <a:gd name="connsiteY86" fmla="*/ 5672360 h 5753325"/>
              <a:gd name="connsiteX87" fmla="*/ 1646933 w 6447632"/>
              <a:gd name="connsiteY87" fmla="*/ 5666227 h 5753325"/>
              <a:gd name="connsiteX88" fmla="*/ 1610055 w 6447632"/>
              <a:gd name="connsiteY88" fmla="*/ 5673643 h 5753325"/>
              <a:gd name="connsiteX89" fmla="*/ 1437641 w 6447632"/>
              <a:gd name="connsiteY89" fmla="*/ 5723266 h 5753325"/>
              <a:gd name="connsiteX90" fmla="*/ 1332869 w 6447632"/>
              <a:gd name="connsiteY90" fmla="*/ 5744752 h 5753325"/>
              <a:gd name="connsiteX91" fmla="*/ 1290525 w 6447632"/>
              <a:gd name="connsiteY91" fmla="*/ 5740036 h 5753325"/>
              <a:gd name="connsiteX92" fmla="*/ 1233107 w 6447632"/>
              <a:gd name="connsiteY92" fmla="*/ 5742106 h 5753325"/>
              <a:gd name="connsiteX93" fmla="*/ 1214532 w 6447632"/>
              <a:gd name="connsiteY93" fmla="*/ 5753325 h 5753325"/>
              <a:gd name="connsiteX94" fmla="*/ 1199955 w 6447632"/>
              <a:gd name="connsiteY94" fmla="*/ 5744831 h 5753325"/>
              <a:gd name="connsiteX95" fmla="*/ 1162337 w 6447632"/>
              <a:gd name="connsiteY95" fmla="*/ 5738048 h 5753325"/>
              <a:gd name="connsiteX96" fmla="*/ 1053457 w 6447632"/>
              <a:gd name="connsiteY96" fmla="*/ 5688676 h 5753325"/>
              <a:gd name="connsiteX97" fmla="*/ 1025798 w 6447632"/>
              <a:gd name="connsiteY97" fmla="*/ 5673166 h 5753325"/>
              <a:gd name="connsiteX98" fmla="*/ 947900 w 6447632"/>
              <a:gd name="connsiteY98" fmla="*/ 5657848 h 5753325"/>
              <a:gd name="connsiteX99" fmla="*/ 815627 w 6447632"/>
              <a:gd name="connsiteY99" fmla="*/ 5642557 h 5753325"/>
              <a:gd name="connsiteX100" fmla="*/ 788251 w 6447632"/>
              <a:gd name="connsiteY100" fmla="*/ 5637065 h 5753325"/>
              <a:gd name="connsiteX101" fmla="*/ 767822 w 6447632"/>
              <a:gd name="connsiteY101" fmla="*/ 5623450 h 5753325"/>
              <a:gd name="connsiteX102" fmla="*/ 765791 w 6447632"/>
              <a:gd name="connsiteY102" fmla="*/ 5612539 h 5753325"/>
              <a:gd name="connsiteX103" fmla="*/ 751230 w 6447632"/>
              <a:gd name="connsiteY103" fmla="*/ 5608092 h 5753325"/>
              <a:gd name="connsiteX104" fmla="*/ 748008 w 6447632"/>
              <a:gd name="connsiteY104" fmla="*/ 5605052 h 5753325"/>
              <a:gd name="connsiteX105" fmla="*/ 728871 w 6447632"/>
              <a:gd name="connsiteY105" fmla="*/ 5589469 h 5753325"/>
              <a:gd name="connsiteX106" fmla="*/ 671898 w 6447632"/>
              <a:gd name="connsiteY106" fmla="*/ 5602363 h 5753325"/>
              <a:gd name="connsiteX107" fmla="*/ 615065 w 6447632"/>
              <a:gd name="connsiteY107" fmla="*/ 5580257 h 5753325"/>
              <a:gd name="connsiteX108" fmla="*/ 355785 w 6447632"/>
              <a:gd name="connsiteY108" fmla="*/ 5514383 h 5753325"/>
              <a:gd name="connsiteX109" fmla="*/ 102269 w 6447632"/>
              <a:gd name="connsiteY109" fmla="*/ 5524347 h 5753325"/>
              <a:gd name="connsiteX110" fmla="*/ 13160 w 6447632"/>
              <a:gd name="connsiteY110" fmla="*/ 5514159 h 5753325"/>
              <a:gd name="connsiteX111" fmla="*/ 0 w 6447632"/>
              <a:gd name="connsiteY111" fmla="*/ 5511735 h 5753325"/>
              <a:gd name="connsiteX112" fmla="*/ 0 w 6447632"/>
              <a:gd name="connsiteY112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434072 w 6447632"/>
              <a:gd name="connsiteY12" fmla="*/ 910733 h 5753325"/>
              <a:gd name="connsiteX13" fmla="*/ 6432570 w 6447632"/>
              <a:gd name="connsiteY13" fmla="*/ 983394 h 5753325"/>
              <a:gd name="connsiteX14" fmla="*/ 6431878 w 6447632"/>
              <a:gd name="connsiteY14" fmla="*/ 1026728 h 5753325"/>
              <a:gd name="connsiteX15" fmla="*/ 6414269 w 6447632"/>
              <a:gd name="connsiteY15" fmla="*/ 1151111 h 5753325"/>
              <a:gd name="connsiteX16" fmla="*/ 6371722 w 6447632"/>
              <a:gd name="connsiteY16" fmla="*/ 1318080 h 5753325"/>
              <a:gd name="connsiteX17" fmla="*/ 6356023 w 6447632"/>
              <a:gd name="connsiteY17" fmla="*/ 1356227 h 5753325"/>
              <a:gd name="connsiteX18" fmla="*/ 6356157 w 6447632"/>
              <a:gd name="connsiteY18" fmla="*/ 1361967 h 5753325"/>
              <a:gd name="connsiteX19" fmla="*/ 6350613 w 6447632"/>
              <a:gd name="connsiteY19" fmla="*/ 1393569 h 5753325"/>
              <a:gd name="connsiteX20" fmla="*/ 6357062 w 6447632"/>
              <a:gd name="connsiteY20" fmla="*/ 1444071 h 5753325"/>
              <a:gd name="connsiteX21" fmla="*/ 6364832 w 6447632"/>
              <a:gd name="connsiteY21" fmla="*/ 1478763 h 5753325"/>
              <a:gd name="connsiteX22" fmla="*/ 6369745 w 6447632"/>
              <a:gd name="connsiteY22" fmla="*/ 1495680 h 5753325"/>
              <a:gd name="connsiteX23" fmla="*/ 6370898 w 6447632"/>
              <a:gd name="connsiteY23" fmla="*/ 1513331 h 5753325"/>
              <a:gd name="connsiteX24" fmla="*/ 6368801 w 6447632"/>
              <a:gd name="connsiteY24" fmla="*/ 1527414 h 5753325"/>
              <a:gd name="connsiteX25" fmla="*/ 6359177 w 6447632"/>
              <a:gd name="connsiteY25" fmla="*/ 1639513 h 5753325"/>
              <a:gd name="connsiteX26" fmla="*/ 6299489 w 6447632"/>
              <a:gd name="connsiteY26" fmla="*/ 1784860 h 5753325"/>
              <a:gd name="connsiteX27" fmla="*/ 6267878 w 6447632"/>
              <a:gd name="connsiteY27" fmla="*/ 1858572 h 5753325"/>
              <a:gd name="connsiteX28" fmla="*/ 6251146 w 6447632"/>
              <a:gd name="connsiteY28" fmla="*/ 1926167 h 5753325"/>
              <a:gd name="connsiteX29" fmla="*/ 6210686 w 6447632"/>
              <a:gd name="connsiteY29" fmla="*/ 2014834 h 5753325"/>
              <a:gd name="connsiteX30" fmla="*/ 6106652 w 6447632"/>
              <a:gd name="connsiteY30" fmla="*/ 2150572 h 5753325"/>
              <a:gd name="connsiteX31" fmla="*/ 6097813 w 6447632"/>
              <a:gd name="connsiteY31" fmla="*/ 2172208 h 5753325"/>
              <a:gd name="connsiteX32" fmla="*/ 6095990 w 6447632"/>
              <a:gd name="connsiteY32" fmla="*/ 2181185 h 5753325"/>
              <a:gd name="connsiteX33" fmla="*/ 6090126 w 6447632"/>
              <a:gd name="connsiteY33" fmla="*/ 2192533 h 5753325"/>
              <a:gd name="connsiteX34" fmla="*/ 6089503 w 6447632"/>
              <a:gd name="connsiteY34" fmla="*/ 2192543 h 5753325"/>
              <a:gd name="connsiteX35" fmla="*/ 6084946 w 6447632"/>
              <a:gd name="connsiteY35" fmla="*/ 2203694 h 5753325"/>
              <a:gd name="connsiteX36" fmla="*/ 5987861 w 6447632"/>
              <a:gd name="connsiteY36" fmla="*/ 2304868 h 5753325"/>
              <a:gd name="connsiteX37" fmla="*/ 5973439 w 6447632"/>
              <a:gd name="connsiteY37" fmla="*/ 2385635 h 5753325"/>
              <a:gd name="connsiteX38" fmla="*/ 5916727 w 6447632"/>
              <a:gd name="connsiteY38" fmla="*/ 2458777 h 5753325"/>
              <a:gd name="connsiteX39" fmla="*/ 5856524 w 6447632"/>
              <a:gd name="connsiteY39" fmla="*/ 2583281 h 5753325"/>
              <a:gd name="connsiteX40" fmla="*/ 5838091 w 6447632"/>
              <a:gd name="connsiteY40" fmla="*/ 2753474 h 5753325"/>
              <a:gd name="connsiteX41" fmla="*/ 5777471 w 6447632"/>
              <a:gd name="connsiteY41" fmla="*/ 2901570 h 5753325"/>
              <a:gd name="connsiteX42" fmla="*/ 5723992 w 6447632"/>
              <a:gd name="connsiteY42" fmla="*/ 2998752 h 5753325"/>
              <a:gd name="connsiteX43" fmla="*/ 5557886 w 6447632"/>
              <a:gd name="connsiteY43" fmla="*/ 3329735 h 5753325"/>
              <a:gd name="connsiteX44" fmla="*/ 5471501 w 6447632"/>
              <a:gd name="connsiteY44" fmla="*/ 3462221 h 5753325"/>
              <a:gd name="connsiteX45" fmla="*/ 5465154 w 6447632"/>
              <a:gd name="connsiteY45" fmla="*/ 3541065 h 5753325"/>
              <a:gd name="connsiteX46" fmla="*/ 5437889 w 6447632"/>
              <a:gd name="connsiteY46" fmla="*/ 3559927 h 5753325"/>
              <a:gd name="connsiteX47" fmla="*/ 5432770 w 6447632"/>
              <a:gd name="connsiteY47" fmla="*/ 3562948 h 5753325"/>
              <a:gd name="connsiteX48" fmla="*/ 5406795 w 6447632"/>
              <a:gd name="connsiteY48" fmla="*/ 3578594 h 5753325"/>
              <a:gd name="connsiteX49" fmla="*/ 5381495 w 6447632"/>
              <a:gd name="connsiteY49" fmla="*/ 3599883 h 5753325"/>
              <a:gd name="connsiteX50" fmla="*/ 5363689 w 6447632"/>
              <a:gd name="connsiteY50" fmla="*/ 3633299 h 5753325"/>
              <a:gd name="connsiteX51" fmla="*/ 5291870 w 6447632"/>
              <a:gd name="connsiteY51" fmla="*/ 3799039 h 5753325"/>
              <a:gd name="connsiteX52" fmla="*/ 5241600 w 6447632"/>
              <a:gd name="connsiteY52" fmla="*/ 3894238 h 5753325"/>
              <a:gd name="connsiteX53" fmla="*/ 5211041 w 6447632"/>
              <a:gd name="connsiteY53" fmla="*/ 3924184 h 5753325"/>
              <a:gd name="connsiteX54" fmla="*/ 5176073 w 6447632"/>
              <a:gd name="connsiteY54" fmla="*/ 3970179 h 5753325"/>
              <a:gd name="connsiteX55" fmla="*/ 5172826 w 6447632"/>
              <a:gd name="connsiteY55" fmla="*/ 3991773 h 5753325"/>
              <a:gd name="connsiteX56" fmla="*/ 5157053 w 6447632"/>
              <a:gd name="connsiteY56" fmla="*/ 3997708 h 5753325"/>
              <a:gd name="connsiteX57" fmla="*/ 5127922 w 6447632"/>
              <a:gd name="connsiteY57" fmla="*/ 4022660 h 5753325"/>
              <a:gd name="connsiteX58" fmla="*/ 5020872 w 6447632"/>
              <a:gd name="connsiteY58" fmla="*/ 4075951 h 5753325"/>
              <a:gd name="connsiteX59" fmla="*/ 4991410 w 6447632"/>
              <a:gd name="connsiteY59" fmla="*/ 4087598 h 5753325"/>
              <a:gd name="connsiteX60" fmla="*/ 4930112 w 6447632"/>
              <a:gd name="connsiteY60" fmla="*/ 4138459 h 5753325"/>
              <a:gd name="connsiteX61" fmla="*/ 4834224 w 6447632"/>
              <a:gd name="connsiteY61" fmla="*/ 4231643 h 5753325"/>
              <a:gd name="connsiteX62" fmla="*/ 4812599 w 6447632"/>
              <a:gd name="connsiteY62" fmla="*/ 4249449 h 5753325"/>
              <a:gd name="connsiteX63" fmla="*/ 4789188 w 6447632"/>
              <a:gd name="connsiteY63" fmla="*/ 4256678 h 5753325"/>
              <a:gd name="connsiteX64" fmla="*/ 4779554 w 6447632"/>
              <a:gd name="connsiteY64" fmla="*/ 4251313 h 5753325"/>
              <a:gd name="connsiteX65" fmla="*/ 4766885 w 6447632"/>
              <a:gd name="connsiteY65" fmla="*/ 4259812 h 5753325"/>
              <a:gd name="connsiteX66" fmla="*/ 4762510 w 6447632"/>
              <a:gd name="connsiteY66" fmla="*/ 4260383 h 5753325"/>
              <a:gd name="connsiteX67" fmla="*/ 4738416 w 6447632"/>
              <a:gd name="connsiteY67" fmla="*/ 4265355 h 5753325"/>
              <a:gd name="connsiteX68" fmla="*/ 4712007 w 6447632"/>
              <a:gd name="connsiteY68" fmla="*/ 4317892 h 5753325"/>
              <a:gd name="connsiteX69" fmla="*/ 4658930 w 6447632"/>
              <a:gd name="connsiteY69" fmla="*/ 4348041 h 5753325"/>
              <a:gd name="connsiteX70" fmla="*/ 4443526 w 6447632"/>
              <a:gd name="connsiteY70" fmla="*/ 4507851 h 5753325"/>
              <a:gd name="connsiteX71" fmla="*/ 4289766 w 6447632"/>
              <a:gd name="connsiteY71" fmla="*/ 4711450 h 5753325"/>
              <a:gd name="connsiteX72" fmla="*/ 4150870 w 6447632"/>
              <a:gd name="connsiteY72" fmla="*/ 4818480 h 5753325"/>
              <a:gd name="connsiteX73" fmla="*/ 4006639 w 6447632"/>
              <a:gd name="connsiteY73" fmla="*/ 4933815 h 5753325"/>
              <a:gd name="connsiteX74" fmla="*/ 3298210 w 6447632"/>
              <a:gd name="connsiteY74" fmla="*/ 5070790 h 5753325"/>
              <a:gd name="connsiteX75" fmla="*/ 2947678 w 6447632"/>
              <a:gd name="connsiteY75" fmla="*/ 5117869 h 5753325"/>
              <a:gd name="connsiteX76" fmla="*/ 2822169 w 6447632"/>
              <a:gd name="connsiteY76" fmla="*/ 5129396 h 5753325"/>
              <a:gd name="connsiteX77" fmla="*/ 2538773 w 6447632"/>
              <a:gd name="connsiteY77" fmla="*/ 5313397 h 5753325"/>
              <a:gd name="connsiteX78" fmla="*/ 2014500 w 6447632"/>
              <a:gd name="connsiteY78" fmla="*/ 5519744 h 5753325"/>
              <a:gd name="connsiteX79" fmla="*/ 1934391 w 6447632"/>
              <a:gd name="connsiteY79" fmla="*/ 5591335 h 5753325"/>
              <a:gd name="connsiteX80" fmla="*/ 1892550 w 6447632"/>
              <a:gd name="connsiteY80" fmla="*/ 5649708 h 5753325"/>
              <a:gd name="connsiteX81" fmla="*/ 1854769 w 6447632"/>
              <a:gd name="connsiteY81" fmla="*/ 5647691 h 5753325"/>
              <a:gd name="connsiteX82" fmla="*/ 1809461 w 6447632"/>
              <a:gd name="connsiteY82" fmla="*/ 5648628 h 5753325"/>
              <a:gd name="connsiteX83" fmla="*/ 1745150 w 6447632"/>
              <a:gd name="connsiteY83" fmla="*/ 5693879 h 5753325"/>
              <a:gd name="connsiteX84" fmla="*/ 1713375 w 6447632"/>
              <a:gd name="connsiteY84" fmla="*/ 5684672 h 5753325"/>
              <a:gd name="connsiteX85" fmla="*/ 1707808 w 6447632"/>
              <a:gd name="connsiteY85" fmla="*/ 5682611 h 5753325"/>
              <a:gd name="connsiteX86" fmla="*/ 1679313 w 6447632"/>
              <a:gd name="connsiteY86" fmla="*/ 5672360 h 5753325"/>
              <a:gd name="connsiteX87" fmla="*/ 1646933 w 6447632"/>
              <a:gd name="connsiteY87" fmla="*/ 5666227 h 5753325"/>
              <a:gd name="connsiteX88" fmla="*/ 1610055 w 6447632"/>
              <a:gd name="connsiteY88" fmla="*/ 5673643 h 5753325"/>
              <a:gd name="connsiteX89" fmla="*/ 1437641 w 6447632"/>
              <a:gd name="connsiteY89" fmla="*/ 5723266 h 5753325"/>
              <a:gd name="connsiteX90" fmla="*/ 1332869 w 6447632"/>
              <a:gd name="connsiteY90" fmla="*/ 5744752 h 5753325"/>
              <a:gd name="connsiteX91" fmla="*/ 1290525 w 6447632"/>
              <a:gd name="connsiteY91" fmla="*/ 5740036 h 5753325"/>
              <a:gd name="connsiteX92" fmla="*/ 1233107 w 6447632"/>
              <a:gd name="connsiteY92" fmla="*/ 5742106 h 5753325"/>
              <a:gd name="connsiteX93" fmla="*/ 1214532 w 6447632"/>
              <a:gd name="connsiteY93" fmla="*/ 5753325 h 5753325"/>
              <a:gd name="connsiteX94" fmla="*/ 1199955 w 6447632"/>
              <a:gd name="connsiteY94" fmla="*/ 5744831 h 5753325"/>
              <a:gd name="connsiteX95" fmla="*/ 1162337 w 6447632"/>
              <a:gd name="connsiteY95" fmla="*/ 5738048 h 5753325"/>
              <a:gd name="connsiteX96" fmla="*/ 1053457 w 6447632"/>
              <a:gd name="connsiteY96" fmla="*/ 5688676 h 5753325"/>
              <a:gd name="connsiteX97" fmla="*/ 1025798 w 6447632"/>
              <a:gd name="connsiteY97" fmla="*/ 5673166 h 5753325"/>
              <a:gd name="connsiteX98" fmla="*/ 947900 w 6447632"/>
              <a:gd name="connsiteY98" fmla="*/ 5657848 h 5753325"/>
              <a:gd name="connsiteX99" fmla="*/ 815627 w 6447632"/>
              <a:gd name="connsiteY99" fmla="*/ 5642557 h 5753325"/>
              <a:gd name="connsiteX100" fmla="*/ 788251 w 6447632"/>
              <a:gd name="connsiteY100" fmla="*/ 5637065 h 5753325"/>
              <a:gd name="connsiteX101" fmla="*/ 767822 w 6447632"/>
              <a:gd name="connsiteY101" fmla="*/ 5623450 h 5753325"/>
              <a:gd name="connsiteX102" fmla="*/ 765791 w 6447632"/>
              <a:gd name="connsiteY102" fmla="*/ 5612539 h 5753325"/>
              <a:gd name="connsiteX103" fmla="*/ 751230 w 6447632"/>
              <a:gd name="connsiteY103" fmla="*/ 5608092 h 5753325"/>
              <a:gd name="connsiteX104" fmla="*/ 748008 w 6447632"/>
              <a:gd name="connsiteY104" fmla="*/ 5605052 h 5753325"/>
              <a:gd name="connsiteX105" fmla="*/ 728871 w 6447632"/>
              <a:gd name="connsiteY105" fmla="*/ 5589469 h 5753325"/>
              <a:gd name="connsiteX106" fmla="*/ 671898 w 6447632"/>
              <a:gd name="connsiteY106" fmla="*/ 5602363 h 5753325"/>
              <a:gd name="connsiteX107" fmla="*/ 615065 w 6447632"/>
              <a:gd name="connsiteY107" fmla="*/ 5580257 h 5753325"/>
              <a:gd name="connsiteX108" fmla="*/ 355785 w 6447632"/>
              <a:gd name="connsiteY108" fmla="*/ 5514383 h 5753325"/>
              <a:gd name="connsiteX109" fmla="*/ 102269 w 6447632"/>
              <a:gd name="connsiteY109" fmla="*/ 5524347 h 5753325"/>
              <a:gd name="connsiteX110" fmla="*/ 13160 w 6447632"/>
              <a:gd name="connsiteY110" fmla="*/ 5514159 h 5753325"/>
              <a:gd name="connsiteX111" fmla="*/ 0 w 6447632"/>
              <a:gd name="connsiteY111" fmla="*/ 5511735 h 5753325"/>
              <a:gd name="connsiteX112" fmla="*/ 0 w 6447632"/>
              <a:gd name="connsiteY112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434072 w 6447632"/>
              <a:gd name="connsiteY12" fmla="*/ 910733 h 5753325"/>
              <a:gd name="connsiteX13" fmla="*/ 6432570 w 6447632"/>
              <a:gd name="connsiteY13" fmla="*/ 983394 h 5753325"/>
              <a:gd name="connsiteX14" fmla="*/ 6431878 w 6447632"/>
              <a:gd name="connsiteY14" fmla="*/ 1026728 h 5753325"/>
              <a:gd name="connsiteX15" fmla="*/ 6362266 w 6447632"/>
              <a:gd name="connsiteY15" fmla="*/ 1151111 h 5753325"/>
              <a:gd name="connsiteX16" fmla="*/ 6371722 w 6447632"/>
              <a:gd name="connsiteY16" fmla="*/ 1318080 h 5753325"/>
              <a:gd name="connsiteX17" fmla="*/ 6356023 w 6447632"/>
              <a:gd name="connsiteY17" fmla="*/ 1356227 h 5753325"/>
              <a:gd name="connsiteX18" fmla="*/ 6356157 w 6447632"/>
              <a:gd name="connsiteY18" fmla="*/ 1361967 h 5753325"/>
              <a:gd name="connsiteX19" fmla="*/ 6350613 w 6447632"/>
              <a:gd name="connsiteY19" fmla="*/ 1393569 h 5753325"/>
              <a:gd name="connsiteX20" fmla="*/ 6357062 w 6447632"/>
              <a:gd name="connsiteY20" fmla="*/ 1444071 h 5753325"/>
              <a:gd name="connsiteX21" fmla="*/ 6364832 w 6447632"/>
              <a:gd name="connsiteY21" fmla="*/ 1478763 h 5753325"/>
              <a:gd name="connsiteX22" fmla="*/ 6369745 w 6447632"/>
              <a:gd name="connsiteY22" fmla="*/ 1495680 h 5753325"/>
              <a:gd name="connsiteX23" fmla="*/ 6370898 w 6447632"/>
              <a:gd name="connsiteY23" fmla="*/ 1513331 h 5753325"/>
              <a:gd name="connsiteX24" fmla="*/ 6368801 w 6447632"/>
              <a:gd name="connsiteY24" fmla="*/ 1527414 h 5753325"/>
              <a:gd name="connsiteX25" fmla="*/ 6359177 w 6447632"/>
              <a:gd name="connsiteY25" fmla="*/ 1639513 h 5753325"/>
              <a:gd name="connsiteX26" fmla="*/ 6299489 w 6447632"/>
              <a:gd name="connsiteY26" fmla="*/ 1784860 h 5753325"/>
              <a:gd name="connsiteX27" fmla="*/ 6267878 w 6447632"/>
              <a:gd name="connsiteY27" fmla="*/ 1858572 h 5753325"/>
              <a:gd name="connsiteX28" fmla="*/ 6251146 w 6447632"/>
              <a:gd name="connsiteY28" fmla="*/ 1926167 h 5753325"/>
              <a:gd name="connsiteX29" fmla="*/ 6210686 w 6447632"/>
              <a:gd name="connsiteY29" fmla="*/ 2014834 h 5753325"/>
              <a:gd name="connsiteX30" fmla="*/ 6106652 w 6447632"/>
              <a:gd name="connsiteY30" fmla="*/ 2150572 h 5753325"/>
              <a:gd name="connsiteX31" fmla="*/ 6097813 w 6447632"/>
              <a:gd name="connsiteY31" fmla="*/ 2172208 h 5753325"/>
              <a:gd name="connsiteX32" fmla="*/ 6095990 w 6447632"/>
              <a:gd name="connsiteY32" fmla="*/ 2181185 h 5753325"/>
              <a:gd name="connsiteX33" fmla="*/ 6090126 w 6447632"/>
              <a:gd name="connsiteY33" fmla="*/ 2192533 h 5753325"/>
              <a:gd name="connsiteX34" fmla="*/ 6089503 w 6447632"/>
              <a:gd name="connsiteY34" fmla="*/ 2192543 h 5753325"/>
              <a:gd name="connsiteX35" fmla="*/ 6084946 w 6447632"/>
              <a:gd name="connsiteY35" fmla="*/ 2203694 h 5753325"/>
              <a:gd name="connsiteX36" fmla="*/ 5987861 w 6447632"/>
              <a:gd name="connsiteY36" fmla="*/ 2304868 h 5753325"/>
              <a:gd name="connsiteX37" fmla="*/ 5973439 w 6447632"/>
              <a:gd name="connsiteY37" fmla="*/ 2385635 h 5753325"/>
              <a:gd name="connsiteX38" fmla="*/ 5916727 w 6447632"/>
              <a:gd name="connsiteY38" fmla="*/ 2458777 h 5753325"/>
              <a:gd name="connsiteX39" fmla="*/ 5856524 w 6447632"/>
              <a:gd name="connsiteY39" fmla="*/ 2583281 h 5753325"/>
              <a:gd name="connsiteX40" fmla="*/ 5838091 w 6447632"/>
              <a:gd name="connsiteY40" fmla="*/ 2753474 h 5753325"/>
              <a:gd name="connsiteX41" fmla="*/ 5777471 w 6447632"/>
              <a:gd name="connsiteY41" fmla="*/ 2901570 h 5753325"/>
              <a:gd name="connsiteX42" fmla="*/ 5723992 w 6447632"/>
              <a:gd name="connsiteY42" fmla="*/ 2998752 h 5753325"/>
              <a:gd name="connsiteX43" fmla="*/ 5557886 w 6447632"/>
              <a:gd name="connsiteY43" fmla="*/ 3329735 h 5753325"/>
              <a:gd name="connsiteX44" fmla="*/ 5471501 w 6447632"/>
              <a:gd name="connsiteY44" fmla="*/ 3462221 h 5753325"/>
              <a:gd name="connsiteX45" fmla="*/ 5465154 w 6447632"/>
              <a:gd name="connsiteY45" fmla="*/ 3541065 h 5753325"/>
              <a:gd name="connsiteX46" fmla="*/ 5437889 w 6447632"/>
              <a:gd name="connsiteY46" fmla="*/ 3559927 h 5753325"/>
              <a:gd name="connsiteX47" fmla="*/ 5432770 w 6447632"/>
              <a:gd name="connsiteY47" fmla="*/ 3562948 h 5753325"/>
              <a:gd name="connsiteX48" fmla="*/ 5406795 w 6447632"/>
              <a:gd name="connsiteY48" fmla="*/ 3578594 h 5753325"/>
              <a:gd name="connsiteX49" fmla="*/ 5381495 w 6447632"/>
              <a:gd name="connsiteY49" fmla="*/ 3599883 h 5753325"/>
              <a:gd name="connsiteX50" fmla="*/ 5363689 w 6447632"/>
              <a:gd name="connsiteY50" fmla="*/ 3633299 h 5753325"/>
              <a:gd name="connsiteX51" fmla="*/ 5291870 w 6447632"/>
              <a:gd name="connsiteY51" fmla="*/ 3799039 h 5753325"/>
              <a:gd name="connsiteX52" fmla="*/ 5241600 w 6447632"/>
              <a:gd name="connsiteY52" fmla="*/ 3894238 h 5753325"/>
              <a:gd name="connsiteX53" fmla="*/ 5211041 w 6447632"/>
              <a:gd name="connsiteY53" fmla="*/ 3924184 h 5753325"/>
              <a:gd name="connsiteX54" fmla="*/ 5176073 w 6447632"/>
              <a:gd name="connsiteY54" fmla="*/ 3970179 h 5753325"/>
              <a:gd name="connsiteX55" fmla="*/ 5172826 w 6447632"/>
              <a:gd name="connsiteY55" fmla="*/ 3991773 h 5753325"/>
              <a:gd name="connsiteX56" fmla="*/ 5157053 w 6447632"/>
              <a:gd name="connsiteY56" fmla="*/ 3997708 h 5753325"/>
              <a:gd name="connsiteX57" fmla="*/ 5127922 w 6447632"/>
              <a:gd name="connsiteY57" fmla="*/ 4022660 h 5753325"/>
              <a:gd name="connsiteX58" fmla="*/ 5020872 w 6447632"/>
              <a:gd name="connsiteY58" fmla="*/ 4075951 h 5753325"/>
              <a:gd name="connsiteX59" fmla="*/ 4991410 w 6447632"/>
              <a:gd name="connsiteY59" fmla="*/ 4087598 h 5753325"/>
              <a:gd name="connsiteX60" fmla="*/ 4930112 w 6447632"/>
              <a:gd name="connsiteY60" fmla="*/ 4138459 h 5753325"/>
              <a:gd name="connsiteX61" fmla="*/ 4834224 w 6447632"/>
              <a:gd name="connsiteY61" fmla="*/ 4231643 h 5753325"/>
              <a:gd name="connsiteX62" fmla="*/ 4812599 w 6447632"/>
              <a:gd name="connsiteY62" fmla="*/ 4249449 h 5753325"/>
              <a:gd name="connsiteX63" fmla="*/ 4789188 w 6447632"/>
              <a:gd name="connsiteY63" fmla="*/ 4256678 h 5753325"/>
              <a:gd name="connsiteX64" fmla="*/ 4779554 w 6447632"/>
              <a:gd name="connsiteY64" fmla="*/ 4251313 h 5753325"/>
              <a:gd name="connsiteX65" fmla="*/ 4766885 w 6447632"/>
              <a:gd name="connsiteY65" fmla="*/ 4259812 h 5753325"/>
              <a:gd name="connsiteX66" fmla="*/ 4762510 w 6447632"/>
              <a:gd name="connsiteY66" fmla="*/ 4260383 h 5753325"/>
              <a:gd name="connsiteX67" fmla="*/ 4738416 w 6447632"/>
              <a:gd name="connsiteY67" fmla="*/ 4265355 h 5753325"/>
              <a:gd name="connsiteX68" fmla="*/ 4712007 w 6447632"/>
              <a:gd name="connsiteY68" fmla="*/ 4317892 h 5753325"/>
              <a:gd name="connsiteX69" fmla="*/ 4658930 w 6447632"/>
              <a:gd name="connsiteY69" fmla="*/ 4348041 h 5753325"/>
              <a:gd name="connsiteX70" fmla="*/ 4443526 w 6447632"/>
              <a:gd name="connsiteY70" fmla="*/ 4507851 h 5753325"/>
              <a:gd name="connsiteX71" fmla="*/ 4289766 w 6447632"/>
              <a:gd name="connsiteY71" fmla="*/ 4711450 h 5753325"/>
              <a:gd name="connsiteX72" fmla="*/ 4150870 w 6447632"/>
              <a:gd name="connsiteY72" fmla="*/ 4818480 h 5753325"/>
              <a:gd name="connsiteX73" fmla="*/ 4006639 w 6447632"/>
              <a:gd name="connsiteY73" fmla="*/ 4933815 h 5753325"/>
              <a:gd name="connsiteX74" fmla="*/ 3298210 w 6447632"/>
              <a:gd name="connsiteY74" fmla="*/ 5070790 h 5753325"/>
              <a:gd name="connsiteX75" fmla="*/ 2947678 w 6447632"/>
              <a:gd name="connsiteY75" fmla="*/ 5117869 h 5753325"/>
              <a:gd name="connsiteX76" fmla="*/ 2822169 w 6447632"/>
              <a:gd name="connsiteY76" fmla="*/ 5129396 h 5753325"/>
              <a:gd name="connsiteX77" fmla="*/ 2538773 w 6447632"/>
              <a:gd name="connsiteY77" fmla="*/ 5313397 h 5753325"/>
              <a:gd name="connsiteX78" fmla="*/ 2014500 w 6447632"/>
              <a:gd name="connsiteY78" fmla="*/ 5519744 h 5753325"/>
              <a:gd name="connsiteX79" fmla="*/ 1934391 w 6447632"/>
              <a:gd name="connsiteY79" fmla="*/ 5591335 h 5753325"/>
              <a:gd name="connsiteX80" fmla="*/ 1892550 w 6447632"/>
              <a:gd name="connsiteY80" fmla="*/ 5649708 h 5753325"/>
              <a:gd name="connsiteX81" fmla="*/ 1854769 w 6447632"/>
              <a:gd name="connsiteY81" fmla="*/ 5647691 h 5753325"/>
              <a:gd name="connsiteX82" fmla="*/ 1809461 w 6447632"/>
              <a:gd name="connsiteY82" fmla="*/ 5648628 h 5753325"/>
              <a:gd name="connsiteX83" fmla="*/ 1745150 w 6447632"/>
              <a:gd name="connsiteY83" fmla="*/ 5693879 h 5753325"/>
              <a:gd name="connsiteX84" fmla="*/ 1713375 w 6447632"/>
              <a:gd name="connsiteY84" fmla="*/ 5684672 h 5753325"/>
              <a:gd name="connsiteX85" fmla="*/ 1707808 w 6447632"/>
              <a:gd name="connsiteY85" fmla="*/ 5682611 h 5753325"/>
              <a:gd name="connsiteX86" fmla="*/ 1679313 w 6447632"/>
              <a:gd name="connsiteY86" fmla="*/ 5672360 h 5753325"/>
              <a:gd name="connsiteX87" fmla="*/ 1646933 w 6447632"/>
              <a:gd name="connsiteY87" fmla="*/ 5666227 h 5753325"/>
              <a:gd name="connsiteX88" fmla="*/ 1610055 w 6447632"/>
              <a:gd name="connsiteY88" fmla="*/ 5673643 h 5753325"/>
              <a:gd name="connsiteX89" fmla="*/ 1437641 w 6447632"/>
              <a:gd name="connsiteY89" fmla="*/ 5723266 h 5753325"/>
              <a:gd name="connsiteX90" fmla="*/ 1332869 w 6447632"/>
              <a:gd name="connsiteY90" fmla="*/ 5744752 h 5753325"/>
              <a:gd name="connsiteX91" fmla="*/ 1290525 w 6447632"/>
              <a:gd name="connsiteY91" fmla="*/ 5740036 h 5753325"/>
              <a:gd name="connsiteX92" fmla="*/ 1233107 w 6447632"/>
              <a:gd name="connsiteY92" fmla="*/ 5742106 h 5753325"/>
              <a:gd name="connsiteX93" fmla="*/ 1214532 w 6447632"/>
              <a:gd name="connsiteY93" fmla="*/ 5753325 h 5753325"/>
              <a:gd name="connsiteX94" fmla="*/ 1199955 w 6447632"/>
              <a:gd name="connsiteY94" fmla="*/ 5744831 h 5753325"/>
              <a:gd name="connsiteX95" fmla="*/ 1162337 w 6447632"/>
              <a:gd name="connsiteY95" fmla="*/ 5738048 h 5753325"/>
              <a:gd name="connsiteX96" fmla="*/ 1053457 w 6447632"/>
              <a:gd name="connsiteY96" fmla="*/ 5688676 h 5753325"/>
              <a:gd name="connsiteX97" fmla="*/ 1025798 w 6447632"/>
              <a:gd name="connsiteY97" fmla="*/ 5673166 h 5753325"/>
              <a:gd name="connsiteX98" fmla="*/ 947900 w 6447632"/>
              <a:gd name="connsiteY98" fmla="*/ 5657848 h 5753325"/>
              <a:gd name="connsiteX99" fmla="*/ 815627 w 6447632"/>
              <a:gd name="connsiteY99" fmla="*/ 5642557 h 5753325"/>
              <a:gd name="connsiteX100" fmla="*/ 788251 w 6447632"/>
              <a:gd name="connsiteY100" fmla="*/ 5637065 h 5753325"/>
              <a:gd name="connsiteX101" fmla="*/ 767822 w 6447632"/>
              <a:gd name="connsiteY101" fmla="*/ 5623450 h 5753325"/>
              <a:gd name="connsiteX102" fmla="*/ 765791 w 6447632"/>
              <a:gd name="connsiteY102" fmla="*/ 5612539 h 5753325"/>
              <a:gd name="connsiteX103" fmla="*/ 751230 w 6447632"/>
              <a:gd name="connsiteY103" fmla="*/ 5608092 h 5753325"/>
              <a:gd name="connsiteX104" fmla="*/ 748008 w 6447632"/>
              <a:gd name="connsiteY104" fmla="*/ 5605052 h 5753325"/>
              <a:gd name="connsiteX105" fmla="*/ 728871 w 6447632"/>
              <a:gd name="connsiteY105" fmla="*/ 5589469 h 5753325"/>
              <a:gd name="connsiteX106" fmla="*/ 671898 w 6447632"/>
              <a:gd name="connsiteY106" fmla="*/ 5602363 h 5753325"/>
              <a:gd name="connsiteX107" fmla="*/ 615065 w 6447632"/>
              <a:gd name="connsiteY107" fmla="*/ 5580257 h 5753325"/>
              <a:gd name="connsiteX108" fmla="*/ 355785 w 6447632"/>
              <a:gd name="connsiteY108" fmla="*/ 5514383 h 5753325"/>
              <a:gd name="connsiteX109" fmla="*/ 102269 w 6447632"/>
              <a:gd name="connsiteY109" fmla="*/ 5524347 h 5753325"/>
              <a:gd name="connsiteX110" fmla="*/ 13160 w 6447632"/>
              <a:gd name="connsiteY110" fmla="*/ 5514159 h 5753325"/>
              <a:gd name="connsiteX111" fmla="*/ 0 w 6447632"/>
              <a:gd name="connsiteY111" fmla="*/ 5511735 h 5753325"/>
              <a:gd name="connsiteX112" fmla="*/ 0 w 6447632"/>
              <a:gd name="connsiteY112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434072 w 6447632"/>
              <a:gd name="connsiteY12" fmla="*/ 910733 h 5753325"/>
              <a:gd name="connsiteX13" fmla="*/ 6432570 w 6447632"/>
              <a:gd name="connsiteY13" fmla="*/ 983394 h 5753325"/>
              <a:gd name="connsiteX14" fmla="*/ 6405877 w 6447632"/>
              <a:gd name="connsiteY14" fmla="*/ 1026728 h 5753325"/>
              <a:gd name="connsiteX15" fmla="*/ 6362266 w 6447632"/>
              <a:gd name="connsiteY15" fmla="*/ 1151111 h 5753325"/>
              <a:gd name="connsiteX16" fmla="*/ 6371722 w 6447632"/>
              <a:gd name="connsiteY16" fmla="*/ 1318080 h 5753325"/>
              <a:gd name="connsiteX17" fmla="*/ 6356023 w 6447632"/>
              <a:gd name="connsiteY17" fmla="*/ 1356227 h 5753325"/>
              <a:gd name="connsiteX18" fmla="*/ 6356157 w 6447632"/>
              <a:gd name="connsiteY18" fmla="*/ 1361967 h 5753325"/>
              <a:gd name="connsiteX19" fmla="*/ 6350613 w 6447632"/>
              <a:gd name="connsiteY19" fmla="*/ 1393569 h 5753325"/>
              <a:gd name="connsiteX20" fmla="*/ 6357062 w 6447632"/>
              <a:gd name="connsiteY20" fmla="*/ 1444071 h 5753325"/>
              <a:gd name="connsiteX21" fmla="*/ 6364832 w 6447632"/>
              <a:gd name="connsiteY21" fmla="*/ 1478763 h 5753325"/>
              <a:gd name="connsiteX22" fmla="*/ 6369745 w 6447632"/>
              <a:gd name="connsiteY22" fmla="*/ 1495680 h 5753325"/>
              <a:gd name="connsiteX23" fmla="*/ 6370898 w 6447632"/>
              <a:gd name="connsiteY23" fmla="*/ 1513331 h 5753325"/>
              <a:gd name="connsiteX24" fmla="*/ 6368801 w 6447632"/>
              <a:gd name="connsiteY24" fmla="*/ 1527414 h 5753325"/>
              <a:gd name="connsiteX25" fmla="*/ 6359177 w 6447632"/>
              <a:gd name="connsiteY25" fmla="*/ 1639513 h 5753325"/>
              <a:gd name="connsiteX26" fmla="*/ 6299489 w 6447632"/>
              <a:gd name="connsiteY26" fmla="*/ 1784860 h 5753325"/>
              <a:gd name="connsiteX27" fmla="*/ 6267878 w 6447632"/>
              <a:gd name="connsiteY27" fmla="*/ 1858572 h 5753325"/>
              <a:gd name="connsiteX28" fmla="*/ 6251146 w 6447632"/>
              <a:gd name="connsiteY28" fmla="*/ 1926167 h 5753325"/>
              <a:gd name="connsiteX29" fmla="*/ 6210686 w 6447632"/>
              <a:gd name="connsiteY29" fmla="*/ 2014834 h 5753325"/>
              <a:gd name="connsiteX30" fmla="*/ 6106652 w 6447632"/>
              <a:gd name="connsiteY30" fmla="*/ 2150572 h 5753325"/>
              <a:gd name="connsiteX31" fmla="*/ 6097813 w 6447632"/>
              <a:gd name="connsiteY31" fmla="*/ 2172208 h 5753325"/>
              <a:gd name="connsiteX32" fmla="*/ 6095990 w 6447632"/>
              <a:gd name="connsiteY32" fmla="*/ 2181185 h 5753325"/>
              <a:gd name="connsiteX33" fmla="*/ 6090126 w 6447632"/>
              <a:gd name="connsiteY33" fmla="*/ 2192533 h 5753325"/>
              <a:gd name="connsiteX34" fmla="*/ 6089503 w 6447632"/>
              <a:gd name="connsiteY34" fmla="*/ 2192543 h 5753325"/>
              <a:gd name="connsiteX35" fmla="*/ 6084946 w 6447632"/>
              <a:gd name="connsiteY35" fmla="*/ 2203694 h 5753325"/>
              <a:gd name="connsiteX36" fmla="*/ 5987861 w 6447632"/>
              <a:gd name="connsiteY36" fmla="*/ 2304868 h 5753325"/>
              <a:gd name="connsiteX37" fmla="*/ 5973439 w 6447632"/>
              <a:gd name="connsiteY37" fmla="*/ 2385635 h 5753325"/>
              <a:gd name="connsiteX38" fmla="*/ 5916727 w 6447632"/>
              <a:gd name="connsiteY38" fmla="*/ 2458777 h 5753325"/>
              <a:gd name="connsiteX39" fmla="*/ 5856524 w 6447632"/>
              <a:gd name="connsiteY39" fmla="*/ 2583281 h 5753325"/>
              <a:gd name="connsiteX40" fmla="*/ 5838091 w 6447632"/>
              <a:gd name="connsiteY40" fmla="*/ 2753474 h 5753325"/>
              <a:gd name="connsiteX41" fmla="*/ 5777471 w 6447632"/>
              <a:gd name="connsiteY41" fmla="*/ 2901570 h 5753325"/>
              <a:gd name="connsiteX42" fmla="*/ 5723992 w 6447632"/>
              <a:gd name="connsiteY42" fmla="*/ 2998752 h 5753325"/>
              <a:gd name="connsiteX43" fmla="*/ 5557886 w 6447632"/>
              <a:gd name="connsiteY43" fmla="*/ 3329735 h 5753325"/>
              <a:gd name="connsiteX44" fmla="*/ 5471501 w 6447632"/>
              <a:gd name="connsiteY44" fmla="*/ 3462221 h 5753325"/>
              <a:gd name="connsiteX45" fmla="*/ 5465154 w 6447632"/>
              <a:gd name="connsiteY45" fmla="*/ 3541065 h 5753325"/>
              <a:gd name="connsiteX46" fmla="*/ 5437889 w 6447632"/>
              <a:gd name="connsiteY46" fmla="*/ 3559927 h 5753325"/>
              <a:gd name="connsiteX47" fmla="*/ 5432770 w 6447632"/>
              <a:gd name="connsiteY47" fmla="*/ 3562948 h 5753325"/>
              <a:gd name="connsiteX48" fmla="*/ 5406795 w 6447632"/>
              <a:gd name="connsiteY48" fmla="*/ 3578594 h 5753325"/>
              <a:gd name="connsiteX49" fmla="*/ 5381495 w 6447632"/>
              <a:gd name="connsiteY49" fmla="*/ 3599883 h 5753325"/>
              <a:gd name="connsiteX50" fmla="*/ 5363689 w 6447632"/>
              <a:gd name="connsiteY50" fmla="*/ 3633299 h 5753325"/>
              <a:gd name="connsiteX51" fmla="*/ 5291870 w 6447632"/>
              <a:gd name="connsiteY51" fmla="*/ 3799039 h 5753325"/>
              <a:gd name="connsiteX52" fmla="*/ 5241600 w 6447632"/>
              <a:gd name="connsiteY52" fmla="*/ 3894238 h 5753325"/>
              <a:gd name="connsiteX53" fmla="*/ 5211041 w 6447632"/>
              <a:gd name="connsiteY53" fmla="*/ 3924184 h 5753325"/>
              <a:gd name="connsiteX54" fmla="*/ 5176073 w 6447632"/>
              <a:gd name="connsiteY54" fmla="*/ 3970179 h 5753325"/>
              <a:gd name="connsiteX55" fmla="*/ 5172826 w 6447632"/>
              <a:gd name="connsiteY55" fmla="*/ 3991773 h 5753325"/>
              <a:gd name="connsiteX56" fmla="*/ 5157053 w 6447632"/>
              <a:gd name="connsiteY56" fmla="*/ 3997708 h 5753325"/>
              <a:gd name="connsiteX57" fmla="*/ 5127922 w 6447632"/>
              <a:gd name="connsiteY57" fmla="*/ 4022660 h 5753325"/>
              <a:gd name="connsiteX58" fmla="*/ 5020872 w 6447632"/>
              <a:gd name="connsiteY58" fmla="*/ 4075951 h 5753325"/>
              <a:gd name="connsiteX59" fmla="*/ 4991410 w 6447632"/>
              <a:gd name="connsiteY59" fmla="*/ 4087598 h 5753325"/>
              <a:gd name="connsiteX60" fmla="*/ 4930112 w 6447632"/>
              <a:gd name="connsiteY60" fmla="*/ 4138459 h 5753325"/>
              <a:gd name="connsiteX61" fmla="*/ 4834224 w 6447632"/>
              <a:gd name="connsiteY61" fmla="*/ 4231643 h 5753325"/>
              <a:gd name="connsiteX62" fmla="*/ 4812599 w 6447632"/>
              <a:gd name="connsiteY62" fmla="*/ 4249449 h 5753325"/>
              <a:gd name="connsiteX63" fmla="*/ 4789188 w 6447632"/>
              <a:gd name="connsiteY63" fmla="*/ 4256678 h 5753325"/>
              <a:gd name="connsiteX64" fmla="*/ 4779554 w 6447632"/>
              <a:gd name="connsiteY64" fmla="*/ 4251313 h 5753325"/>
              <a:gd name="connsiteX65" fmla="*/ 4766885 w 6447632"/>
              <a:gd name="connsiteY65" fmla="*/ 4259812 h 5753325"/>
              <a:gd name="connsiteX66" fmla="*/ 4762510 w 6447632"/>
              <a:gd name="connsiteY66" fmla="*/ 4260383 h 5753325"/>
              <a:gd name="connsiteX67" fmla="*/ 4738416 w 6447632"/>
              <a:gd name="connsiteY67" fmla="*/ 4265355 h 5753325"/>
              <a:gd name="connsiteX68" fmla="*/ 4712007 w 6447632"/>
              <a:gd name="connsiteY68" fmla="*/ 4317892 h 5753325"/>
              <a:gd name="connsiteX69" fmla="*/ 4658930 w 6447632"/>
              <a:gd name="connsiteY69" fmla="*/ 4348041 h 5753325"/>
              <a:gd name="connsiteX70" fmla="*/ 4443526 w 6447632"/>
              <a:gd name="connsiteY70" fmla="*/ 4507851 h 5753325"/>
              <a:gd name="connsiteX71" fmla="*/ 4289766 w 6447632"/>
              <a:gd name="connsiteY71" fmla="*/ 4711450 h 5753325"/>
              <a:gd name="connsiteX72" fmla="*/ 4150870 w 6447632"/>
              <a:gd name="connsiteY72" fmla="*/ 4818480 h 5753325"/>
              <a:gd name="connsiteX73" fmla="*/ 4006639 w 6447632"/>
              <a:gd name="connsiteY73" fmla="*/ 4933815 h 5753325"/>
              <a:gd name="connsiteX74" fmla="*/ 3298210 w 6447632"/>
              <a:gd name="connsiteY74" fmla="*/ 5070790 h 5753325"/>
              <a:gd name="connsiteX75" fmla="*/ 2947678 w 6447632"/>
              <a:gd name="connsiteY75" fmla="*/ 5117869 h 5753325"/>
              <a:gd name="connsiteX76" fmla="*/ 2822169 w 6447632"/>
              <a:gd name="connsiteY76" fmla="*/ 5129396 h 5753325"/>
              <a:gd name="connsiteX77" fmla="*/ 2538773 w 6447632"/>
              <a:gd name="connsiteY77" fmla="*/ 5313397 h 5753325"/>
              <a:gd name="connsiteX78" fmla="*/ 2014500 w 6447632"/>
              <a:gd name="connsiteY78" fmla="*/ 5519744 h 5753325"/>
              <a:gd name="connsiteX79" fmla="*/ 1934391 w 6447632"/>
              <a:gd name="connsiteY79" fmla="*/ 5591335 h 5753325"/>
              <a:gd name="connsiteX80" fmla="*/ 1892550 w 6447632"/>
              <a:gd name="connsiteY80" fmla="*/ 5649708 h 5753325"/>
              <a:gd name="connsiteX81" fmla="*/ 1854769 w 6447632"/>
              <a:gd name="connsiteY81" fmla="*/ 5647691 h 5753325"/>
              <a:gd name="connsiteX82" fmla="*/ 1809461 w 6447632"/>
              <a:gd name="connsiteY82" fmla="*/ 5648628 h 5753325"/>
              <a:gd name="connsiteX83" fmla="*/ 1745150 w 6447632"/>
              <a:gd name="connsiteY83" fmla="*/ 5693879 h 5753325"/>
              <a:gd name="connsiteX84" fmla="*/ 1713375 w 6447632"/>
              <a:gd name="connsiteY84" fmla="*/ 5684672 h 5753325"/>
              <a:gd name="connsiteX85" fmla="*/ 1707808 w 6447632"/>
              <a:gd name="connsiteY85" fmla="*/ 5682611 h 5753325"/>
              <a:gd name="connsiteX86" fmla="*/ 1679313 w 6447632"/>
              <a:gd name="connsiteY86" fmla="*/ 5672360 h 5753325"/>
              <a:gd name="connsiteX87" fmla="*/ 1646933 w 6447632"/>
              <a:gd name="connsiteY87" fmla="*/ 5666227 h 5753325"/>
              <a:gd name="connsiteX88" fmla="*/ 1610055 w 6447632"/>
              <a:gd name="connsiteY88" fmla="*/ 5673643 h 5753325"/>
              <a:gd name="connsiteX89" fmla="*/ 1437641 w 6447632"/>
              <a:gd name="connsiteY89" fmla="*/ 5723266 h 5753325"/>
              <a:gd name="connsiteX90" fmla="*/ 1332869 w 6447632"/>
              <a:gd name="connsiteY90" fmla="*/ 5744752 h 5753325"/>
              <a:gd name="connsiteX91" fmla="*/ 1290525 w 6447632"/>
              <a:gd name="connsiteY91" fmla="*/ 5740036 h 5753325"/>
              <a:gd name="connsiteX92" fmla="*/ 1233107 w 6447632"/>
              <a:gd name="connsiteY92" fmla="*/ 5742106 h 5753325"/>
              <a:gd name="connsiteX93" fmla="*/ 1214532 w 6447632"/>
              <a:gd name="connsiteY93" fmla="*/ 5753325 h 5753325"/>
              <a:gd name="connsiteX94" fmla="*/ 1199955 w 6447632"/>
              <a:gd name="connsiteY94" fmla="*/ 5744831 h 5753325"/>
              <a:gd name="connsiteX95" fmla="*/ 1162337 w 6447632"/>
              <a:gd name="connsiteY95" fmla="*/ 5738048 h 5753325"/>
              <a:gd name="connsiteX96" fmla="*/ 1053457 w 6447632"/>
              <a:gd name="connsiteY96" fmla="*/ 5688676 h 5753325"/>
              <a:gd name="connsiteX97" fmla="*/ 1025798 w 6447632"/>
              <a:gd name="connsiteY97" fmla="*/ 5673166 h 5753325"/>
              <a:gd name="connsiteX98" fmla="*/ 947900 w 6447632"/>
              <a:gd name="connsiteY98" fmla="*/ 5657848 h 5753325"/>
              <a:gd name="connsiteX99" fmla="*/ 815627 w 6447632"/>
              <a:gd name="connsiteY99" fmla="*/ 5642557 h 5753325"/>
              <a:gd name="connsiteX100" fmla="*/ 788251 w 6447632"/>
              <a:gd name="connsiteY100" fmla="*/ 5637065 h 5753325"/>
              <a:gd name="connsiteX101" fmla="*/ 767822 w 6447632"/>
              <a:gd name="connsiteY101" fmla="*/ 5623450 h 5753325"/>
              <a:gd name="connsiteX102" fmla="*/ 765791 w 6447632"/>
              <a:gd name="connsiteY102" fmla="*/ 5612539 h 5753325"/>
              <a:gd name="connsiteX103" fmla="*/ 751230 w 6447632"/>
              <a:gd name="connsiteY103" fmla="*/ 5608092 h 5753325"/>
              <a:gd name="connsiteX104" fmla="*/ 748008 w 6447632"/>
              <a:gd name="connsiteY104" fmla="*/ 5605052 h 5753325"/>
              <a:gd name="connsiteX105" fmla="*/ 728871 w 6447632"/>
              <a:gd name="connsiteY105" fmla="*/ 5589469 h 5753325"/>
              <a:gd name="connsiteX106" fmla="*/ 671898 w 6447632"/>
              <a:gd name="connsiteY106" fmla="*/ 5602363 h 5753325"/>
              <a:gd name="connsiteX107" fmla="*/ 615065 w 6447632"/>
              <a:gd name="connsiteY107" fmla="*/ 5580257 h 5753325"/>
              <a:gd name="connsiteX108" fmla="*/ 355785 w 6447632"/>
              <a:gd name="connsiteY108" fmla="*/ 5514383 h 5753325"/>
              <a:gd name="connsiteX109" fmla="*/ 102269 w 6447632"/>
              <a:gd name="connsiteY109" fmla="*/ 5524347 h 5753325"/>
              <a:gd name="connsiteX110" fmla="*/ 13160 w 6447632"/>
              <a:gd name="connsiteY110" fmla="*/ 5514159 h 5753325"/>
              <a:gd name="connsiteX111" fmla="*/ 0 w 6447632"/>
              <a:gd name="connsiteY111" fmla="*/ 5511735 h 5753325"/>
              <a:gd name="connsiteX112" fmla="*/ 0 w 6447632"/>
              <a:gd name="connsiteY112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434072 w 6447632"/>
              <a:gd name="connsiteY12" fmla="*/ 910733 h 5753325"/>
              <a:gd name="connsiteX13" fmla="*/ 6405877 w 6447632"/>
              <a:gd name="connsiteY13" fmla="*/ 1026728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29735 h 5753325"/>
              <a:gd name="connsiteX43" fmla="*/ 5471501 w 6447632"/>
              <a:gd name="connsiteY43" fmla="*/ 3462221 h 5753325"/>
              <a:gd name="connsiteX44" fmla="*/ 5465154 w 6447632"/>
              <a:gd name="connsiteY44" fmla="*/ 3541065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405877 w 6447632"/>
              <a:gd name="connsiteY13" fmla="*/ 1026728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29735 h 5753325"/>
              <a:gd name="connsiteX43" fmla="*/ 5471501 w 6447632"/>
              <a:gd name="connsiteY43" fmla="*/ 3462221 h 5753325"/>
              <a:gd name="connsiteX44" fmla="*/ 5465154 w 6447632"/>
              <a:gd name="connsiteY44" fmla="*/ 3541065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29735 h 5753325"/>
              <a:gd name="connsiteX43" fmla="*/ 5471501 w 6447632"/>
              <a:gd name="connsiteY43" fmla="*/ 3462221 h 5753325"/>
              <a:gd name="connsiteX44" fmla="*/ 5465154 w 6447632"/>
              <a:gd name="connsiteY44" fmla="*/ 3541065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29735 h 5753325"/>
              <a:gd name="connsiteX43" fmla="*/ 5483942 w 6447632"/>
              <a:gd name="connsiteY43" fmla="*/ 3416604 h 5753325"/>
              <a:gd name="connsiteX44" fmla="*/ 5465154 w 6447632"/>
              <a:gd name="connsiteY44" fmla="*/ 3541065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29735 h 5753325"/>
              <a:gd name="connsiteX43" fmla="*/ 5483942 w 6447632"/>
              <a:gd name="connsiteY43" fmla="*/ 3416604 h 5753325"/>
              <a:gd name="connsiteX44" fmla="*/ 5465154 w 6447632"/>
              <a:gd name="connsiteY44" fmla="*/ 3541065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29735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29735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41532 w 6447632"/>
              <a:gd name="connsiteY14" fmla="*/ 1151111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28618 w 6447632"/>
              <a:gd name="connsiteY13" fmla="*/ 1009766 h 5753325"/>
              <a:gd name="connsiteX14" fmla="*/ 6341532 w 6447632"/>
              <a:gd name="connsiteY14" fmla="*/ 1151111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04423 w 6447632"/>
              <a:gd name="connsiteY7" fmla="*/ 582623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28618 w 6447632"/>
              <a:gd name="connsiteY13" fmla="*/ 1009766 h 5753325"/>
              <a:gd name="connsiteX14" fmla="*/ 6341532 w 6447632"/>
              <a:gd name="connsiteY14" fmla="*/ 1151111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37615 w 6447632"/>
              <a:gd name="connsiteY6" fmla="*/ 471794 h 5753325"/>
              <a:gd name="connsiteX7" fmla="*/ 6304423 w 6447632"/>
              <a:gd name="connsiteY7" fmla="*/ 582623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28618 w 6447632"/>
              <a:gd name="connsiteY13" fmla="*/ 1009766 h 5753325"/>
              <a:gd name="connsiteX14" fmla="*/ 6341532 w 6447632"/>
              <a:gd name="connsiteY14" fmla="*/ 1151111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37615 w 6447632"/>
              <a:gd name="connsiteY6" fmla="*/ 471794 h 5753325"/>
              <a:gd name="connsiteX7" fmla="*/ 6304423 w 6447632"/>
              <a:gd name="connsiteY7" fmla="*/ 582623 h 5753325"/>
              <a:gd name="connsiteX8" fmla="*/ 6303977 w 6447632"/>
              <a:gd name="connsiteY8" fmla="*/ 664291 h 5753325"/>
              <a:gd name="connsiteX9" fmla="*/ 6299372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28618 w 6447632"/>
              <a:gd name="connsiteY13" fmla="*/ 1009766 h 5753325"/>
              <a:gd name="connsiteX14" fmla="*/ 6341532 w 6447632"/>
              <a:gd name="connsiteY14" fmla="*/ 1151111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37615 w 6447632"/>
              <a:gd name="connsiteY6" fmla="*/ 471794 h 5753325"/>
              <a:gd name="connsiteX7" fmla="*/ 6304423 w 6447632"/>
              <a:gd name="connsiteY7" fmla="*/ 582623 h 5753325"/>
              <a:gd name="connsiteX8" fmla="*/ 6303977 w 6447632"/>
              <a:gd name="connsiteY8" fmla="*/ 664291 h 5753325"/>
              <a:gd name="connsiteX9" fmla="*/ 6299372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28618 w 6447632"/>
              <a:gd name="connsiteY13" fmla="*/ 1009766 h 5753325"/>
              <a:gd name="connsiteX14" fmla="*/ 6320797 w 6447632"/>
              <a:gd name="connsiteY14" fmla="*/ 1146964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37615 w 6447632"/>
              <a:gd name="connsiteY6" fmla="*/ 471794 h 5753325"/>
              <a:gd name="connsiteX7" fmla="*/ 6304423 w 6447632"/>
              <a:gd name="connsiteY7" fmla="*/ 582623 h 5753325"/>
              <a:gd name="connsiteX8" fmla="*/ 6303977 w 6447632"/>
              <a:gd name="connsiteY8" fmla="*/ 664291 h 5753325"/>
              <a:gd name="connsiteX9" fmla="*/ 6299372 w 6447632"/>
              <a:gd name="connsiteY9" fmla="*/ 697330 h 5753325"/>
              <a:gd name="connsiteX10" fmla="*/ 6309888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28618 w 6447632"/>
              <a:gd name="connsiteY13" fmla="*/ 1009766 h 5753325"/>
              <a:gd name="connsiteX14" fmla="*/ 6320797 w 6447632"/>
              <a:gd name="connsiteY14" fmla="*/ 1146964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3456"/>
              <a:gd name="connsiteY0" fmla="*/ 0 h 5753325"/>
              <a:gd name="connsiteX1" fmla="*/ 6438980 w 6443456"/>
              <a:gd name="connsiteY1" fmla="*/ 0 h 5753325"/>
              <a:gd name="connsiteX2" fmla="*/ 6439047 w 6443456"/>
              <a:gd name="connsiteY2" fmla="*/ 147 h 5753325"/>
              <a:gd name="connsiteX3" fmla="*/ 6443456 w 6443456"/>
              <a:gd name="connsiteY3" fmla="*/ 130105 h 5753325"/>
              <a:gd name="connsiteX4" fmla="*/ 6422751 w 6443456"/>
              <a:gd name="connsiteY4" fmla="*/ 174163 h 5753325"/>
              <a:gd name="connsiteX5" fmla="*/ 6396598 w 6443456"/>
              <a:gd name="connsiteY5" fmla="*/ 274847 h 5753325"/>
              <a:gd name="connsiteX6" fmla="*/ 6337615 w 6443456"/>
              <a:gd name="connsiteY6" fmla="*/ 471794 h 5753325"/>
              <a:gd name="connsiteX7" fmla="*/ 6304423 w 6443456"/>
              <a:gd name="connsiteY7" fmla="*/ 582623 h 5753325"/>
              <a:gd name="connsiteX8" fmla="*/ 6303977 w 6443456"/>
              <a:gd name="connsiteY8" fmla="*/ 664291 h 5753325"/>
              <a:gd name="connsiteX9" fmla="*/ 6299372 w 6443456"/>
              <a:gd name="connsiteY9" fmla="*/ 697330 h 5753325"/>
              <a:gd name="connsiteX10" fmla="*/ 6309888 w 6443456"/>
              <a:gd name="connsiteY10" fmla="*/ 754001 h 5753325"/>
              <a:gd name="connsiteX11" fmla="*/ 6339879 w 6443456"/>
              <a:gd name="connsiteY11" fmla="*/ 811136 h 5753325"/>
              <a:gd name="connsiteX12" fmla="*/ 6330065 w 6443456"/>
              <a:gd name="connsiteY12" fmla="*/ 893399 h 5753325"/>
              <a:gd name="connsiteX13" fmla="*/ 6328618 w 6443456"/>
              <a:gd name="connsiteY13" fmla="*/ 1009766 h 5753325"/>
              <a:gd name="connsiteX14" fmla="*/ 6320797 w 6443456"/>
              <a:gd name="connsiteY14" fmla="*/ 1146964 h 5753325"/>
              <a:gd name="connsiteX15" fmla="*/ 6334400 w 6443456"/>
              <a:gd name="connsiteY15" fmla="*/ 1280757 h 5753325"/>
              <a:gd name="connsiteX16" fmla="*/ 6356023 w 6443456"/>
              <a:gd name="connsiteY16" fmla="*/ 1356227 h 5753325"/>
              <a:gd name="connsiteX17" fmla="*/ 6356157 w 6443456"/>
              <a:gd name="connsiteY17" fmla="*/ 1361967 h 5753325"/>
              <a:gd name="connsiteX18" fmla="*/ 6350613 w 6443456"/>
              <a:gd name="connsiteY18" fmla="*/ 1393569 h 5753325"/>
              <a:gd name="connsiteX19" fmla="*/ 6357062 w 6443456"/>
              <a:gd name="connsiteY19" fmla="*/ 1444071 h 5753325"/>
              <a:gd name="connsiteX20" fmla="*/ 6364832 w 6443456"/>
              <a:gd name="connsiteY20" fmla="*/ 1478763 h 5753325"/>
              <a:gd name="connsiteX21" fmla="*/ 6369745 w 6443456"/>
              <a:gd name="connsiteY21" fmla="*/ 1495680 h 5753325"/>
              <a:gd name="connsiteX22" fmla="*/ 6370898 w 6443456"/>
              <a:gd name="connsiteY22" fmla="*/ 1513331 h 5753325"/>
              <a:gd name="connsiteX23" fmla="*/ 6339773 w 6443456"/>
              <a:gd name="connsiteY23" fmla="*/ 1527414 h 5753325"/>
              <a:gd name="connsiteX24" fmla="*/ 6321854 w 6443456"/>
              <a:gd name="connsiteY24" fmla="*/ 1635366 h 5753325"/>
              <a:gd name="connsiteX25" fmla="*/ 6299489 w 6443456"/>
              <a:gd name="connsiteY25" fmla="*/ 1784860 h 5753325"/>
              <a:gd name="connsiteX26" fmla="*/ 6267878 w 6443456"/>
              <a:gd name="connsiteY26" fmla="*/ 1858572 h 5753325"/>
              <a:gd name="connsiteX27" fmla="*/ 6251146 w 6443456"/>
              <a:gd name="connsiteY27" fmla="*/ 1926167 h 5753325"/>
              <a:gd name="connsiteX28" fmla="*/ 6210686 w 6443456"/>
              <a:gd name="connsiteY28" fmla="*/ 2014834 h 5753325"/>
              <a:gd name="connsiteX29" fmla="*/ 6106652 w 6443456"/>
              <a:gd name="connsiteY29" fmla="*/ 2150572 h 5753325"/>
              <a:gd name="connsiteX30" fmla="*/ 6097813 w 6443456"/>
              <a:gd name="connsiteY30" fmla="*/ 2172208 h 5753325"/>
              <a:gd name="connsiteX31" fmla="*/ 6095990 w 6443456"/>
              <a:gd name="connsiteY31" fmla="*/ 2181185 h 5753325"/>
              <a:gd name="connsiteX32" fmla="*/ 6090126 w 6443456"/>
              <a:gd name="connsiteY32" fmla="*/ 2192533 h 5753325"/>
              <a:gd name="connsiteX33" fmla="*/ 6089503 w 6443456"/>
              <a:gd name="connsiteY33" fmla="*/ 2192543 h 5753325"/>
              <a:gd name="connsiteX34" fmla="*/ 6084946 w 6443456"/>
              <a:gd name="connsiteY34" fmla="*/ 2203694 h 5753325"/>
              <a:gd name="connsiteX35" fmla="*/ 5987861 w 6443456"/>
              <a:gd name="connsiteY35" fmla="*/ 2304868 h 5753325"/>
              <a:gd name="connsiteX36" fmla="*/ 5973439 w 6443456"/>
              <a:gd name="connsiteY36" fmla="*/ 2385635 h 5753325"/>
              <a:gd name="connsiteX37" fmla="*/ 5916727 w 6443456"/>
              <a:gd name="connsiteY37" fmla="*/ 2458777 h 5753325"/>
              <a:gd name="connsiteX38" fmla="*/ 5856524 w 6443456"/>
              <a:gd name="connsiteY38" fmla="*/ 2583281 h 5753325"/>
              <a:gd name="connsiteX39" fmla="*/ 5838091 w 6443456"/>
              <a:gd name="connsiteY39" fmla="*/ 2753474 h 5753325"/>
              <a:gd name="connsiteX40" fmla="*/ 5744296 w 6443456"/>
              <a:gd name="connsiteY40" fmla="*/ 2893276 h 5753325"/>
              <a:gd name="connsiteX41" fmla="*/ 5682522 w 6443456"/>
              <a:gd name="connsiteY41" fmla="*/ 3044368 h 5753325"/>
              <a:gd name="connsiteX42" fmla="*/ 5557886 w 6443456"/>
              <a:gd name="connsiteY42" fmla="*/ 3304853 h 5753325"/>
              <a:gd name="connsiteX43" fmla="*/ 5483942 w 6443456"/>
              <a:gd name="connsiteY43" fmla="*/ 3416604 h 5753325"/>
              <a:gd name="connsiteX44" fmla="*/ 5461007 w 6443456"/>
              <a:gd name="connsiteY44" fmla="*/ 3503742 h 5753325"/>
              <a:gd name="connsiteX45" fmla="*/ 5437889 w 6443456"/>
              <a:gd name="connsiteY45" fmla="*/ 3559927 h 5753325"/>
              <a:gd name="connsiteX46" fmla="*/ 5432770 w 6443456"/>
              <a:gd name="connsiteY46" fmla="*/ 3562948 h 5753325"/>
              <a:gd name="connsiteX47" fmla="*/ 5406795 w 6443456"/>
              <a:gd name="connsiteY47" fmla="*/ 3578594 h 5753325"/>
              <a:gd name="connsiteX48" fmla="*/ 5381495 w 6443456"/>
              <a:gd name="connsiteY48" fmla="*/ 3599883 h 5753325"/>
              <a:gd name="connsiteX49" fmla="*/ 5363689 w 6443456"/>
              <a:gd name="connsiteY49" fmla="*/ 3633299 h 5753325"/>
              <a:gd name="connsiteX50" fmla="*/ 5291870 w 6443456"/>
              <a:gd name="connsiteY50" fmla="*/ 3799039 h 5753325"/>
              <a:gd name="connsiteX51" fmla="*/ 5241600 w 6443456"/>
              <a:gd name="connsiteY51" fmla="*/ 3894238 h 5753325"/>
              <a:gd name="connsiteX52" fmla="*/ 5211041 w 6443456"/>
              <a:gd name="connsiteY52" fmla="*/ 3924184 h 5753325"/>
              <a:gd name="connsiteX53" fmla="*/ 5176073 w 6443456"/>
              <a:gd name="connsiteY53" fmla="*/ 3970179 h 5753325"/>
              <a:gd name="connsiteX54" fmla="*/ 5172826 w 6443456"/>
              <a:gd name="connsiteY54" fmla="*/ 3991773 h 5753325"/>
              <a:gd name="connsiteX55" fmla="*/ 5157053 w 6443456"/>
              <a:gd name="connsiteY55" fmla="*/ 3997708 h 5753325"/>
              <a:gd name="connsiteX56" fmla="*/ 5127922 w 6443456"/>
              <a:gd name="connsiteY56" fmla="*/ 4022660 h 5753325"/>
              <a:gd name="connsiteX57" fmla="*/ 5020872 w 6443456"/>
              <a:gd name="connsiteY57" fmla="*/ 4075951 h 5753325"/>
              <a:gd name="connsiteX58" fmla="*/ 4991410 w 6443456"/>
              <a:gd name="connsiteY58" fmla="*/ 4087598 h 5753325"/>
              <a:gd name="connsiteX59" fmla="*/ 4930112 w 6443456"/>
              <a:gd name="connsiteY59" fmla="*/ 4138459 h 5753325"/>
              <a:gd name="connsiteX60" fmla="*/ 4834224 w 6443456"/>
              <a:gd name="connsiteY60" fmla="*/ 4231643 h 5753325"/>
              <a:gd name="connsiteX61" fmla="*/ 4812599 w 6443456"/>
              <a:gd name="connsiteY61" fmla="*/ 4249449 h 5753325"/>
              <a:gd name="connsiteX62" fmla="*/ 4789188 w 6443456"/>
              <a:gd name="connsiteY62" fmla="*/ 4256678 h 5753325"/>
              <a:gd name="connsiteX63" fmla="*/ 4779554 w 6443456"/>
              <a:gd name="connsiteY63" fmla="*/ 4251313 h 5753325"/>
              <a:gd name="connsiteX64" fmla="*/ 4766885 w 6443456"/>
              <a:gd name="connsiteY64" fmla="*/ 4259812 h 5753325"/>
              <a:gd name="connsiteX65" fmla="*/ 4762510 w 6443456"/>
              <a:gd name="connsiteY65" fmla="*/ 4260383 h 5753325"/>
              <a:gd name="connsiteX66" fmla="*/ 4738416 w 6443456"/>
              <a:gd name="connsiteY66" fmla="*/ 4265355 h 5753325"/>
              <a:gd name="connsiteX67" fmla="*/ 4712007 w 6443456"/>
              <a:gd name="connsiteY67" fmla="*/ 4317892 h 5753325"/>
              <a:gd name="connsiteX68" fmla="*/ 4658930 w 6443456"/>
              <a:gd name="connsiteY68" fmla="*/ 4348041 h 5753325"/>
              <a:gd name="connsiteX69" fmla="*/ 4443526 w 6443456"/>
              <a:gd name="connsiteY69" fmla="*/ 4507851 h 5753325"/>
              <a:gd name="connsiteX70" fmla="*/ 4289766 w 6443456"/>
              <a:gd name="connsiteY70" fmla="*/ 4711450 h 5753325"/>
              <a:gd name="connsiteX71" fmla="*/ 4150870 w 6443456"/>
              <a:gd name="connsiteY71" fmla="*/ 4818480 h 5753325"/>
              <a:gd name="connsiteX72" fmla="*/ 4006639 w 6443456"/>
              <a:gd name="connsiteY72" fmla="*/ 4933815 h 5753325"/>
              <a:gd name="connsiteX73" fmla="*/ 3298210 w 6443456"/>
              <a:gd name="connsiteY73" fmla="*/ 5070790 h 5753325"/>
              <a:gd name="connsiteX74" fmla="*/ 2947678 w 6443456"/>
              <a:gd name="connsiteY74" fmla="*/ 5117869 h 5753325"/>
              <a:gd name="connsiteX75" fmla="*/ 2822169 w 6443456"/>
              <a:gd name="connsiteY75" fmla="*/ 5129396 h 5753325"/>
              <a:gd name="connsiteX76" fmla="*/ 2538773 w 6443456"/>
              <a:gd name="connsiteY76" fmla="*/ 5313397 h 5753325"/>
              <a:gd name="connsiteX77" fmla="*/ 2014500 w 6443456"/>
              <a:gd name="connsiteY77" fmla="*/ 5519744 h 5753325"/>
              <a:gd name="connsiteX78" fmla="*/ 1934391 w 6443456"/>
              <a:gd name="connsiteY78" fmla="*/ 5591335 h 5753325"/>
              <a:gd name="connsiteX79" fmla="*/ 1892550 w 6443456"/>
              <a:gd name="connsiteY79" fmla="*/ 5649708 h 5753325"/>
              <a:gd name="connsiteX80" fmla="*/ 1854769 w 6443456"/>
              <a:gd name="connsiteY80" fmla="*/ 5647691 h 5753325"/>
              <a:gd name="connsiteX81" fmla="*/ 1809461 w 6443456"/>
              <a:gd name="connsiteY81" fmla="*/ 5648628 h 5753325"/>
              <a:gd name="connsiteX82" fmla="*/ 1745150 w 6443456"/>
              <a:gd name="connsiteY82" fmla="*/ 5693879 h 5753325"/>
              <a:gd name="connsiteX83" fmla="*/ 1713375 w 6443456"/>
              <a:gd name="connsiteY83" fmla="*/ 5684672 h 5753325"/>
              <a:gd name="connsiteX84" fmla="*/ 1707808 w 6443456"/>
              <a:gd name="connsiteY84" fmla="*/ 5682611 h 5753325"/>
              <a:gd name="connsiteX85" fmla="*/ 1679313 w 6443456"/>
              <a:gd name="connsiteY85" fmla="*/ 5672360 h 5753325"/>
              <a:gd name="connsiteX86" fmla="*/ 1646933 w 6443456"/>
              <a:gd name="connsiteY86" fmla="*/ 5666227 h 5753325"/>
              <a:gd name="connsiteX87" fmla="*/ 1610055 w 6443456"/>
              <a:gd name="connsiteY87" fmla="*/ 5673643 h 5753325"/>
              <a:gd name="connsiteX88" fmla="*/ 1437641 w 6443456"/>
              <a:gd name="connsiteY88" fmla="*/ 5723266 h 5753325"/>
              <a:gd name="connsiteX89" fmla="*/ 1332869 w 6443456"/>
              <a:gd name="connsiteY89" fmla="*/ 5744752 h 5753325"/>
              <a:gd name="connsiteX90" fmla="*/ 1290525 w 6443456"/>
              <a:gd name="connsiteY90" fmla="*/ 5740036 h 5753325"/>
              <a:gd name="connsiteX91" fmla="*/ 1233107 w 6443456"/>
              <a:gd name="connsiteY91" fmla="*/ 5742106 h 5753325"/>
              <a:gd name="connsiteX92" fmla="*/ 1214532 w 6443456"/>
              <a:gd name="connsiteY92" fmla="*/ 5753325 h 5753325"/>
              <a:gd name="connsiteX93" fmla="*/ 1199955 w 6443456"/>
              <a:gd name="connsiteY93" fmla="*/ 5744831 h 5753325"/>
              <a:gd name="connsiteX94" fmla="*/ 1162337 w 6443456"/>
              <a:gd name="connsiteY94" fmla="*/ 5738048 h 5753325"/>
              <a:gd name="connsiteX95" fmla="*/ 1053457 w 6443456"/>
              <a:gd name="connsiteY95" fmla="*/ 5688676 h 5753325"/>
              <a:gd name="connsiteX96" fmla="*/ 1025798 w 6443456"/>
              <a:gd name="connsiteY96" fmla="*/ 5673166 h 5753325"/>
              <a:gd name="connsiteX97" fmla="*/ 947900 w 6443456"/>
              <a:gd name="connsiteY97" fmla="*/ 5657848 h 5753325"/>
              <a:gd name="connsiteX98" fmla="*/ 815627 w 6443456"/>
              <a:gd name="connsiteY98" fmla="*/ 5642557 h 5753325"/>
              <a:gd name="connsiteX99" fmla="*/ 788251 w 6443456"/>
              <a:gd name="connsiteY99" fmla="*/ 5637065 h 5753325"/>
              <a:gd name="connsiteX100" fmla="*/ 767822 w 6443456"/>
              <a:gd name="connsiteY100" fmla="*/ 5623450 h 5753325"/>
              <a:gd name="connsiteX101" fmla="*/ 765791 w 6443456"/>
              <a:gd name="connsiteY101" fmla="*/ 5612539 h 5753325"/>
              <a:gd name="connsiteX102" fmla="*/ 751230 w 6443456"/>
              <a:gd name="connsiteY102" fmla="*/ 5608092 h 5753325"/>
              <a:gd name="connsiteX103" fmla="*/ 748008 w 6443456"/>
              <a:gd name="connsiteY103" fmla="*/ 5605052 h 5753325"/>
              <a:gd name="connsiteX104" fmla="*/ 728871 w 6443456"/>
              <a:gd name="connsiteY104" fmla="*/ 5589469 h 5753325"/>
              <a:gd name="connsiteX105" fmla="*/ 671898 w 6443456"/>
              <a:gd name="connsiteY105" fmla="*/ 5602363 h 5753325"/>
              <a:gd name="connsiteX106" fmla="*/ 615065 w 6443456"/>
              <a:gd name="connsiteY106" fmla="*/ 5580257 h 5753325"/>
              <a:gd name="connsiteX107" fmla="*/ 355785 w 6443456"/>
              <a:gd name="connsiteY107" fmla="*/ 5514383 h 5753325"/>
              <a:gd name="connsiteX108" fmla="*/ 102269 w 6443456"/>
              <a:gd name="connsiteY108" fmla="*/ 5524347 h 5753325"/>
              <a:gd name="connsiteX109" fmla="*/ 13160 w 6443456"/>
              <a:gd name="connsiteY109" fmla="*/ 5514159 h 5753325"/>
              <a:gd name="connsiteX110" fmla="*/ 0 w 6443456"/>
              <a:gd name="connsiteY110" fmla="*/ 5511735 h 5753325"/>
              <a:gd name="connsiteX111" fmla="*/ 0 w 6443456"/>
              <a:gd name="connsiteY111" fmla="*/ 0 h 5753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</a:cxnLst>
            <a:rect l="l" t="t" r="r" b="b"/>
            <a:pathLst>
              <a:path w="6443456" h="5753325">
                <a:moveTo>
                  <a:pt x="0" y="0"/>
                </a:moveTo>
                <a:lnTo>
                  <a:pt x="6438980" y="0"/>
                </a:lnTo>
                <a:cubicBezTo>
                  <a:pt x="6439002" y="49"/>
                  <a:pt x="6439025" y="98"/>
                  <a:pt x="6439047" y="147"/>
                </a:cubicBezTo>
                <a:lnTo>
                  <a:pt x="6443456" y="130105"/>
                </a:lnTo>
                <a:cubicBezTo>
                  <a:pt x="6430828" y="154008"/>
                  <a:pt x="6411458" y="168030"/>
                  <a:pt x="6422751" y="174163"/>
                </a:cubicBezTo>
                <a:cubicBezTo>
                  <a:pt x="6418487" y="214830"/>
                  <a:pt x="6390727" y="235497"/>
                  <a:pt x="6396598" y="274847"/>
                </a:cubicBezTo>
                <a:cubicBezTo>
                  <a:pt x="6403386" y="335822"/>
                  <a:pt x="6333127" y="414969"/>
                  <a:pt x="6337615" y="471794"/>
                </a:cubicBezTo>
                <a:cubicBezTo>
                  <a:pt x="6324407" y="534783"/>
                  <a:pt x="6296331" y="556933"/>
                  <a:pt x="6304423" y="582623"/>
                </a:cubicBezTo>
                <a:cubicBezTo>
                  <a:pt x="6293676" y="611941"/>
                  <a:pt x="6296956" y="631352"/>
                  <a:pt x="6303977" y="664291"/>
                </a:cubicBezTo>
                <a:cubicBezTo>
                  <a:pt x="6302444" y="677879"/>
                  <a:pt x="6301462" y="685268"/>
                  <a:pt x="6299372" y="697330"/>
                </a:cubicBezTo>
                <a:cubicBezTo>
                  <a:pt x="6314387" y="714913"/>
                  <a:pt x="6313827" y="721408"/>
                  <a:pt x="6309888" y="754001"/>
                </a:cubicBezTo>
                <a:cubicBezTo>
                  <a:pt x="6306930" y="769492"/>
                  <a:pt x="6343751" y="814234"/>
                  <a:pt x="6339879" y="811136"/>
                </a:cubicBezTo>
                <a:lnTo>
                  <a:pt x="6330065" y="893399"/>
                </a:lnTo>
                <a:cubicBezTo>
                  <a:pt x="6341065" y="929331"/>
                  <a:pt x="6340586" y="969703"/>
                  <a:pt x="6328618" y="1009766"/>
                </a:cubicBezTo>
                <a:cubicBezTo>
                  <a:pt x="6286987" y="1110847"/>
                  <a:pt x="6336677" y="1067927"/>
                  <a:pt x="6320797" y="1146964"/>
                </a:cubicBezTo>
                <a:cubicBezTo>
                  <a:pt x="6308238" y="1199586"/>
                  <a:pt x="6355190" y="1221191"/>
                  <a:pt x="6334400" y="1280757"/>
                </a:cubicBezTo>
                <a:lnTo>
                  <a:pt x="6356023" y="1356227"/>
                </a:lnTo>
                <a:cubicBezTo>
                  <a:pt x="6356068" y="1358140"/>
                  <a:pt x="6356112" y="1360054"/>
                  <a:pt x="6356157" y="1361967"/>
                </a:cubicBezTo>
                <a:cubicBezTo>
                  <a:pt x="6355533" y="1373512"/>
                  <a:pt x="6353847" y="1384370"/>
                  <a:pt x="6350613" y="1393569"/>
                </a:cubicBezTo>
                <a:cubicBezTo>
                  <a:pt x="6364468" y="1383914"/>
                  <a:pt x="6345614" y="1435855"/>
                  <a:pt x="6357062" y="1444071"/>
                </a:cubicBezTo>
                <a:cubicBezTo>
                  <a:pt x="6366618" y="1448518"/>
                  <a:pt x="6363125" y="1465312"/>
                  <a:pt x="6364832" y="1478763"/>
                </a:cubicBezTo>
                <a:cubicBezTo>
                  <a:pt x="6367033" y="1481449"/>
                  <a:pt x="6368644" y="1487606"/>
                  <a:pt x="6369745" y="1495680"/>
                </a:cubicBezTo>
                <a:cubicBezTo>
                  <a:pt x="6370129" y="1501564"/>
                  <a:pt x="6370514" y="1507447"/>
                  <a:pt x="6370898" y="1513331"/>
                </a:cubicBezTo>
                <a:lnTo>
                  <a:pt x="6339773" y="1527414"/>
                </a:lnTo>
                <a:cubicBezTo>
                  <a:pt x="6334226" y="1566662"/>
                  <a:pt x="6321052" y="1604564"/>
                  <a:pt x="6321854" y="1635366"/>
                </a:cubicBezTo>
                <a:cubicBezTo>
                  <a:pt x="6320655" y="1701187"/>
                  <a:pt x="6292278" y="1721205"/>
                  <a:pt x="6299489" y="1784860"/>
                </a:cubicBezTo>
                <a:cubicBezTo>
                  <a:pt x="6294212" y="1831400"/>
                  <a:pt x="6277478" y="1829559"/>
                  <a:pt x="6267878" y="1858572"/>
                </a:cubicBezTo>
                <a:lnTo>
                  <a:pt x="6251146" y="1926167"/>
                </a:lnTo>
                <a:lnTo>
                  <a:pt x="6210686" y="2014834"/>
                </a:lnTo>
                <a:lnTo>
                  <a:pt x="6106652" y="2150572"/>
                </a:lnTo>
                <a:lnTo>
                  <a:pt x="6097813" y="2172208"/>
                </a:lnTo>
                <a:lnTo>
                  <a:pt x="6095990" y="2181185"/>
                </a:lnTo>
                <a:cubicBezTo>
                  <a:pt x="6094176" y="2187056"/>
                  <a:pt x="6092249" y="2190556"/>
                  <a:pt x="6090126" y="2192533"/>
                </a:cubicBezTo>
                <a:lnTo>
                  <a:pt x="6089503" y="2192543"/>
                </a:lnTo>
                <a:lnTo>
                  <a:pt x="6084946" y="2203694"/>
                </a:lnTo>
                <a:cubicBezTo>
                  <a:pt x="6068006" y="2222414"/>
                  <a:pt x="6006445" y="2274546"/>
                  <a:pt x="5987861" y="2304868"/>
                </a:cubicBezTo>
                <a:lnTo>
                  <a:pt x="5973439" y="2385635"/>
                </a:lnTo>
                <a:lnTo>
                  <a:pt x="5916727" y="2458777"/>
                </a:lnTo>
                <a:cubicBezTo>
                  <a:pt x="5897241" y="2491718"/>
                  <a:pt x="5869630" y="2534165"/>
                  <a:pt x="5856524" y="2583281"/>
                </a:cubicBezTo>
                <a:cubicBezTo>
                  <a:pt x="5857506" y="2592319"/>
                  <a:pt x="5833326" y="2744711"/>
                  <a:pt x="5838091" y="2753474"/>
                </a:cubicBezTo>
                <a:cubicBezTo>
                  <a:pt x="5785248" y="2871502"/>
                  <a:pt x="5778642" y="2803565"/>
                  <a:pt x="5744296" y="2893276"/>
                </a:cubicBezTo>
                <a:cubicBezTo>
                  <a:pt x="5695297" y="2988328"/>
                  <a:pt x="5724634" y="2958553"/>
                  <a:pt x="5682522" y="3044368"/>
                </a:cubicBezTo>
                <a:cubicBezTo>
                  <a:pt x="5632185" y="3125072"/>
                  <a:pt x="5597317" y="3217236"/>
                  <a:pt x="5557886" y="3304853"/>
                </a:cubicBezTo>
                <a:cubicBezTo>
                  <a:pt x="5482395" y="3325072"/>
                  <a:pt x="5519234" y="3371478"/>
                  <a:pt x="5483942" y="3416604"/>
                </a:cubicBezTo>
                <a:cubicBezTo>
                  <a:pt x="5462927" y="3437263"/>
                  <a:pt x="5484515" y="3475608"/>
                  <a:pt x="5461007" y="3503742"/>
                </a:cubicBezTo>
                <a:cubicBezTo>
                  <a:pt x="5452964" y="3510933"/>
                  <a:pt x="5447709" y="3554203"/>
                  <a:pt x="5437889" y="3559927"/>
                </a:cubicBezTo>
                <a:lnTo>
                  <a:pt x="5432770" y="3562948"/>
                </a:lnTo>
                <a:lnTo>
                  <a:pt x="5406795" y="3578594"/>
                </a:lnTo>
                <a:lnTo>
                  <a:pt x="5381495" y="3599883"/>
                </a:lnTo>
                <a:cubicBezTo>
                  <a:pt x="5373777" y="3608845"/>
                  <a:pt x="5367528" y="3619642"/>
                  <a:pt x="5363689" y="3633299"/>
                </a:cubicBezTo>
                <a:cubicBezTo>
                  <a:pt x="5370837" y="3689178"/>
                  <a:pt x="5280250" y="3728687"/>
                  <a:pt x="5291870" y="3799039"/>
                </a:cubicBezTo>
                <a:cubicBezTo>
                  <a:pt x="5291660" y="3823262"/>
                  <a:pt x="5263601" y="3888134"/>
                  <a:pt x="5241600" y="3894238"/>
                </a:cubicBezTo>
                <a:cubicBezTo>
                  <a:pt x="5232312" y="3906493"/>
                  <a:pt x="5231731" y="3924583"/>
                  <a:pt x="5211041" y="3924184"/>
                </a:cubicBezTo>
                <a:cubicBezTo>
                  <a:pt x="5184976" y="3926521"/>
                  <a:pt x="5198956" y="3986438"/>
                  <a:pt x="5176073" y="3970179"/>
                </a:cubicBezTo>
                <a:lnTo>
                  <a:pt x="5172826" y="3991773"/>
                </a:lnTo>
                <a:lnTo>
                  <a:pt x="5157053" y="3997708"/>
                </a:lnTo>
                <a:cubicBezTo>
                  <a:pt x="5140589" y="4003541"/>
                  <a:pt x="5128715" y="4008828"/>
                  <a:pt x="5127922" y="4022660"/>
                </a:cubicBezTo>
                <a:cubicBezTo>
                  <a:pt x="5105225" y="4035701"/>
                  <a:pt x="5043623" y="4065128"/>
                  <a:pt x="5020872" y="4075951"/>
                </a:cubicBezTo>
                <a:cubicBezTo>
                  <a:pt x="5006705" y="4069570"/>
                  <a:pt x="5001251" y="4081880"/>
                  <a:pt x="4991410" y="4087598"/>
                </a:cubicBezTo>
                <a:cubicBezTo>
                  <a:pt x="4974522" y="4085320"/>
                  <a:pt x="4937025" y="4121806"/>
                  <a:pt x="4930112" y="4138459"/>
                </a:cubicBezTo>
                <a:cubicBezTo>
                  <a:pt x="4918473" y="4190437"/>
                  <a:pt x="4844909" y="4190974"/>
                  <a:pt x="4834224" y="4231643"/>
                </a:cubicBezTo>
                <a:cubicBezTo>
                  <a:pt x="4827758" y="4239937"/>
                  <a:pt x="4820427" y="4245543"/>
                  <a:pt x="4812599" y="4249449"/>
                </a:cubicBezTo>
                <a:lnTo>
                  <a:pt x="4789188" y="4256678"/>
                </a:lnTo>
                <a:lnTo>
                  <a:pt x="4779554" y="4251313"/>
                </a:lnTo>
                <a:lnTo>
                  <a:pt x="4766885" y="4259812"/>
                </a:lnTo>
                <a:lnTo>
                  <a:pt x="4762510" y="4260383"/>
                </a:lnTo>
                <a:cubicBezTo>
                  <a:pt x="4754131" y="4261437"/>
                  <a:pt x="4745977" y="4262766"/>
                  <a:pt x="4738416" y="4265355"/>
                </a:cubicBezTo>
                <a:cubicBezTo>
                  <a:pt x="4764694" y="4302719"/>
                  <a:pt x="4678447" y="4293536"/>
                  <a:pt x="4712007" y="4317892"/>
                </a:cubicBezTo>
                <a:cubicBezTo>
                  <a:pt x="4675039" y="4338619"/>
                  <a:pt x="4716682" y="4356361"/>
                  <a:pt x="4658930" y="4348041"/>
                </a:cubicBezTo>
                <a:cubicBezTo>
                  <a:pt x="4614182" y="4379702"/>
                  <a:pt x="4505053" y="4447283"/>
                  <a:pt x="4443526" y="4507851"/>
                </a:cubicBezTo>
                <a:cubicBezTo>
                  <a:pt x="4410144" y="4540439"/>
                  <a:pt x="4338540" y="4659677"/>
                  <a:pt x="4289766" y="4711450"/>
                </a:cubicBezTo>
                <a:cubicBezTo>
                  <a:pt x="4238344" y="4747694"/>
                  <a:pt x="4215457" y="4807131"/>
                  <a:pt x="4150870" y="4818480"/>
                </a:cubicBezTo>
                <a:cubicBezTo>
                  <a:pt x="4103683" y="4855538"/>
                  <a:pt x="4148748" y="4891762"/>
                  <a:pt x="4006639" y="4933815"/>
                </a:cubicBezTo>
                <a:cubicBezTo>
                  <a:pt x="3736045" y="4990755"/>
                  <a:pt x="3474704" y="5040115"/>
                  <a:pt x="3298210" y="5070790"/>
                </a:cubicBezTo>
                <a:cubicBezTo>
                  <a:pt x="3121717" y="5101466"/>
                  <a:pt x="3041810" y="5115566"/>
                  <a:pt x="2947678" y="5117869"/>
                </a:cubicBezTo>
                <a:cubicBezTo>
                  <a:pt x="2853544" y="5120174"/>
                  <a:pt x="2858560" y="5135060"/>
                  <a:pt x="2822169" y="5129396"/>
                </a:cubicBezTo>
                <a:lnTo>
                  <a:pt x="2538773" y="5313397"/>
                </a:lnTo>
                <a:cubicBezTo>
                  <a:pt x="2405817" y="5334661"/>
                  <a:pt x="2144167" y="5431620"/>
                  <a:pt x="2014500" y="5519744"/>
                </a:cubicBezTo>
                <a:cubicBezTo>
                  <a:pt x="1982084" y="5541774"/>
                  <a:pt x="1956346" y="5565847"/>
                  <a:pt x="1934391" y="5591335"/>
                </a:cubicBezTo>
                <a:lnTo>
                  <a:pt x="1892550" y="5649708"/>
                </a:lnTo>
                <a:lnTo>
                  <a:pt x="1854769" y="5647691"/>
                </a:lnTo>
                <a:cubicBezTo>
                  <a:pt x="1838936" y="5647705"/>
                  <a:pt x="1823701" y="5648312"/>
                  <a:pt x="1809461" y="5648628"/>
                </a:cubicBezTo>
                <a:cubicBezTo>
                  <a:pt x="1834147" y="5698228"/>
                  <a:pt x="1737274" y="5633540"/>
                  <a:pt x="1745150" y="5693879"/>
                </a:cubicBezTo>
                <a:cubicBezTo>
                  <a:pt x="1734532" y="5692199"/>
                  <a:pt x="1724002" y="5688669"/>
                  <a:pt x="1713375" y="5684672"/>
                </a:cubicBezTo>
                <a:lnTo>
                  <a:pt x="1707808" y="5682611"/>
                </a:lnTo>
                <a:lnTo>
                  <a:pt x="1679313" y="5672360"/>
                </a:lnTo>
                <a:lnTo>
                  <a:pt x="1646933" y="5666227"/>
                </a:lnTo>
                <a:cubicBezTo>
                  <a:pt x="1635170" y="5665926"/>
                  <a:pt x="1622939" y="5667937"/>
                  <a:pt x="1610055" y="5673643"/>
                </a:cubicBezTo>
                <a:cubicBezTo>
                  <a:pt x="1571890" y="5714775"/>
                  <a:pt x="1484024" y="5669440"/>
                  <a:pt x="1437641" y="5723266"/>
                </a:cubicBezTo>
                <a:cubicBezTo>
                  <a:pt x="1418992" y="5738521"/>
                  <a:pt x="1351540" y="5757985"/>
                  <a:pt x="1332869" y="5744752"/>
                </a:cubicBezTo>
                <a:cubicBezTo>
                  <a:pt x="1317589" y="5745326"/>
                  <a:pt x="1303391" y="5756388"/>
                  <a:pt x="1290525" y="5740036"/>
                </a:cubicBezTo>
                <a:cubicBezTo>
                  <a:pt x="1272146" y="5721242"/>
                  <a:pt x="1235243" y="5770261"/>
                  <a:pt x="1233107" y="5742106"/>
                </a:cubicBezTo>
                <a:lnTo>
                  <a:pt x="1214532" y="5753325"/>
                </a:lnTo>
                <a:lnTo>
                  <a:pt x="1199955" y="5744831"/>
                </a:lnTo>
                <a:cubicBezTo>
                  <a:pt x="1185016" y="5735734"/>
                  <a:pt x="1173414" y="5729861"/>
                  <a:pt x="1162337" y="5738048"/>
                </a:cubicBezTo>
                <a:cubicBezTo>
                  <a:pt x="1137920" y="5728689"/>
                  <a:pt x="1076212" y="5699490"/>
                  <a:pt x="1053457" y="5688676"/>
                </a:cubicBezTo>
                <a:cubicBezTo>
                  <a:pt x="1049315" y="5673592"/>
                  <a:pt x="1036434" y="5677184"/>
                  <a:pt x="1025798" y="5673166"/>
                </a:cubicBezTo>
                <a:cubicBezTo>
                  <a:pt x="1016787" y="5658576"/>
                  <a:pt x="965030" y="5652626"/>
                  <a:pt x="947900" y="5657848"/>
                </a:cubicBezTo>
                <a:cubicBezTo>
                  <a:pt x="900757" y="5681878"/>
                  <a:pt x="853518" y="5624981"/>
                  <a:pt x="815627" y="5642557"/>
                </a:cubicBezTo>
                <a:cubicBezTo>
                  <a:pt x="805172" y="5642805"/>
                  <a:pt x="796221" y="5640669"/>
                  <a:pt x="788251" y="5637065"/>
                </a:cubicBezTo>
                <a:lnTo>
                  <a:pt x="767822" y="5623450"/>
                </a:lnTo>
                <a:lnTo>
                  <a:pt x="765791" y="5612539"/>
                </a:lnTo>
                <a:lnTo>
                  <a:pt x="751230" y="5608092"/>
                </a:lnTo>
                <a:lnTo>
                  <a:pt x="748008" y="5605052"/>
                </a:lnTo>
                <a:cubicBezTo>
                  <a:pt x="741868" y="5599203"/>
                  <a:pt x="735661" y="5593704"/>
                  <a:pt x="728871" y="5589469"/>
                </a:cubicBezTo>
                <a:cubicBezTo>
                  <a:pt x="717035" y="5633700"/>
                  <a:pt x="669153" y="5560747"/>
                  <a:pt x="671898" y="5602363"/>
                </a:cubicBezTo>
                <a:cubicBezTo>
                  <a:pt x="632522" y="5586794"/>
                  <a:pt x="645467" y="5630489"/>
                  <a:pt x="615065" y="5580257"/>
                </a:cubicBezTo>
                <a:cubicBezTo>
                  <a:pt x="562379" y="5565593"/>
                  <a:pt x="441250" y="5523701"/>
                  <a:pt x="355785" y="5514383"/>
                </a:cubicBezTo>
                <a:cubicBezTo>
                  <a:pt x="309622" y="5509152"/>
                  <a:pt x="172894" y="5529342"/>
                  <a:pt x="102269" y="5524347"/>
                </a:cubicBezTo>
                <a:cubicBezTo>
                  <a:pt x="72050" y="5515878"/>
                  <a:pt x="41939" y="5516649"/>
                  <a:pt x="13160" y="5514159"/>
                </a:cubicBezTo>
                <a:lnTo>
                  <a:pt x="0" y="551173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6D1DA3-01C1-EE48-B300-00B9884E5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068891"/>
            <a:ext cx="4259731" cy="1985085"/>
          </a:xfrm>
        </p:spPr>
        <p:txBody>
          <a:bodyPr anchor="b">
            <a:normAutofit/>
          </a:bodyPr>
          <a:lstStyle/>
          <a:p>
            <a:pPr algn="ctr"/>
            <a:r>
              <a:rPr lang="en-AU" sz="3700"/>
              <a:t>DQL: Member flight Summary using CTE</a:t>
            </a:r>
            <a:br>
              <a:rPr lang="en-AU" sz="3700"/>
            </a:br>
            <a:endParaRPr lang="en-AU" sz="370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CF93DC6C-1BFD-4414-BF23-471C8831C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664" y="3440576"/>
            <a:ext cx="4114800" cy="2675059"/>
          </a:xfrm>
          <a:custGeom>
            <a:avLst/>
            <a:gdLst>
              <a:gd name="connsiteX0" fmla="*/ 0 w 2400300"/>
              <a:gd name="connsiteY0" fmla="*/ 0 h 2400300"/>
              <a:gd name="connsiteX1" fmla="*/ 2400300 w 2400300"/>
              <a:gd name="connsiteY1" fmla="*/ 0 h 2400300"/>
              <a:gd name="connsiteX2" fmla="*/ 2400300 w 2400300"/>
              <a:gd name="connsiteY2" fmla="*/ 2400300 h 2400300"/>
              <a:gd name="connsiteX3" fmla="*/ 0 w 2400300"/>
              <a:gd name="connsiteY3" fmla="*/ 2400300 h 240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00300" h="2400300">
                <a:moveTo>
                  <a:pt x="0" y="0"/>
                </a:moveTo>
                <a:lnTo>
                  <a:pt x="2400300" y="0"/>
                </a:lnTo>
                <a:lnTo>
                  <a:pt x="2400300" y="2400300"/>
                </a:lnTo>
                <a:lnTo>
                  <a:pt x="0" y="24003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0800" dist="12700" dir="3000000" algn="tl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B12E40-159A-9FD9-CFD7-4637E54BBA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617" y="3953691"/>
            <a:ext cx="3836894" cy="1654439"/>
          </a:xfrm>
          <a:prstGeom prst="rect">
            <a:avLst/>
          </a:prstGeom>
        </p:spPr>
      </p:pic>
      <p:sp>
        <p:nvSpPr>
          <p:cNvPr id="16" name="Rectangle 6">
            <a:extLst>
              <a:ext uri="{FF2B5EF4-FFF2-40B4-BE49-F238E27FC236}">
                <a16:creationId xmlns:a16="http://schemas.microsoft.com/office/drawing/2014/main" id="{001928A5-13A8-4372-8A77-BCAAE5553E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14188" y="5840345"/>
            <a:ext cx="1707751" cy="428984"/>
          </a:xfrm>
          <a:custGeom>
            <a:avLst/>
            <a:gdLst>
              <a:gd name="connsiteX0" fmla="*/ 0 w 2142503"/>
              <a:gd name="connsiteY0" fmla="*/ 0 h 571500"/>
              <a:gd name="connsiteX1" fmla="*/ 2142503 w 2142503"/>
              <a:gd name="connsiteY1" fmla="*/ 0 h 571500"/>
              <a:gd name="connsiteX2" fmla="*/ 2142503 w 2142503"/>
              <a:gd name="connsiteY2" fmla="*/ 571500 h 571500"/>
              <a:gd name="connsiteX3" fmla="*/ 0 w 2142503"/>
              <a:gd name="connsiteY3" fmla="*/ 571500 h 571500"/>
              <a:gd name="connsiteX4" fmla="*/ 0 w 2142503"/>
              <a:gd name="connsiteY4" fmla="*/ 0 h 571500"/>
              <a:gd name="connsiteX0" fmla="*/ 0 w 2142503"/>
              <a:gd name="connsiteY0" fmla="*/ 0 h 582145"/>
              <a:gd name="connsiteX1" fmla="*/ 2142503 w 2142503"/>
              <a:gd name="connsiteY1" fmla="*/ 0 h 582145"/>
              <a:gd name="connsiteX2" fmla="*/ 2142503 w 2142503"/>
              <a:gd name="connsiteY2" fmla="*/ 571500 h 582145"/>
              <a:gd name="connsiteX3" fmla="*/ 2050917 w 2142503"/>
              <a:gd name="connsiteY3" fmla="*/ 582088 h 582145"/>
              <a:gd name="connsiteX4" fmla="*/ 0 w 2142503"/>
              <a:gd name="connsiteY4" fmla="*/ 571500 h 582145"/>
              <a:gd name="connsiteX5" fmla="*/ 0 w 2142503"/>
              <a:gd name="connsiteY5" fmla="*/ 0 h 582145"/>
              <a:gd name="connsiteX0" fmla="*/ 0 w 2159832"/>
              <a:gd name="connsiteY0" fmla="*/ 0 h 582145"/>
              <a:gd name="connsiteX1" fmla="*/ 2142503 w 2159832"/>
              <a:gd name="connsiteY1" fmla="*/ 0 h 582145"/>
              <a:gd name="connsiteX2" fmla="*/ 2159829 w 2159832"/>
              <a:gd name="connsiteY2" fmla="*/ 96526 h 582145"/>
              <a:gd name="connsiteX3" fmla="*/ 2142503 w 2159832"/>
              <a:gd name="connsiteY3" fmla="*/ 571500 h 582145"/>
              <a:gd name="connsiteX4" fmla="*/ 2050917 w 2159832"/>
              <a:gd name="connsiteY4" fmla="*/ 582088 h 582145"/>
              <a:gd name="connsiteX5" fmla="*/ 0 w 2159832"/>
              <a:gd name="connsiteY5" fmla="*/ 571500 h 582145"/>
              <a:gd name="connsiteX6" fmla="*/ 0 w 2159832"/>
              <a:gd name="connsiteY6" fmla="*/ 0 h 582145"/>
              <a:gd name="connsiteX0" fmla="*/ 0 w 2159832"/>
              <a:gd name="connsiteY0" fmla="*/ 12386 h 594531"/>
              <a:gd name="connsiteX1" fmla="*/ 67826 w 2159832"/>
              <a:gd name="connsiteY1" fmla="*/ 0 h 594531"/>
              <a:gd name="connsiteX2" fmla="*/ 2142503 w 2159832"/>
              <a:gd name="connsiteY2" fmla="*/ 12386 h 594531"/>
              <a:gd name="connsiteX3" fmla="*/ 2159829 w 2159832"/>
              <a:gd name="connsiteY3" fmla="*/ 108912 h 594531"/>
              <a:gd name="connsiteX4" fmla="*/ 2142503 w 2159832"/>
              <a:gd name="connsiteY4" fmla="*/ 583886 h 594531"/>
              <a:gd name="connsiteX5" fmla="*/ 2050917 w 2159832"/>
              <a:gd name="connsiteY5" fmla="*/ 594474 h 594531"/>
              <a:gd name="connsiteX6" fmla="*/ 0 w 2159832"/>
              <a:gd name="connsiteY6" fmla="*/ 583886 h 594531"/>
              <a:gd name="connsiteX7" fmla="*/ 0 w 2159832"/>
              <a:gd name="connsiteY7" fmla="*/ 12386 h 594531"/>
              <a:gd name="connsiteX0" fmla="*/ 0 w 2168908"/>
              <a:gd name="connsiteY0" fmla="*/ 26000 h 594531"/>
              <a:gd name="connsiteX1" fmla="*/ 76902 w 2168908"/>
              <a:gd name="connsiteY1" fmla="*/ 0 h 594531"/>
              <a:gd name="connsiteX2" fmla="*/ 2151579 w 2168908"/>
              <a:gd name="connsiteY2" fmla="*/ 12386 h 594531"/>
              <a:gd name="connsiteX3" fmla="*/ 2168905 w 2168908"/>
              <a:gd name="connsiteY3" fmla="*/ 108912 h 594531"/>
              <a:gd name="connsiteX4" fmla="*/ 2151579 w 2168908"/>
              <a:gd name="connsiteY4" fmla="*/ 583886 h 594531"/>
              <a:gd name="connsiteX5" fmla="*/ 2059993 w 2168908"/>
              <a:gd name="connsiteY5" fmla="*/ 594474 h 594531"/>
              <a:gd name="connsiteX6" fmla="*/ 9076 w 2168908"/>
              <a:gd name="connsiteY6" fmla="*/ 583886 h 594531"/>
              <a:gd name="connsiteX7" fmla="*/ 0 w 2168908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147197 w 2316105"/>
              <a:gd name="connsiteY0" fmla="*/ 26000 h 594531"/>
              <a:gd name="connsiteX1" fmla="*/ 224099 w 2316105"/>
              <a:gd name="connsiteY1" fmla="*/ 0 h 594531"/>
              <a:gd name="connsiteX2" fmla="*/ 2298776 w 2316105"/>
              <a:gd name="connsiteY2" fmla="*/ 12386 h 594531"/>
              <a:gd name="connsiteX3" fmla="*/ 2316102 w 2316105"/>
              <a:gd name="connsiteY3" fmla="*/ 108912 h 594531"/>
              <a:gd name="connsiteX4" fmla="*/ 2298776 w 2316105"/>
              <a:gd name="connsiteY4" fmla="*/ 583886 h 594531"/>
              <a:gd name="connsiteX5" fmla="*/ 2207190 w 2316105"/>
              <a:gd name="connsiteY5" fmla="*/ 594474 h 594531"/>
              <a:gd name="connsiteX6" fmla="*/ 156273 w 2316105"/>
              <a:gd name="connsiteY6" fmla="*/ 583886 h 594531"/>
              <a:gd name="connsiteX7" fmla="*/ 142416 w 2316105"/>
              <a:gd name="connsiteY7" fmla="*/ 235975 h 594531"/>
              <a:gd name="connsiteX8" fmla="*/ 147197 w 2316105"/>
              <a:gd name="connsiteY8" fmla="*/ 26000 h 594531"/>
              <a:gd name="connsiteX0" fmla="*/ 154684 w 2323592"/>
              <a:gd name="connsiteY0" fmla="*/ 26000 h 594531"/>
              <a:gd name="connsiteX1" fmla="*/ 231586 w 2323592"/>
              <a:gd name="connsiteY1" fmla="*/ 0 h 594531"/>
              <a:gd name="connsiteX2" fmla="*/ 2306263 w 2323592"/>
              <a:gd name="connsiteY2" fmla="*/ 12386 h 594531"/>
              <a:gd name="connsiteX3" fmla="*/ 2323589 w 2323592"/>
              <a:gd name="connsiteY3" fmla="*/ 108912 h 594531"/>
              <a:gd name="connsiteX4" fmla="*/ 2306263 w 2323592"/>
              <a:gd name="connsiteY4" fmla="*/ 583886 h 594531"/>
              <a:gd name="connsiteX5" fmla="*/ 2214677 w 2323592"/>
              <a:gd name="connsiteY5" fmla="*/ 594474 h 594531"/>
              <a:gd name="connsiteX6" fmla="*/ 163760 w 2323592"/>
              <a:gd name="connsiteY6" fmla="*/ 583886 h 594531"/>
              <a:gd name="connsiteX7" fmla="*/ 158979 w 2323592"/>
              <a:gd name="connsiteY7" fmla="*/ 403879 h 594531"/>
              <a:gd name="connsiteX8" fmla="*/ 149903 w 2323592"/>
              <a:gd name="connsiteY8" fmla="*/ 235975 h 594531"/>
              <a:gd name="connsiteX9" fmla="*/ 154684 w 2323592"/>
              <a:gd name="connsiteY9" fmla="*/ 26000 h 594531"/>
              <a:gd name="connsiteX0" fmla="*/ 13665 w 2182573"/>
              <a:gd name="connsiteY0" fmla="*/ 26000 h 594531"/>
              <a:gd name="connsiteX1" fmla="*/ 90567 w 2182573"/>
              <a:gd name="connsiteY1" fmla="*/ 0 h 594531"/>
              <a:gd name="connsiteX2" fmla="*/ 2165244 w 2182573"/>
              <a:gd name="connsiteY2" fmla="*/ 12386 h 594531"/>
              <a:gd name="connsiteX3" fmla="*/ 2182570 w 2182573"/>
              <a:gd name="connsiteY3" fmla="*/ 108912 h 594531"/>
              <a:gd name="connsiteX4" fmla="*/ 2165244 w 2182573"/>
              <a:gd name="connsiteY4" fmla="*/ 583886 h 594531"/>
              <a:gd name="connsiteX5" fmla="*/ 2073658 w 2182573"/>
              <a:gd name="connsiteY5" fmla="*/ 594474 h 594531"/>
              <a:gd name="connsiteX6" fmla="*/ 22741 w 2182573"/>
              <a:gd name="connsiteY6" fmla="*/ 583886 h 594531"/>
              <a:gd name="connsiteX7" fmla="*/ 17960 w 2182573"/>
              <a:gd name="connsiteY7" fmla="*/ 403879 h 594531"/>
              <a:gd name="connsiteX8" fmla="*/ 8884 w 2182573"/>
              <a:gd name="connsiteY8" fmla="*/ 235975 h 594531"/>
              <a:gd name="connsiteX9" fmla="*/ 13665 w 2182573"/>
              <a:gd name="connsiteY9" fmla="*/ 26000 h 594531"/>
              <a:gd name="connsiteX0" fmla="*/ 13665 w 2202120"/>
              <a:gd name="connsiteY0" fmla="*/ 26000 h 594531"/>
              <a:gd name="connsiteX1" fmla="*/ 90567 w 2202120"/>
              <a:gd name="connsiteY1" fmla="*/ 0 h 594531"/>
              <a:gd name="connsiteX2" fmla="*/ 2165244 w 2202120"/>
              <a:gd name="connsiteY2" fmla="*/ 12386 h 594531"/>
              <a:gd name="connsiteX3" fmla="*/ 2182570 w 2202120"/>
              <a:gd name="connsiteY3" fmla="*/ 108912 h 594531"/>
              <a:gd name="connsiteX4" fmla="*/ 2192471 w 2202120"/>
              <a:gd name="connsiteY4" fmla="*/ 583886 h 594531"/>
              <a:gd name="connsiteX5" fmla="*/ 2073658 w 2202120"/>
              <a:gd name="connsiteY5" fmla="*/ 594474 h 594531"/>
              <a:gd name="connsiteX6" fmla="*/ 22741 w 2202120"/>
              <a:gd name="connsiteY6" fmla="*/ 583886 h 594531"/>
              <a:gd name="connsiteX7" fmla="*/ 17960 w 2202120"/>
              <a:gd name="connsiteY7" fmla="*/ 403879 h 594531"/>
              <a:gd name="connsiteX8" fmla="*/ 8884 w 2202120"/>
              <a:gd name="connsiteY8" fmla="*/ 235975 h 594531"/>
              <a:gd name="connsiteX9" fmla="*/ 13665 w 2202120"/>
              <a:gd name="connsiteY9" fmla="*/ 26000 h 594531"/>
              <a:gd name="connsiteX0" fmla="*/ 13665 w 2202036"/>
              <a:gd name="connsiteY0" fmla="*/ 26000 h 594531"/>
              <a:gd name="connsiteX1" fmla="*/ 90567 w 2202036"/>
              <a:gd name="connsiteY1" fmla="*/ 0 h 594531"/>
              <a:gd name="connsiteX2" fmla="*/ 2165244 w 2202036"/>
              <a:gd name="connsiteY2" fmla="*/ 12386 h 594531"/>
              <a:gd name="connsiteX3" fmla="*/ 2182570 w 2202036"/>
              <a:gd name="connsiteY3" fmla="*/ 108912 h 594531"/>
              <a:gd name="connsiteX4" fmla="*/ 2191645 w 2202036"/>
              <a:gd name="connsiteY4" fmla="*/ 422031 h 594531"/>
              <a:gd name="connsiteX5" fmla="*/ 2192471 w 2202036"/>
              <a:gd name="connsiteY5" fmla="*/ 583886 h 594531"/>
              <a:gd name="connsiteX6" fmla="*/ 2073658 w 2202036"/>
              <a:gd name="connsiteY6" fmla="*/ 594474 h 594531"/>
              <a:gd name="connsiteX7" fmla="*/ 22741 w 2202036"/>
              <a:gd name="connsiteY7" fmla="*/ 583886 h 594531"/>
              <a:gd name="connsiteX8" fmla="*/ 17960 w 2202036"/>
              <a:gd name="connsiteY8" fmla="*/ 403879 h 594531"/>
              <a:gd name="connsiteX9" fmla="*/ 8884 w 2202036"/>
              <a:gd name="connsiteY9" fmla="*/ 235975 h 594531"/>
              <a:gd name="connsiteX10" fmla="*/ 13665 w 2202036"/>
              <a:gd name="connsiteY10" fmla="*/ 26000 h 594531"/>
              <a:gd name="connsiteX0" fmla="*/ 142254 w 2330625"/>
              <a:gd name="connsiteY0" fmla="*/ 26000 h 594531"/>
              <a:gd name="connsiteX1" fmla="*/ 219156 w 2330625"/>
              <a:gd name="connsiteY1" fmla="*/ 0 h 594531"/>
              <a:gd name="connsiteX2" fmla="*/ 2293833 w 2330625"/>
              <a:gd name="connsiteY2" fmla="*/ 12386 h 594531"/>
              <a:gd name="connsiteX3" fmla="*/ 2311159 w 2330625"/>
              <a:gd name="connsiteY3" fmla="*/ 108912 h 594531"/>
              <a:gd name="connsiteX4" fmla="*/ 2320234 w 2330625"/>
              <a:gd name="connsiteY4" fmla="*/ 422031 h 594531"/>
              <a:gd name="connsiteX5" fmla="*/ 2321060 w 2330625"/>
              <a:gd name="connsiteY5" fmla="*/ 583886 h 594531"/>
              <a:gd name="connsiteX6" fmla="*/ 2202247 w 2330625"/>
              <a:gd name="connsiteY6" fmla="*/ 594474 h 594531"/>
              <a:gd name="connsiteX7" fmla="*/ 151330 w 2330625"/>
              <a:gd name="connsiteY7" fmla="*/ 583886 h 594531"/>
              <a:gd name="connsiteX8" fmla="*/ 155624 w 2330625"/>
              <a:gd name="connsiteY8" fmla="*/ 512790 h 594531"/>
              <a:gd name="connsiteX9" fmla="*/ 146549 w 2330625"/>
              <a:gd name="connsiteY9" fmla="*/ 403879 h 594531"/>
              <a:gd name="connsiteX10" fmla="*/ 137473 w 2330625"/>
              <a:gd name="connsiteY10" fmla="*/ 235975 h 594531"/>
              <a:gd name="connsiteX11" fmla="*/ 142254 w 2330625"/>
              <a:gd name="connsiteY11" fmla="*/ 26000 h 594531"/>
              <a:gd name="connsiteX0" fmla="*/ 13413 w 2201784"/>
              <a:gd name="connsiteY0" fmla="*/ 26000 h 594531"/>
              <a:gd name="connsiteX1" fmla="*/ 90315 w 2201784"/>
              <a:gd name="connsiteY1" fmla="*/ 0 h 594531"/>
              <a:gd name="connsiteX2" fmla="*/ 2164992 w 2201784"/>
              <a:gd name="connsiteY2" fmla="*/ 12386 h 594531"/>
              <a:gd name="connsiteX3" fmla="*/ 2182318 w 2201784"/>
              <a:gd name="connsiteY3" fmla="*/ 108912 h 594531"/>
              <a:gd name="connsiteX4" fmla="*/ 2191393 w 2201784"/>
              <a:gd name="connsiteY4" fmla="*/ 422031 h 594531"/>
              <a:gd name="connsiteX5" fmla="*/ 2192219 w 2201784"/>
              <a:gd name="connsiteY5" fmla="*/ 583886 h 594531"/>
              <a:gd name="connsiteX6" fmla="*/ 2073406 w 2201784"/>
              <a:gd name="connsiteY6" fmla="*/ 594474 h 594531"/>
              <a:gd name="connsiteX7" fmla="*/ 22489 w 2201784"/>
              <a:gd name="connsiteY7" fmla="*/ 583886 h 594531"/>
              <a:gd name="connsiteX8" fmla="*/ 26783 w 2201784"/>
              <a:gd name="connsiteY8" fmla="*/ 512790 h 594531"/>
              <a:gd name="connsiteX9" fmla="*/ 17708 w 2201784"/>
              <a:gd name="connsiteY9" fmla="*/ 403879 h 594531"/>
              <a:gd name="connsiteX10" fmla="*/ 8632 w 2201784"/>
              <a:gd name="connsiteY10" fmla="*/ 235975 h 594531"/>
              <a:gd name="connsiteX11" fmla="*/ 13413 w 2201784"/>
              <a:gd name="connsiteY11" fmla="*/ 26000 h 594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201784" h="594531">
                <a:moveTo>
                  <a:pt x="13413" y="26000"/>
                </a:moveTo>
                <a:cubicBezTo>
                  <a:pt x="37534" y="24897"/>
                  <a:pt x="66194" y="1103"/>
                  <a:pt x="90315" y="0"/>
                </a:cubicBezTo>
                <a:lnTo>
                  <a:pt x="2164992" y="12386"/>
                </a:lnTo>
                <a:cubicBezTo>
                  <a:pt x="2164717" y="43049"/>
                  <a:pt x="2182593" y="78249"/>
                  <a:pt x="2182318" y="108912"/>
                </a:cubicBezTo>
                <a:cubicBezTo>
                  <a:pt x="2188231" y="177186"/>
                  <a:pt x="2189743" y="342869"/>
                  <a:pt x="2191393" y="422031"/>
                </a:cubicBezTo>
                <a:cubicBezTo>
                  <a:pt x="2193043" y="501193"/>
                  <a:pt x="2213396" y="555146"/>
                  <a:pt x="2192219" y="583886"/>
                </a:cubicBezTo>
                <a:cubicBezTo>
                  <a:pt x="2172279" y="582877"/>
                  <a:pt x="2093346" y="595483"/>
                  <a:pt x="2073406" y="594474"/>
                </a:cubicBezTo>
                <a:lnTo>
                  <a:pt x="22489" y="583886"/>
                </a:lnTo>
                <a:cubicBezTo>
                  <a:pt x="5849" y="592962"/>
                  <a:pt x="27580" y="542791"/>
                  <a:pt x="26783" y="512790"/>
                </a:cubicBezTo>
                <a:cubicBezTo>
                  <a:pt x="25986" y="482789"/>
                  <a:pt x="18464" y="450015"/>
                  <a:pt x="17708" y="403879"/>
                </a:cubicBezTo>
                <a:cubicBezTo>
                  <a:pt x="16952" y="357743"/>
                  <a:pt x="-14855" y="308787"/>
                  <a:pt x="8632" y="235975"/>
                </a:cubicBezTo>
                <a:cubicBezTo>
                  <a:pt x="7119" y="142994"/>
                  <a:pt x="-201" y="65329"/>
                  <a:pt x="13413" y="26000"/>
                </a:cubicBezTo>
                <a:close/>
              </a:path>
            </a:pathLst>
          </a:custGeom>
          <a:solidFill>
            <a:srgbClr val="D9D4D0">
              <a:alpha val="50000"/>
            </a:srgbClr>
          </a:solidFill>
          <a:ln>
            <a:noFill/>
          </a:ln>
          <a:effectLst>
            <a:softEdge rad="63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7184BB-ED11-6E92-230D-BB933701A6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86415" y="723153"/>
            <a:ext cx="4555782" cy="5392482"/>
          </a:xfrm>
        </p:spPr>
        <p:txBody>
          <a:bodyPr anchor="ctr">
            <a:normAutofit/>
          </a:bodyPr>
          <a:lstStyle/>
          <a:p>
            <a:r>
              <a:rPr lang="en-AU" sz="1300">
                <a:highlight>
                  <a:srgbClr val="FFFFFF"/>
                </a:highlight>
                <a:latin typeface="Cascadia Mono" panose="020B0609020000020004" pitchFamily="49" charset="0"/>
              </a:rPr>
              <a:t>WITH member_stats AS (</a:t>
            </a:r>
          </a:p>
          <a:p>
            <a:r>
              <a:rPr lang="en-AU" sz="1300">
                <a:highlight>
                  <a:srgbClr val="FFFFFF"/>
                </a:highlight>
                <a:latin typeface="Cascadia Mono" panose="020B0609020000020004" pitchFamily="49" charset="0"/>
              </a:rPr>
              <a:t>    SELECT </a:t>
            </a:r>
          </a:p>
          <a:p>
            <a:r>
              <a:rPr lang="en-AU" sz="1300">
                <a:highlight>
                  <a:srgbClr val="FFFFFF"/>
                </a:highlight>
                <a:latin typeface="Cascadia Mono" panose="020B0609020000020004" pitchFamily="49" charset="0"/>
              </a:rPr>
              <a:t>        member_id,</a:t>
            </a:r>
          </a:p>
          <a:p>
            <a:r>
              <a:rPr lang="en-US" sz="1300">
                <a:highlight>
                  <a:srgbClr val="FFFFFF"/>
                </a:highlight>
                <a:latin typeface="Cascadia Mono" panose="020B0609020000020004" pitchFamily="49" charset="0"/>
              </a:rPr>
              <a:t>        SUM(status_credits) AS total_sc,</a:t>
            </a:r>
          </a:p>
          <a:p>
            <a:r>
              <a:rPr lang="en-AU" sz="1300">
                <a:highlight>
                  <a:srgbClr val="FFFFFF"/>
                </a:highlight>
                <a:latin typeface="Cascadia Mono" panose="020B0609020000020004" pitchFamily="49" charset="0"/>
              </a:rPr>
              <a:t>        COUNT(*) AS total_flights</a:t>
            </a:r>
          </a:p>
          <a:p>
            <a:r>
              <a:rPr lang="en-AU" sz="1300">
                <a:highlight>
                  <a:srgbClr val="FFFFFF"/>
                </a:highlight>
                <a:latin typeface="Cascadia Mono" panose="020B0609020000020004" pitchFamily="49" charset="0"/>
              </a:rPr>
              <a:t>    FROM flights</a:t>
            </a:r>
          </a:p>
          <a:p>
            <a:r>
              <a:rPr lang="en-AU" sz="1300">
                <a:highlight>
                  <a:srgbClr val="FFFFFF"/>
                </a:highlight>
                <a:latin typeface="Cascadia Mono" panose="020B0609020000020004" pitchFamily="49" charset="0"/>
              </a:rPr>
              <a:t>    GROUP BY member_id</a:t>
            </a:r>
          </a:p>
          <a:p>
            <a:r>
              <a:rPr lang="en-AU" sz="1300"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en-AU" sz="1300">
                <a:highlight>
                  <a:srgbClr val="FFFFFF"/>
                </a:highlight>
                <a:latin typeface="Cascadia Mono" panose="020B0609020000020004" pitchFamily="49" charset="0"/>
              </a:rPr>
              <a:t>SELECT </a:t>
            </a:r>
          </a:p>
          <a:p>
            <a:r>
              <a:rPr lang="en-AU" sz="1300">
                <a:highlight>
                  <a:srgbClr val="FFFFFF"/>
                </a:highlight>
                <a:latin typeface="Cascadia Mono" panose="020B0609020000020004" pitchFamily="49" charset="0"/>
              </a:rPr>
              <a:t>    m.member_id,</a:t>
            </a:r>
          </a:p>
          <a:p>
            <a:r>
              <a:rPr lang="en-AU" sz="1300">
                <a:highlight>
                  <a:srgbClr val="FFFFFF"/>
                </a:highlight>
                <a:latin typeface="Cascadia Mono" panose="020B0609020000020004" pitchFamily="49" charset="0"/>
              </a:rPr>
              <a:t>    m.member_name,</a:t>
            </a:r>
          </a:p>
          <a:p>
            <a:r>
              <a:rPr lang="en-AU" sz="1300">
                <a:highlight>
                  <a:srgbClr val="FFFFFF"/>
                </a:highlight>
                <a:latin typeface="Cascadia Mono" panose="020B0609020000020004" pitchFamily="49" charset="0"/>
              </a:rPr>
              <a:t>    ms.total_sc,</a:t>
            </a:r>
          </a:p>
          <a:p>
            <a:r>
              <a:rPr lang="en-AU" sz="1300">
                <a:highlight>
                  <a:srgbClr val="FFFFFF"/>
                </a:highlight>
                <a:latin typeface="Cascadia Mono" panose="020B0609020000020004" pitchFamily="49" charset="0"/>
              </a:rPr>
              <a:t>    ms.total_flights</a:t>
            </a:r>
          </a:p>
          <a:p>
            <a:r>
              <a:rPr lang="en-AU" sz="1300">
                <a:highlight>
                  <a:srgbClr val="FFFFFF"/>
                </a:highlight>
                <a:latin typeface="Cascadia Mono" panose="020B0609020000020004" pitchFamily="49" charset="0"/>
              </a:rPr>
              <a:t>FROM members m</a:t>
            </a:r>
          </a:p>
          <a:p>
            <a:r>
              <a:rPr lang="en-US" sz="1300">
                <a:highlight>
                  <a:srgbClr val="FFFFFF"/>
                </a:highlight>
                <a:latin typeface="Cascadia Mono" panose="020B0609020000020004" pitchFamily="49" charset="0"/>
              </a:rPr>
              <a:t>LEFT JOIN member_stats ms ON m.member_id = ms.member_id</a:t>
            </a:r>
          </a:p>
          <a:p>
            <a:r>
              <a:rPr lang="en-US" sz="1300">
                <a:highlight>
                  <a:srgbClr val="FFFFFF"/>
                </a:highlight>
                <a:latin typeface="Cascadia Mono" panose="020B0609020000020004" pitchFamily="49" charset="0"/>
              </a:rPr>
              <a:t>WHERE ms.total_sc &gt; 500</a:t>
            </a:r>
          </a:p>
          <a:p>
            <a:r>
              <a:rPr lang="en-US" sz="1300">
                <a:highlight>
                  <a:srgbClr val="FFFFFF"/>
                </a:highlight>
                <a:latin typeface="Cascadia Mono" panose="020B0609020000020004" pitchFamily="49" charset="0"/>
              </a:rPr>
              <a:t>ORDER BY ms.total_sc DESC;</a:t>
            </a:r>
            <a:endParaRPr lang="en-AU" sz="1300"/>
          </a:p>
        </p:txBody>
      </p:sp>
    </p:spTree>
    <p:extLst>
      <p:ext uri="{BB962C8B-B14F-4D97-AF65-F5344CB8AC3E}">
        <p14:creationId xmlns:p14="http://schemas.microsoft.com/office/powerpoint/2010/main" val="33714569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9528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2AABD0-21C1-5636-CEAF-AA20291321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5072" y="1289765"/>
            <a:ext cx="3651101" cy="4270963"/>
          </a:xfrm>
        </p:spPr>
        <p:txBody>
          <a:bodyPr anchor="ctr">
            <a:normAutofit/>
          </a:bodyPr>
          <a:lstStyle/>
          <a:p>
            <a:pPr algn="ctr"/>
            <a:r>
              <a:rPr lang="en-AU" sz="4300">
                <a:solidFill>
                  <a:srgbClr val="FFFFFF"/>
                </a:solidFill>
              </a:rPr>
              <a:t>DQL: Combine Status credits, eligible flights and last flight date per member Part 1</a:t>
            </a:r>
            <a:br>
              <a:rPr lang="en-AU" sz="4300">
                <a:solidFill>
                  <a:srgbClr val="FFFFFF"/>
                </a:solidFill>
              </a:rPr>
            </a:br>
            <a:endParaRPr lang="en-AU" sz="4300">
              <a:solidFill>
                <a:srgbClr val="FFFFFF"/>
              </a:solidFill>
            </a:endParaRPr>
          </a:p>
        </p:txBody>
      </p:sp>
      <p:sp>
        <p:nvSpPr>
          <p:cNvPr id="12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3493" y="374394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2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0109" y="1084507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2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980105-ED48-00DD-23BD-089525AE2D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anchor="ctr">
            <a:normAutofit/>
          </a:bodyPr>
          <a:lstStyle/>
          <a:p>
            <a:r>
              <a:rPr lang="en-AU" sz="70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WITH</a:t>
            </a:r>
          </a:p>
          <a:p>
            <a:r>
              <a:rPr lang="en-US" sz="70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Step 1: Total status credits per member</a:t>
            </a:r>
          </a:p>
          <a:p>
            <a:r>
              <a:rPr lang="en-AU" sz="70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status_credits AS (</a:t>
            </a:r>
          </a:p>
          <a:p>
            <a:r>
              <a:rPr lang="en-AU" sz="70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SELECT </a:t>
            </a:r>
          </a:p>
          <a:p>
            <a:r>
              <a:rPr lang="en-AU" sz="70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member_id,</a:t>
            </a:r>
          </a:p>
          <a:p>
            <a:r>
              <a:rPr lang="en-US" sz="70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SUM(status_credits) AS total_sc</a:t>
            </a:r>
          </a:p>
          <a:p>
            <a:r>
              <a:rPr lang="en-AU" sz="70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FROM flights</a:t>
            </a:r>
          </a:p>
          <a:p>
            <a:r>
              <a:rPr lang="en-AU" sz="70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GROUP BY member_id</a:t>
            </a:r>
          </a:p>
          <a:p>
            <a:r>
              <a:rPr lang="en-AU" sz="70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</a:p>
          <a:p>
            <a:r>
              <a:rPr lang="en-US" sz="70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Step 2: Count eligible flights per member</a:t>
            </a:r>
          </a:p>
          <a:p>
            <a:r>
              <a:rPr lang="en-AU" sz="70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eligible_flights AS (</a:t>
            </a:r>
          </a:p>
          <a:p>
            <a:r>
              <a:rPr lang="en-AU" sz="70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SELECT </a:t>
            </a:r>
          </a:p>
          <a:p>
            <a:r>
              <a:rPr lang="en-AU" sz="70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member_id,</a:t>
            </a:r>
          </a:p>
          <a:p>
            <a:r>
              <a:rPr lang="en-AU" sz="70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COUNT(*) AS eligible_count</a:t>
            </a:r>
          </a:p>
          <a:p>
            <a:r>
              <a:rPr lang="en-AU" sz="70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FROM flights</a:t>
            </a:r>
          </a:p>
          <a:p>
            <a:r>
              <a:rPr lang="en-AU" sz="70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WHERE eligible_flight = 1</a:t>
            </a:r>
          </a:p>
          <a:p>
            <a:r>
              <a:rPr lang="en-AU" sz="70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GROUP BY member_id</a:t>
            </a:r>
          </a:p>
          <a:p>
            <a:r>
              <a:rPr lang="en-AU" sz="70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</a:p>
          <a:p>
            <a:r>
              <a:rPr lang="en-US" sz="70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Step 3: Last flight date per member</a:t>
            </a:r>
          </a:p>
          <a:p>
            <a:r>
              <a:rPr lang="en-AU" sz="70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last_flight AS (</a:t>
            </a:r>
          </a:p>
          <a:p>
            <a:r>
              <a:rPr lang="en-AU" sz="70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SELECT </a:t>
            </a:r>
          </a:p>
          <a:p>
            <a:r>
              <a:rPr lang="en-AU" sz="70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member_id,</a:t>
            </a:r>
          </a:p>
          <a:p>
            <a:r>
              <a:rPr lang="en-US" sz="70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MAX(flight_date) AS last_flight_date</a:t>
            </a:r>
          </a:p>
          <a:p>
            <a:r>
              <a:rPr lang="en-AU" sz="70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FROM flights</a:t>
            </a:r>
          </a:p>
          <a:p>
            <a:r>
              <a:rPr lang="en-AU" sz="70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GROUP BY member_id</a:t>
            </a:r>
          </a:p>
          <a:p>
            <a:r>
              <a:rPr lang="en-AU" sz="70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</p:txBody>
      </p:sp>
      <p:sp>
        <p:nvSpPr>
          <p:cNvPr id="16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36547" y="5751820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2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14712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CE632E-83D2-59CD-785A-4DDB8CEB6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en-AU" sz="4600"/>
              <a:t>DQL: Combine Status credits, eligible flights and last flight date per member Part 2</a:t>
            </a:r>
          </a:p>
        </p:txBody>
      </p:sp>
      <p:sp>
        <p:nvSpPr>
          <p:cNvPr id="12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3F9F38-D254-D1A0-6A45-887C2BE8A4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493" y="2071316"/>
            <a:ext cx="6713552" cy="4119172"/>
          </a:xfrm>
        </p:spPr>
        <p:txBody>
          <a:bodyPr anchor="t">
            <a:normAutofit/>
          </a:bodyPr>
          <a:lstStyle/>
          <a:p>
            <a:r>
              <a:rPr lang="en-AU" sz="1200" dirty="0">
                <a:solidFill>
                  <a:schemeClr val="accent6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Step 4: Combine everything</a:t>
            </a:r>
          </a:p>
          <a:p>
            <a:r>
              <a:rPr lang="en-AU" sz="1200" dirty="0">
                <a:highlight>
                  <a:srgbClr val="FFFFFF"/>
                </a:highlight>
                <a:latin typeface="Cascadia Mono" panose="020B0609020000020004" pitchFamily="49" charset="0"/>
              </a:rPr>
              <a:t>SELECT </a:t>
            </a:r>
          </a:p>
          <a:p>
            <a:r>
              <a:rPr lang="en-AU" sz="12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12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m.member_id</a:t>
            </a:r>
            <a:r>
              <a:rPr lang="en-AU" sz="12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12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12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m.member_name</a:t>
            </a:r>
            <a:r>
              <a:rPr lang="en-AU" sz="12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12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12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m.current_tier</a:t>
            </a:r>
            <a:r>
              <a:rPr lang="en-AU" sz="12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US" sz="1200" dirty="0">
                <a:highlight>
                  <a:srgbClr val="FFFFFF"/>
                </a:highlight>
                <a:latin typeface="Cascadia Mono" panose="020B0609020000020004" pitchFamily="49" charset="0"/>
              </a:rPr>
              <a:t>    ISNULL(</a:t>
            </a:r>
            <a:r>
              <a:rPr lang="en-US" sz="12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sc.total_sc</a:t>
            </a:r>
            <a:r>
              <a:rPr lang="en-US" sz="1200" dirty="0">
                <a:highlight>
                  <a:srgbClr val="FFFFFF"/>
                </a:highlight>
                <a:latin typeface="Cascadia Mono" panose="020B0609020000020004" pitchFamily="49" charset="0"/>
              </a:rPr>
              <a:t>, 0) AS </a:t>
            </a:r>
            <a:r>
              <a:rPr lang="en-US" sz="12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total_sc</a:t>
            </a:r>
            <a:r>
              <a:rPr lang="en-US" sz="12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US" sz="1200" dirty="0">
                <a:highlight>
                  <a:srgbClr val="FFFFFF"/>
                </a:highlight>
                <a:latin typeface="Cascadia Mono" panose="020B0609020000020004" pitchFamily="49" charset="0"/>
              </a:rPr>
              <a:t>    ISNULL(</a:t>
            </a:r>
            <a:r>
              <a:rPr lang="en-US" sz="12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ef.eligible_count</a:t>
            </a:r>
            <a:r>
              <a:rPr lang="en-US" sz="1200" dirty="0">
                <a:highlight>
                  <a:srgbClr val="FFFFFF"/>
                </a:highlight>
                <a:latin typeface="Cascadia Mono" panose="020B0609020000020004" pitchFamily="49" charset="0"/>
              </a:rPr>
              <a:t>, 0) AS </a:t>
            </a:r>
            <a:r>
              <a:rPr lang="en-US" sz="12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eligible_flights</a:t>
            </a:r>
            <a:r>
              <a:rPr lang="en-US" sz="12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12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12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lf.last_flight_date</a:t>
            </a:r>
            <a:r>
              <a:rPr lang="en-AU" sz="12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US" sz="1200" dirty="0">
                <a:highlight>
                  <a:srgbClr val="FFFFFF"/>
                </a:highlight>
                <a:latin typeface="Cascadia Mono" panose="020B0609020000020004" pitchFamily="49" charset="0"/>
              </a:rPr>
              <a:t>    DATEDIFF(DAY, </a:t>
            </a:r>
            <a:r>
              <a:rPr lang="en-US" sz="12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lf.last_flight_date</a:t>
            </a:r>
            <a:r>
              <a:rPr lang="en-US" sz="1200" dirty="0">
                <a:highlight>
                  <a:srgbClr val="FFFFFF"/>
                </a:highlight>
                <a:latin typeface="Cascadia Mono" panose="020B0609020000020004" pitchFamily="49" charset="0"/>
              </a:rPr>
              <a:t>, GETDATE()) AS </a:t>
            </a:r>
            <a:r>
              <a:rPr lang="en-US" sz="12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days_since_last</a:t>
            </a:r>
            <a:endParaRPr lang="en-US" sz="12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1200" dirty="0">
                <a:highlight>
                  <a:srgbClr val="FFFFFF"/>
                </a:highlight>
                <a:latin typeface="Cascadia Mono" panose="020B0609020000020004" pitchFamily="49" charset="0"/>
              </a:rPr>
              <a:t>FROM members m</a:t>
            </a:r>
          </a:p>
          <a:p>
            <a:r>
              <a:rPr lang="en-US" sz="1200" dirty="0">
                <a:highlight>
                  <a:srgbClr val="FFFFFF"/>
                </a:highlight>
                <a:latin typeface="Cascadia Mono" panose="020B0609020000020004" pitchFamily="49" charset="0"/>
              </a:rPr>
              <a:t>LEFT JOIN </a:t>
            </a:r>
            <a:r>
              <a:rPr lang="en-US" sz="12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status_credits</a:t>
            </a:r>
            <a:r>
              <a:rPr lang="en-US" sz="1200" dirty="0"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2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sc</a:t>
            </a:r>
            <a:r>
              <a:rPr lang="en-US" sz="1200" dirty="0">
                <a:highlight>
                  <a:srgbClr val="FFFFFF"/>
                </a:highlight>
                <a:latin typeface="Cascadia Mono" panose="020B0609020000020004" pitchFamily="49" charset="0"/>
              </a:rPr>
              <a:t> ON </a:t>
            </a:r>
            <a:r>
              <a:rPr lang="en-US" sz="12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m.member_id</a:t>
            </a:r>
            <a:r>
              <a:rPr lang="en-US" sz="1200" dirty="0"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12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sc.member_id</a:t>
            </a:r>
            <a:endParaRPr lang="en-US" sz="12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200" dirty="0">
                <a:highlight>
                  <a:srgbClr val="FFFFFF"/>
                </a:highlight>
                <a:latin typeface="Cascadia Mono" panose="020B0609020000020004" pitchFamily="49" charset="0"/>
              </a:rPr>
              <a:t>LEFT JOIN </a:t>
            </a:r>
            <a:r>
              <a:rPr lang="en-US" sz="12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eligible_flights</a:t>
            </a:r>
            <a:r>
              <a:rPr lang="en-US" sz="1200" dirty="0"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2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ef</a:t>
            </a:r>
            <a:r>
              <a:rPr lang="en-US" sz="1200" dirty="0">
                <a:highlight>
                  <a:srgbClr val="FFFFFF"/>
                </a:highlight>
                <a:latin typeface="Cascadia Mono" panose="020B0609020000020004" pitchFamily="49" charset="0"/>
              </a:rPr>
              <a:t> ON </a:t>
            </a:r>
            <a:r>
              <a:rPr lang="en-US" sz="12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m.member_id</a:t>
            </a:r>
            <a:r>
              <a:rPr lang="en-US" sz="1200" dirty="0"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12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ef.member_id</a:t>
            </a:r>
            <a:endParaRPr lang="en-US" sz="12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200" dirty="0">
                <a:highlight>
                  <a:srgbClr val="FFFFFF"/>
                </a:highlight>
                <a:latin typeface="Cascadia Mono" panose="020B0609020000020004" pitchFamily="49" charset="0"/>
              </a:rPr>
              <a:t>LEFT JOIN </a:t>
            </a:r>
            <a:r>
              <a:rPr lang="en-US" sz="12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last_flight</a:t>
            </a:r>
            <a:r>
              <a:rPr lang="en-US" sz="1200" dirty="0"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2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lf</a:t>
            </a:r>
            <a:r>
              <a:rPr lang="en-US" sz="1200" dirty="0">
                <a:highlight>
                  <a:srgbClr val="FFFFFF"/>
                </a:highlight>
                <a:latin typeface="Cascadia Mono" panose="020B0609020000020004" pitchFamily="49" charset="0"/>
              </a:rPr>
              <a:t> ON </a:t>
            </a:r>
            <a:r>
              <a:rPr lang="en-US" sz="12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m.member_id</a:t>
            </a:r>
            <a:r>
              <a:rPr lang="en-US" sz="1200" dirty="0"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12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lf.member_id</a:t>
            </a:r>
            <a:endParaRPr lang="en-US" sz="12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200" dirty="0">
                <a:highlight>
                  <a:srgbClr val="FFFFFF"/>
                </a:highlight>
                <a:latin typeface="Cascadia Mono" panose="020B0609020000020004" pitchFamily="49" charset="0"/>
              </a:rPr>
              <a:t>ORDER BY </a:t>
            </a:r>
            <a:r>
              <a:rPr lang="en-US" sz="12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total_sc</a:t>
            </a:r>
            <a:r>
              <a:rPr lang="en-US" sz="1200" dirty="0">
                <a:highlight>
                  <a:srgbClr val="FFFFFF"/>
                </a:highlight>
                <a:latin typeface="Cascadia Mono" panose="020B0609020000020004" pitchFamily="49" charset="0"/>
              </a:rPr>
              <a:t> DESC;</a:t>
            </a:r>
            <a:endParaRPr lang="en-AU" sz="1200" dirty="0"/>
          </a:p>
          <a:p>
            <a:endParaRPr lang="en-AU" sz="1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53A548-BA5E-F55C-6178-0A98A0D772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2773" b="1"/>
          <a:stretch>
            <a:fillRect/>
          </a:stretch>
        </p:blipFill>
        <p:spPr>
          <a:xfrm>
            <a:off x="7675658" y="2093976"/>
            <a:ext cx="3941064" cy="409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2787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CE0A68D-28EF-49D9-B84B-5DAB387149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A1BEB7-46FC-A91C-1349-50A07D04E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9862" y="4465674"/>
            <a:ext cx="4786138" cy="1663995"/>
          </a:xfrm>
        </p:spPr>
        <p:txBody>
          <a:bodyPr anchor="t">
            <a:normAutofit/>
          </a:bodyPr>
          <a:lstStyle/>
          <a:p>
            <a:pPr algn="ctr"/>
            <a:r>
              <a:rPr lang="en-AU" sz="2500">
                <a:solidFill>
                  <a:schemeClr val="tx1">
                    <a:lumMod val="65000"/>
                    <a:lumOff val="35000"/>
                  </a:schemeClr>
                </a:solidFill>
              </a:rPr>
              <a:t>DQL: Calculate total SC per member, tier earned, mismatches and upgrade opportunities Part 1</a:t>
            </a:r>
            <a:br>
              <a:rPr lang="en-AU" sz="250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endParaRPr lang="en-AU" sz="25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2059E6-F638-D9C4-D372-E33DEC80B8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0209" y="2916271"/>
            <a:ext cx="4775791" cy="1229766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1FA0C3DC-24DE-44E3-9D41-CAA5F3B20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16208" y="0"/>
            <a:ext cx="4775791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3C4351-60BA-A6B7-9E59-2D089C594B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00950" y="381001"/>
            <a:ext cx="4457700" cy="6229350"/>
          </a:xfrm>
        </p:spPr>
        <p:txBody>
          <a:bodyPr anchor="ctr">
            <a:normAutofit fontScale="92500" lnSpcReduction="10000"/>
          </a:bodyPr>
          <a:lstStyle/>
          <a:p>
            <a:r>
              <a:rPr lang="en-AU" sz="1000" dirty="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WITH</a:t>
            </a:r>
          </a:p>
          <a:p>
            <a:r>
              <a:rPr lang="en-US" sz="1000" dirty="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Step 1: Calculate total SC per member</a:t>
            </a:r>
          </a:p>
          <a:p>
            <a:r>
              <a:rPr lang="en-AU" sz="1000" dirty="0" err="1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member_sc</a:t>
            </a:r>
            <a:r>
              <a:rPr lang="en-AU" sz="1000" dirty="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AS (</a:t>
            </a:r>
          </a:p>
          <a:p>
            <a:r>
              <a:rPr lang="en-AU" sz="1000" dirty="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SELECT </a:t>
            </a:r>
          </a:p>
          <a:p>
            <a:r>
              <a:rPr lang="en-AU" sz="1000" dirty="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sz="1000" dirty="0" err="1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member_id</a:t>
            </a:r>
            <a:r>
              <a:rPr lang="en-AU" sz="1000" dirty="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US" sz="1000" dirty="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SUM(</a:t>
            </a:r>
            <a:r>
              <a:rPr lang="en-US" sz="1000" dirty="0" err="1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status_credits</a:t>
            </a:r>
            <a:r>
              <a:rPr lang="en-US" sz="1000" dirty="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AS </a:t>
            </a:r>
            <a:r>
              <a:rPr lang="en-US" sz="1000" dirty="0" err="1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total_sc</a:t>
            </a:r>
            <a:endParaRPr lang="en-US" sz="1000" dirty="0">
              <a:solidFill>
                <a:srgbClr val="595959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1000" dirty="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FROM flights</a:t>
            </a:r>
          </a:p>
          <a:p>
            <a:r>
              <a:rPr lang="en-AU" sz="1000" dirty="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GROUP BY </a:t>
            </a:r>
            <a:r>
              <a:rPr lang="en-AU" sz="1000" dirty="0" err="1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member_id</a:t>
            </a:r>
            <a:endParaRPr lang="en-AU" sz="1000" dirty="0">
              <a:solidFill>
                <a:srgbClr val="595959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1000" dirty="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</a:p>
          <a:p>
            <a:r>
              <a:rPr lang="en-US" sz="1000" dirty="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Step 2: Use Step 1 to determine tier earned</a:t>
            </a:r>
          </a:p>
          <a:p>
            <a:r>
              <a:rPr lang="en-AU" sz="1000" dirty="0" err="1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tier_earned</a:t>
            </a:r>
            <a:r>
              <a:rPr lang="en-AU" sz="1000" dirty="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AS (</a:t>
            </a:r>
          </a:p>
          <a:p>
            <a:r>
              <a:rPr lang="en-AU" sz="1000" dirty="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SELECT </a:t>
            </a:r>
          </a:p>
          <a:p>
            <a:r>
              <a:rPr lang="en-AU" sz="1000" dirty="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sz="1000" dirty="0" err="1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m.member_id</a:t>
            </a:r>
            <a:r>
              <a:rPr lang="en-AU" sz="1000" dirty="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1000" dirty="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sz="1000" dirty="0" err="1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m.member_name</a:t>
            </a:r>
            <a:r>
              <a:rPr lang="en-AU" sz="1000" dirty="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1000" dirty="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sz="1000" dirty="0" err="1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m.current_tier</a:t>
            </a:r>
            <a:r>
              <a:rPr lang="en-AU" sz="1000" dirty="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US" sz="1000" dirty="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ISNULL(</a:t>
            </a:r>
            <a:r>
              <a:rPr lang="en-US" sz="1000" dirty="0" err="1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sc.total_sc</a:t>
            </a:r>
            <a:r>
              <a:rPr lang="en-US" sz="1000" dirty="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0) AS </a:t>
            </a:r>
            <a:r>
              <a:rPr lang="en-US" sz="1000" dirty="0" err="1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total_sc</a:t>
            </a:r>
            <a:r>
              <a:rPr lang="en-US" sz="1000" dirty="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1000" dirty="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CASE</a:t>
            </a:r>
          </a:p>
          <a:p>
            <a:r>
              <a:rPr lang="en-US" sz="1000" dirty="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WHEN </a:t>
            </a:r>
            <a:r>
              <a:rPr lang="en-US" sz="1000" dirty="0" err="1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sc.total_sc</a:t>
            </a:r>
            <a:r>
              <a:rPr lang="en-US" sz="1000" dirty="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&gt;= 1400 THEN 'Platinum'</a:t>
            </a:r>
          </a:p>
          <a:p>
            <a:r>
              <a:rPr lang="en-US" sz="1000" dirty="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WHEN </a:t>
            </a:r>
            <a:r>
              <a:rPr lang="en-US" sz="1000" dirty="0" err="1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sc.total_sc</a:t>
            </a:r>
            <a:r>
              <a:rPr lang="en-US" sz="1000" dirty="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&gt;= 700 THEN 'Gold'</a:t>
            </a:r>
          </a:p>
          <a:p>
            <a:r>
              <a:rPr lang="en-US" sz="1000" dirty="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WHEN </a:t>
            </a:r>
            <a:r>
              <a:rPr lang="en-US" sz="1000" dirty="0" err="1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sc.total_sc</a:t>
            </a:r>
            <a:r>
              <a:rPr lang="en-US" sz="1000" dirty="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&gt;= 300 THEN 'Silver'</a:t>
            </a:r>
          </a:p>
          <a:p>
            <a:r>
              <a:rPr lang="en-AU" sz="1000" dirty="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ELSE 'Bronze'</a:t>
            </a:r>
          </a:p>
          <a:p>
            <a:r>
              <a:rPr lang="en-AU" sz="1000" dirty="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END AS </a:t>
            </a:r>
            <a:r>
              <a:rPr lang="en-AU" sz="1000" dirty="0" err="1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earned_tier</a:t>
            </a:r>
            <a:endParaRPr lang="en-AU" sz="1000" dirty="0">
              <a:solidFill>
                <a:srgbClr val="595959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1000" dirty="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FROM members m</a:t>
            </a:r>
          </a:p>
          <a:p>
            <a:r>
              <a:rPr lang="en-US" sz="1000" dirty="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LEFT JOIN </a:t>
            </a:r>
            <a:r>
              <a:rPr lang="en-US" sz="1000" dirty="0" err="1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member_sc</a:t>
            </a:r>
            <a:r>
              <a:rPr lang="en-US" sz="1000" dirty="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000" dirty="0" err="1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sc</a:t>
            </a:r>
            <a:r>
              <a:rPr lang="en-US" sz="1000" dirty="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ON </a:t>
            </a:r>
            <a:r>
              <a:rPr lang="en-US" sz="1000" dirty="0" err="1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m.member_id</a:t>
            </a:r>
            <a:r>
              <a:rPr lang="en-US" sz="1000" dirty="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1000" dirty="0" err="1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sc.member_id</a:t>
            </a:r>
            <a:endParaRPr lang="en-US" sz="1000" dirty="0">
              <a:solidFill>
                <a:srgbClr val="595959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1000" dirty="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--            ^^^^^^^^^ Using Step 1!</a:t>
            </a:r>
          </a:p>
          <a:p>
            <a:r>
              <a:rPr lang="en-AU" sz="500" dirty="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</a:p>
        </p:txBody>
      </p:sp>
    </p:spTree>
    <p:extLst>
      <p:ext uri="{BB962C8B-B14F-4D97-AF65-F5344CB8AC3E}">
        <p14:creationId xmlns:p14="http://schemas.microsoft.com/office/powerpoint/2010/main" val="36010675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61293230-B0F6-45B1-96D1-13D18E2429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627FF48C-AF46-4D52-998F-ED0BDDEEF2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239000" cy="6858000"/>
          </a:xfrm>
          <a:custGeom>
            <a:avLst/>
            <a:gdLst>
              <a:gd name="connsiteX0" fmla="*/ 0 w 6568309"/>
              <a:gd name="connsiteY0" fmla="*/ 0 h 6858000"/>
              <a:gd name="connsiteX1" fmla="*/ 362841 w 6568309"/>
              <a:gd name="connsiteY1" fmla="*/ 0 h 6858000"/>
              <a:gd name="connsiteX2" fmla="*/ 523269 w 6568309"/>
              <a:gd name="connsiteY2" fmla="*/ 0 h 6858000"/>
              <a:gd name="connsiteX3" fmla="*/ 1343025 w 6568309"/>
              <a:gd name="connsiteY3" fmla="*/ 0 h 6858000"/>
              <a:gd name="connsiteX4" fmla="*/ 1705866 w 6568309"/>
              <a:gd name="connsiteY4" fmla="*/ 0 h 6858000"/>
              <a:gd name="connsiteX5" fmla="*/ 1866294 w 6568309"/>
              <a:gd name="connsiteY5" fmla="*/ 0 h 6858000"/>
              <a:gd name="connsiteX6" fmla="*/ 5225154 w 6568309"/>
              <a:gd name="connsiteY6" fmla="*/ 0 h 6858000"/>
              <a:gd name="connsiteX7" fmla="*/ 6568179 w 6568309"/>
              <a:gd name="connsiteY7" fmla="*/ 0 h 6858000"/>
              <a:gd name="connsiteX8" fmla="*/ 6568309 w 6568309"/>
              <a:gd name="connsiteY8" fmla="*/ 1 h 6858000"/>
              <a:gd name="connsiteX9" fmla="*/ 6562951 w 6568309"/>
              <a:gd name="connsiteY9" fmla="*/ 30700 h 6858000"/>
              <a:gd name="connsiteX10" fmla="*/ 6547446 w 6568309"/>
              <a:gd name="connsiteY10" fmla="*/ 310025 h 6858000"/>
              <a:gd name="connsiteX11" fmla="*/ 6558316 w 6568309"/>
              <a:gd name="connsiteY11" fmla="*/ 443960 h 6858000"/>
              <a:gd name="connsiteX12" fmla="*/ 6528896 w 6568309"/>
              <a:gd name="connsiteY12" fmla="*/ 642659 h 6858000"/>
              <a:gd name="connsiteX13" fmla="*/ 6523095 w 6568309"/>
              <a:gd name="connsiteY13" fmla="*/ 673307 h 6858000"/>
              <a:gd name="connsiteX14" fmla="*/ 6496169 w 6568309"/>
              <a:gd name="connsiteY14" fmla="*/ 839641 h 6858000"/>
              <a:gd name="connsiteX15" fmla="*/ 6450789 w 6568309"/>
              <a:gd name="connsiteY15" fmla="*/ 958357 h 6858000"/>
              <a:gd name="connsiteX16" fmla="*/ 6453996 w 6568309"/>
              <a:gd name="connsiteY16" fmla="*/ 963398 h 6858000"/>
              <a:gd name="connsiteX17" fmla="*/ 6419467 w 6568309"/>
              <a:gd name="connsiteY17" fmla="*/ 1117169 h 6858000"/>
              <a:gd name="connsiteX18" fmla="*/ 6417348 w 6568309"/>
              <a:gd name="connsiteY18" fmla="*/ 1144352 h 6858000"/>
              <a:gd name="connsiteX19" fmla="*/ 6418473 w 6568309"/>
              <a:gd name="connsiteY19" fmla="*/ 1164484 h 6858000"/>
              <a:gd name="connsiteX20" fmla="*/ 6406979 w 6568309"/>
              <a:gd name="connsiteY20" fmla="*/ 1213829 h 6858000"/>
              <a:gd name="connsiteX21" fmla="*/ 6381928 w 6568309"/>
              <a:gd name="connsiteY21" fmla="*/ 1294823 h 6858000"/>
              <a:gd name="connsiteX22" fmla="*/ 6377948 w 6568309"/>
              <a:gd name="connsiteY22" fmla="*/ 1312193 h 6858000"/>
              <a:gd name="connsiteX23" fmla="*/ 6379894 w 6568309"/>
              <a:gd name="connsiteY23" fmla="*/ 1327626 h 6858000"/>
              <a:gd name="connsiteX24" fmla="*/ 6385024 w 6568309"/>
              <a:gd name="connsiteY24" fmla="*/ 1331644 h 6858000"/>
              <a:gd name="connsiteX25" fmla="*/ 6383696 w 6568309"/>
              <a:gd name="connsiteY25" fmla="*/ 1341276 h 6858000"/>
              <a:gd name="connsiteX26" fmla="*/ 6384464 w 6568309"/>
              <a:gd name="connsiteY26" fmla="*/ 1343945 h 6858000"/>
              <a:gd name="connsiteX27" fmla="*/ 6387748 w 6568309"/>
              <a:gd name="connsiteY27" fmla="*/ 1359134 h 6858000"/>
              <a:gd name="connsiteX28" fmla="*/ 6364157 w 6568309"/>
              <a:gd name="connsiteY28" fmla="*/ 1427803 h 6858000"/>
              <a:gd name="connsiteX29" fmla="*/ 6335874 w 6568309"/>
              <a:gd name="connsiteY29" fmla="*/ 1540278 h 6858000"/>
              <a:gd name="connsiteX30" fmla="*/ 6331892 w 6568309"/>
              <a:gd name="connsiteY30" fmla="*/ 1547262 h 6858000"/>
              <a:gd name="connsiteX31" fmla="*/ 6332744 w 6568309"/>
              <a:gd name="connsiteY31" fmla="*/ 1577056 h 6858000"/>
              <a:gd name="connsiteX32" fmla="*/ 6333604 w 6568309"/>
              <a:gd name="connsiteY32" fmla="*/ 1595898 h 6858000"/>
              <a:gd name="connsiteX33" fmla="*/ 6324749 w 6568309"/>
              <a:gd name="connsiteY33" fmla="*/ 1703726 h 6858000"/>
              <a:gd name="connsiteX34" fmla="*/ 6329594 w 6568309"/>
              <a:gd name="connsiteY34" fmla="*/ 1809535 h 6858000"/>
              <a:gd name="connsiteX35" fmla="*/ 6329062 w 6568309"/>
              <a:gd name="connsiteY35" fmla="*/ 2018310 h 6858000"/>
              <a:gd name="connsiteX36" fmla="*/ 6321735 w 6568309"/>
              <a:gd name="connsiteY36" fmla="*/ 2071355 h 6858000"/>
              <a:gd name="connsiteX37" fmla="*/ 6322678 w 6568309"/>
              <a:gd name="connsiteY37" fmla="*/ 2141166 h 6858000"/>
              <a:gd name="connsiteX38" fmla="*/ 6321340 w 6568309"/>
              <a:gd name="connsiteY38" fmla="*/ 2154548 h 6858000"/>
              <a:gd name="connsiteX39" fmla="*/ 6316582 w 6568309"/>
              <a:gd name="connsiteY39" fmla="*/ 2158153 h 6858000"/>
              <a:gd name="connsiteX40" fmla="*/ 6311428 w 6568309"/>
              <a:gd name="connsiteY40" fmla="*/ 2178174 h 6858000"/>
              <a:gd name="connsiteX41" fmla="*/ 6310192 w 6568309"/>
              <a:gd name="connsiteY41" fmla="*/ 2202858 h 6858000"/>
              <a:gd name="connsiteX42" fmla="*/ 6309211 w 6568309"/>
              <a:gd name="connsiteY42" fmla="*/ 2320214 h 6858000"/>
              <a:gd name="connsiteX43" fmla="*/ 6300151 w 6568309"/>
              <a:gd name="connsiteY43" fmla="*/ 2417011 h 6858000"/>
              <a:gd name="connsiteX44" fmla="*/ 6295176 w 6568309"/>
              <a:gd name="connsiteY44" fmla="*/ 2454207 h 6858000"/>
              <a:gd name="connsiteX45" fmla="*/ 6293727 w 6568309"/>
              <a:gd name="connsiteY45" fmla="*/ 2487203 h 6858000"/>
              <a:gd name="connsiteX46" fmla="*/ 6285477 w 6568309"/>
              <a:gd name="connsiteY46" fmla="*/ 2512282 h 6858000"/>
              <a:gd name="connsiteX47" fmla="*/ 6286205 w 6568309"/>
              <a:gd name="connsiteY47" fmla="*/ 2514318 h 6858000"/>
              <a:gd name="connsiteX48" fmla="*/ 6304629 w 6568309"/>
              <a:gd name="connsiteY48" fmla="*/ 2574334 h 6858000"/>
              <a:gd name="connsiteX49" fmla="*/ 6303842 w 6568309"/>
              <a:gd name="connsiteY49" fmla="*/ 2579877 h 6858000"/>
              <a:gd name="connsiteX50" fmla="*/ 6303953 w 6568309"/>
              <a:gd name="connsiteY50" fmla="*/ 2608928 h 6858000"/>
              <a:gd name="connsiteX51" fmla="*/ 6303530 w 6568309"/>
              <a:gd name="connsiteY51" fmla="*/ 2613111 h 6858000"/>
              <a:gd name="connsiteX52" fmla="*/ 6297474 w 6568309"/>
              <a:gd name="connsiteY52" fmla="*/ 2621996 h 6858000"/>
              <a:gd name="connsiteX53" fmla="*/ 6299263 w 6568309"/>
              <a:gd name="connsiteY53" fmla="*/ 2634265 h 6858000"/>
              <a:gd name="connsiteX54" fmla="*/ 6293065 w 6568309"/>
              <a:gd name="connsiteY54" fmla="*/ 2647237 h 6858000"/>
              <a:gd name="connsiteX55" fmla="*/ 6297496 w 6568309"/>
              <a:gd name="connsiteY55" fmla="*/ 2650786 h 6858000"/>
              <a:gd name="connsiteX56" fmla="*/ 6301708 w 6568309"/>
              <a:gd name="connsiteY56" fmla="*/ 2661993 h 6858000"/>
              <a:gd name="connsiteX57" fmla="*/ 6295884 w 6568309"/>
              <a:gd name="connsiteY57" fmla="*/ 2670949 h 6858000"/>
              <a:gd name="connsiteX58" fmla="*/ 6291714 w 6568309"/>
              <a:gd name="connsiteY58" fmla="*/ 2690255 h 6858000"/>
              <a:gd name="connsiteX59" fmla="*/ 6292327 w 6568309"/>
              <a:gd name="connsiteY59" fmla="*/ 2695683 h 6858000"/>
              <a:gd name="connsiteX60" fmla="*/ 6284410 w 6568309"/>
              <a:gd name="connsiteY60" fmla="*/ 2713964 h 6858000"/>
              <a:gd name="connsiteX61" fmla="*/ 6280410 w 6568309"/>
              <a:gd name="connsiteY61" fmla="*/ 2730175 h 6858000"/>
              <a:gd name="connsiteX62" fmla="*/ 6288082 w 6568309"/>
              <a:gd name="connsiteY62" fmla="*/ 2763497 h 6858000"/>
              <a:gd name="connsiteX63" fmla="*/ 6260924 w 6568309"/>
              <a:gd name="connsiteY63" fmla="*/ 3051539 h 6858000"/>
              <a:gd name="connsiteX64" fmla="*/ 6210151 w 6568309"/>
              <a:gd name="connsiteY64" fmla="*/ 3335396 h 6858000"/>
              <a:gd name="connsiteX65" fmla="*/ 6212034 w 6568309"/>
              <a:gd name="connsiteY65" fmla="*/ 3456509 h 6858000"/>
              <a:gd name="connsiteX66" fmla="*/ 6197490 w 6568309"/>
              <a:gd name="connsiteY66" fmla="*/ 3531827 h 6858000"/>
              <a:gd name="connsiteX67" fmla="*/ 6208018 w 6568309"/>
              <a:gd name="connsiteY67" fmla="*/ 3570877 h 6858000"/>
              <a:gd name="connsiteX68" fmla="*/ 6205920 w 6568309"/>
              <a:gd name="connsiteY68" fmla="*/ 3583849 h 6858000"/>
              <a:gd name="connsiteX69" fmla="*/ 6199616 w 6568309"/>
              <a:gd name="connsiteY69" fmla="*/ 3592763 h 6858000"/>
              <a:gd name="connsiteX70" fmla="*/ 6181288 w 6568309"/>
              <a:gd name="connsiteY70" fmla="*/ 3653485 h 6858000"/>
              <a:gd name="connsiteX71" fmla="*/ 6175963 w 6568309"/>
              <a:gd name="connsiteY71" fmla="*/ 3670528 h 6858000"/>
              <a:gd name="connsiteX72" fmla="*/ 6176722 w 6568309"/>
              <a:gd name="connsiteY72" fmla="*/ 3685990 h 6858000"/>
              <a:gd name="connsiteX73" fmla="*/ 6181549 w 6568309"/>
              <a:gd name="connsiteY73" fmla="*/ 3690283 h 6858000"/>
              <a:gd name="connsiteX74" fmla="*/ 6179476 w 6568309"/>
              <a:gd name="connsiteY74" fmla="*/ 3699787 h 6858000"/>
              <a:gd name="connsiteX75" fmla="*/ 6180040 w 6568309"/>
              <a:gd name="connsiteY75" fmla="*/ 3702486 h 6858000"/>
              <a:gd name="connsiteX76" fmla="*/ 6182155 w 6568309"/>
              <a:gd name="connsiteY76" fmla="*/ 3717784 h 6858000"/>
              <a:gd name="connsiteX77" fmla="*/ 6158980 w 6568309"/>
              <a:gd name="connsiteY77" fmla="*/ 3746229 h 6858000"/>
              <a:gd name="connsiteX78" fmla="*/ 6096049 w 6568309"/>
              <a:gd name="connsiteY78" fmla="*/ 3924910 h 6858000"/>
              <a:gd name="connsiteX79" fmla="*/ 6069712 w 6568309"/>
              <a:gd name="connsiteY79" fmla="*/ 3989353 h 6858000"/>
              <a:gd name="connsiteX80" fmla="*/ 6067330 w 6568309"/>
              <a:gd name="connsiteY80" fmla="*/ 4033899 h 6858000"/>
              <a:gd name="connsiteX81" fmla="*/ 6061081 w 6568309"/>
              <a:gd name="connsiteY81" fmla="*/ 4142250 h 6858000"/>
              <a:gd name="connsiteX82" fmla="*/ 6042858 w 6568309"/>
              <a:gd name="connsiteY82" fmla="*/ 4329442 h 6858000"/>
              <a:gd name="connsiteX83" fmla="*/ 6034182 w 6568309"/>
              <a:gd name="connsiteY83" fmla="*/ 4456184 h 6858000"/>
              <a:gd name="connsiteX84" fmla="*/ 6029178 w 6568309"/>
              <a:gd name="connsiteY84" fmla="*/ 4468478 h 6858000"/>
              <a:gd name="connsiteX85" fmla="*/ 6029974 w 6568309"/>
              <a:gd name="connsiteY85" fmla="*/ 4469862 h 6858000"/>
              <a:gd name="connsiteX86" fmla="*/ 6028340 w 6568309"/>
              <a:gd name="connsiteY86" fmla="*/ 4483797 h 6858000"/>
              <a:gd name="connsiteX87" fmla="*/ 6025168 w 6568309"/>
              <a:gd name="connsiteY87" fmla="*/ 4487091 h 6858000"/>
              <a:gd name="connsiteX88" fmla="*/ 6023164 w 6568309"/>
              <a:gd name="connsiteY88" fmla="*/ 4496728 h 6858000"/>
              <a:gd name="connsiteX89" fmla="*/ 6016839 w 6568309"/>
              <a:gd name="connsiteY89" fmla="*/ 4515918 h 6858000"/>
              <a:gd name="connsiteX90" fmla="*/ 6017886 w 6568309"/>
              <a:gd name="connsiteY90" fmla="*/ 4519316 h 6858000"/>
              <a:gd name="connsiteX91" fmla="*/ 6011819 w 6568309"/>
              <a:gd name="connsiteY91" fmla="*/ 4547957 h 6858000"/>
              <a:gd name="connsiteX92" fmla="*/ 6012791 w 6568309"/>
              <a:gd name="connsiteY92" fmla="*/ 4548262 h 6858000"/>
              <a:gd name="connsiteX93" fmla="*/ 6015703 w 6568309"/>
              <a:gd name="connsiteY93" fmla="*/ 4555939 h 6858000"/>
              <a:gd name="connsiteX94" fmla="*/ 6018854 w 6568309"/>
              <a:gd name="connsiteY94" fmla="*/ 4570815 h 6858000"/>
              <a:gd name="connsiteX95" fmla="*/ 6033000 w 6568309"/>
              <a:gd name="connsiteY95" fmla="*/ 4633846 h 6858000"/>
              <a:gd name="connsiteX96" fmla="*/ 6032325 w 6568309"/>
              <a:gd name="connsiteY96" fmla="*/ 4639816 h 6858000"/>
              <a:gd name="connsiteX97" fmla="*/ 6032549 w 6568309"/>
              <a:gd name="connsiteY97" fmla="*/ 4639923 h 6858000"/>
              <a:gd name="connsiteX98" fmla="*/ 6032309 w 6568309"/>
              <a:gd name="connsiteY98" fmla="*/ 4646192 h 6858000"/>
              <a:gd name="connsiteX99" fmla="*/ 6031095 w 6568309"/>
              <a:gd name="connsiteY99" fmla="*/ 4650706 h 6858000"/>
              <a:gd name="connsiteX100" fmla="*/ 6029786 w 6568309"/>
              <a:gd name="connsiteY100" fmla="*/ 4662290 h 6858000"/>
              <a:gd name="connsiteX101" fmla="*/ 6030911 w 6568309"/>
              <a:gd name="connsiteY101" fmla="*/ 4666180 h 6858000"/>
              <a:gd name="connsiteX102" fmla="*/ 6033630 w 6568309"/>
              <a:gd name="connsiteY102" fmla="*/ 4667585 h 6858000"/>
              <a:gd name="connsiteX103" fmla="*/ 6033189 w 6568309"/>
              <a:gd name="connsiteY103" fmla="*/ 4668660 h 6858000"/>
              <a:gd name="connsiteX104" fmla="*/ 6038764 w 6568309"/>
              <a:gd name="connsiteY104" fmla="*/ 4689807 h 6858000"/>
              <a:gd name="connsiteX105" fmla="*/ 6042217 w 6568309"/>
              <a:gd name="connsiteY105" fmla="*/ 4737890 h 6858000"/>
              <a:gd name="connsiteX106" fmla="*/ 6040543 w 6568309"/>
              <a:gd name="connsiteY106" fmla="*/ 4765657 h 6858000"/>
              <a:gd name="connsiteX107" fmla="*/ 6039956 w 6568309"/>
              <a:gd name="connsiteY107" fmla="*/ 4841463 h 6858000"/>
              <a:gd name="connsiteX108" fmla="*/ 6057123 w 6568309"/>
              <a:gd name="connsiteY108" fmla="*/ 4969863 h 6858000"/>
              <a:gd name="connsiteX109" fmla="*/ 6055039 w 6568309"/>
              <a:gd name="connsiteY109" fmla="*/ 4974028 h 6858000"/>
              <a:gd name="connsiteX110" fmla="*/ 6053462 w 6568309"/>
              <a:gd name="connsiteY110" fmla="*/ 4980318 h 6858000"/>
              <a:gd name="connsiteX111" fmla="*/ 6053643 w 6568309"/>
              <a:gd name="connsiteY111" fmla="*/ 4980501 h 6858000"/>
              <a:gd name="connsiteX112" fmla="*/ 6051733 w 6568309"/>
              <a:gd name="connsiteY112" fmla="*/ 4986338 h 6858000"/>
              <a:gd name="connsiteX113" fmla="*/ 6049602 w 6568309"/>
              <a:gd name="connsiteY113" fmla="*/ 4991296 h 6858000"/>
              <a:gd name="connsiteX114" fmla="*/ 6075165 w 6568309"/>
              <a:gd name="connsiteY114" fmla="*/ 5076895 h 6858000"/>
              <a:gd name="connsiteX115" fmla="*/ 6073751 w 6568309"/>
              <a:gd name="connsiteY115" fmla="*/ 5081568 h 6858000"/>
              <a:gd name="connsiteX116" fmla="*/ 6073150 w 6568309"/>
              <a:gd name="connsiteY116" fmla="*/ 5088173 h 6858000"/>
              <a:gd name="connsiteX117" fmla="*/ 6073355 w 6568309"/>
              <a:gd name="connsiteY117" fmla="*/ 5088300 h 6858000"/>
              <a:gd name="connsiteX118" fmla="*/ 6072362 w 6568309"/>
              <a:gd name="connsiteY118" fmla="*/ 5094558 h 6858000"/>
              <a:gd name="connsiteX119" fmla="*/ 6064726 w 6568309"/>
              <a:gd name="connsiteY119" fmla="*/ 5125620 h 6858000"/>
              <a:gd name="connsiteX120" fmla="*/ 6065415 w 6568309"/>
              <a:gd name="connsiteY120" fmla="*/ 5268004 h 6858000"/>
              <a:gd name="connsiteX121" fmla="*/ 6066081 w 6568309"/>
              <a:gd name="connsiteY121" fmla="*/ 5269530 h 6858000"/>
              <a:gd name="connsiteX122" fmla="*/ 6043407 w 6568309"/>
              <a:gd name="connsiteY122" fmla="*/ 5390941 h 6858000"/>
              <a:gd name="connsiteX123" fmla="*/ 6025377 w 6568309"/>
              <a:gd name="connsiteY123" fmla="*/ 5539927 h 6858000"/>
              <a:gd name="connsiteX124" fmla="*/ 6010052 w 6568309"/>
              <a:gd name="connsiteY124" fmla="*/ 5791594 h 6858000"/>
              <a:gd name="connsiteX125" fmla="*/ 5994220 w 6568309"/>
              <a:gd name="connsiteY125" fmla="*/ 5855206 h 6858000"/>
              <a:gd name="connsiteX126" fmla="*/ 5982580 w 6568309"/>
              <a:gd name="connsiteY126" fmla="*/ 5873582 h 6858000"/>
              <a:gd name="connsiteX127" fmla="*/ 5983608 w 6568309"/>
              <a:gd name="connsiteY127" fmla="*/ 5876037 h 6858000"/>
              <a:gd name="connsiteX128" fmla="*/ 5983535 w 6568309"/>
              <a:gd name="connsiteY128" fmla="*/ 5886534 h 6858000"/>
              <a:gd name="connsiteX129" fmla="*/ 5988737 w 6568309"/>
              <a:gd name="connsiteY129" fmla="*/ 5888644 h 6858000"/>
              <a:gd name="connsiteX130" fmla="*/ 5992371 w 6568309"/>
              <a:gd name="connsiteY130" fmla="*/ 5903832 h 6858000"/>
              <a:gd name="connsiteX131" fmla="*/ 5990780 w 6568309"/>
              <a:gd name="connsiteY131" fmla="*/ 5923391 h 6858000"/>
              <a:gd name="connsiteX132" fmla="*/ 5993870 w 6568309"/>
              <a:gd name="connsiteY132" fmla="*/ 6013205 h 6858000"/>
              <a:gd name="connsiteX133" fmla="*/ 5997673 w 6568309"/>
              <a:gd name="connsiteY133" fmla="*/ 6074018 h 6858000"/>
              <a:gd name="connsiteX134" fmla="*/ 6014840 w 6568309"/>
              <a:gd name="connsiteY134" fmla="*/ 6130837 h 6858000"/>
              <a:gd name="connsiteX135" fmla="*/ 6010704 w 6568309"/>
              <a:gd name="connsiteY135" fmla="*/ 6152982 h 6858000"/>
              <a:gd name="connsiteX136" fmla="*/ 6038294 w 6568309"/>
              <a:gd name="connsiteY136" fmla="*/ 6221100 h 6858000"/>
              <a:gd name="connsiteX137" fmla="*/ 6052331 w 6568309"/>
              <a:gd name="connsiteY137" fmla="*/ 6287550 h 6858000"/>
              <a:gd name="connsiteX138" fmla="*/ 6074143 w 6568309"/>
              <a:gd name="connsiteY138" fmla="*/ 6401595 h 6858000"/>
              <a:gd name="connsiteX139" fmla="*/ 6060199 w 6568309"/>
              <a:gd name="connsiteY139" fmla="*/ 6487110 h 6858000"/>
              <a:gd name="connsiteX140" fmla="*/ 6081156 w 6568309"/>
              <a:gd name="connsiteY140" fmla="*/ 6588589 h 6858000"/>
              <a:gd name="connsiteX141" fmla="*/ 6114944 w 6568309"/>
              <a:gd name="connsiteY141" fmla="*/ 6769963 h 6858000"/>
              <a:gd name="connsiteX142" fmla="*/ 6128950 w 6568309"/>
              <a:gd name="connsiteY142" fmla="*/ 6835814 h 6858000"/>
              <a:gd name="connsiteX143" fmla="*/ 6132536 w 6568309"/>
              <a:gd name="connsiteY143" fmla="*/ 6858000 h 6858000"/>
              <a:gd name="connsiteX144" fmla="*/ 4789511 w 6568309"/>
              <a:gd name="connsiteY144" fmla="*/ 6858000 h 6858000"/>
              <a:gd name="connsiteX145" fmla="*/ 1866294 w 6568309"/>
              <a:gd name="connsiteY145" fmla="*/ 6858000 h 6858000"/>
              <a:gd name="connsiteX146" fmla="*/ 1705866 w 6568309"/>
              <a:gd name="connsiteY146" fmla="*/ 6858000 h 6858000"/>
              <a:gd name="connsiteX147" fmla="*/ 1343025 w 6568309"/>
              <a:gd name="connsiteY147" fmla="*/ 6858000 h 6858000"/>
              <a:gd name="connsiteX148" fmla="*/ 523269 w 6568309"/>
              <a:gd name="connsiteY148" fmla="*/ 6858000 h 6858000"/>
              <a:gd name="connsiteX149" fmla="*/ 362841 w 6568309"/>
              <a:gd name="connsiteY149" fmla="*/ 6858000 h 6858000"/>
              <a:gd name="connsiteX150" fmla="*/ 0 w 6568309"/>
              <a:gd name="connsiteY15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</a:cxnLst>
            <a:rect l="l" t="t" r="r" b="b"/>
            <a:pathLst>
              <a:path w="6568309" h="6858000">
                <a:moveTo>
                  <a:pt x="0" y="0"/>
                </a:moveTo>
                <a:lnTo>
                  <a:pt x="362841" y="0"/>
                </a:lnTo>
                <a:lnTo>
                  <a:pt x="523269" y="0"/>
                </a:lnTo>
                <a:lnTo>
                  <a:pt x="1343025" y="0"/>
                </a:lnTo>
                <a:lnTo>
                  <a:pt x="1705866" y="0"/>
                </a:lnTo>
                <a:lnTo>
                  <a:pt x="1866294" y="0"/>
                </a:lnTo>
                <a:lnTo>
                  <a:pt x="5225154" y="0"/>
                </a:lnTo>
                <a:lnTo>
                  <a:pt x="6568179" y="0"/>
                </a:lnTo>
                <a:lnTo>
                  <a:pt x="6568309" y="1"/>
                </a:lnTo>
                <a:lnTo>
                  <a:pt x="6562951" y="30700"/>
                </a:lnTo>
                <a:cubicBezTo>
                  <a:pt x="6559126" y="84364"/>
                  <a:pt x="6548218" y="241149"/>
                  <a:pt x="6547446" y="310025"/>
                </a:cubicBezTo>
                <a:cubicBezTo>
                  <a:pt x="6550151" y="367544"/>
                  <a:pt x="6557712" y="408251"/>
                  <a:pt x="6558316" y="443960"/>
                </a:cubicBezTo>
                <a:cubicBezTo>
                  <a:pt x="6555224" y="499397"/>
                  <a:pt x="6534767" y="604434"/>
                  <a:pt x="6528896" y="642659"/>
                </a:cubicBezTo>
                <a:cubicBezTo>
                  <a:pt x="6535204" y="657287"/>
                  <a:pt x="6515365" y="658191"/>
                  <a:pt x="6523095" y="673307"/>
                </a:cubicBezTo>
                <a:cubicBezTo>
                  <a:pt x="6523388" y="693769"/>
                  <a:pt x="6506868" y="797295"/>
                  <a:pt x="6496169" y="839641"/>
                </a:cubicBezTo>
                <a:cubicBezTo>
                  <a:pt x="6484119" y="887148"/>
                  <a:pt x="6457817" y="937731"/>
                  <a:pt x="6450789" y="958357"/>
                </a:cubicBezTo>
                <a:cubicBezTo>
                  <a:pt x="6443760" y="978983"/>
                  <a:pt x="6459217" y="936930"/>
                  <a:pt x="6453996" y="963398"/>
                </a:cubicBezTo>
                <a:cubicBezTo>
                  <a:pt x="6448777" y="989867"/>
                  <a:pt x="6425575" y="1087010"/>
                  <a:pt x="6419467" y="1117169"/>
                </a:cubicBezTo>
                <a:cubicBezTo>
                  <a:pt x="6431540" y="1118586"/>
                  <a:pt x="6409651" y="1135372"/>
                  <a:pt x="6417348" y="1144352"/>
                </a:cubicBezTo>
                <a:cubicBezTo>
                  <a:pt x="6424109" y="1150681"/>
                  <a:pt x="6419047" y="1157251"/>
                  <a:pt x="6418473" y="1164484"/>
                </a:cubicBezTo>
                <a:cubicBezTo>
                  <a:pt x="6423767" y="1173524"/>
                  <a:pt x="6413947" y="1205209"/>
                  <a:pt x="6406979" y="1213829"/>
                </a:cubicBezTo>
                <a:cubicBezTo>
                  <a:pt x="6382818" y="1235037"/>
                  <a:pt x="6400452" y="1277327"/>
                  <a:pt x="6381928" y="1294823"/>
                </a:cubicBezTo>
                <a:cubicBezTo>
                  <a:pt x="6379195" y="1300845"/>
                  <a:pt x="6378069" y="1306615"/>
                  <a:pt x="6377948" y="1312193"/>
                </a:cubicBezTo>
                <a:lnTo>
                  <a:pt x="6379894" y="1327626"/>
                </a:lnTo>
                <a:lnTo>
                  <a:pt x="6385024" y="1331644"/>
                </a:lnTo>
                <a:lnTo>
                  <a:pt x="6383696" y="1341276"/>
                </a:lnTo>
                <a:cubicBezTo>
                  <a:pt x="6383952" y="1342166"/>
                  <a:pt x="6384208" y="1343055"/>
                  <a:pt x="6384464" y="1343945"/>
                </a:cubicBezTo>
                <a:cubicBezTo>
                  <a:pt x="6385957" y="1349040"/>
                  <a:pt x="6387253" y="1354080"/>
                  <a:pt x="6387748" y="1359134"/>
                </a:cubicBezTo>
                <a:cubicBezTo>
                  <a:pt x="6384363" y="1373109"/>
                  <a:pt x="6372802" y="1397612"/>
                  <a:pt x="6364157" y="1427803"/>
                </a:cubicBezTo>
                <a:cubicBezTo>
                  <a:pt x="6348141" y="1460349"/>
                  <a:pt x="6348362" y="1505076"/>
                  <a:pt x="6335874" y="1540278"/>
                </a:cubicBezTo>
                <a:lnTo>
                  <a:pt x="6331892" y="1547262"/>
                </a:lnTo>
                <a:lnTo>
                  <a:pt x="6332744" y="1577056"/>
                </a:lnTo>
                <a:cubicBezTo>
                  <a:pt x="6335859" y="1582205"/>
                  <a:pt x="6336674" y="1589568"/>
                  <a:pt x="6333604" y="1595898"/>
                </a:cubicBezTo>
                <a:lnTo>
                  <a:pt x="6324749" y="1703726"/>
                </a:lnTo>
                <a:cubicBezTo>
                  <a:pt x="6324080" y="1739332"/>
                  <a:pt x="6318019" y="1754453"/>
                  <a:pt x="6329594" y="1809535"/>
                </a:cubicBezTo>
                <a:cubicBezTo>
                  <a:pt x="6344930" y="1868036"/>
                  <a:pt x="6323725" y="1952670"/>
                  <a:pt x="6329062" y="2018310"/>
                </a:cubicBezTo>
                <a:cubicBezTo>
                  <a:pt x="6308075" y="2053162"/>
                  <a:pt x="6326925" y="2034561"/>
                  <a:pt x="6321735" y="2071355"/>
                </a:cubicBezTo>
                <a:lnTo>
                  <a:pt x="6322678" y="2141166"/>
                </a:lnTo>
                <a:lnTo>
                  <a:pt x="6321340" y="2154548"/>
                </a:lnTo>
                <a:lnTo>
                  <a:pt x="6316582" y="2158153"/>
                </a:lnTo>
                <a:lnTo>
                  <a:pt x="6311428" y="2178174"/>
                </a:lnTo>
                <a:cubicBezTo>
                  <a:pt x="6310177" y="2185696"/>
                  <a:pt x="6309622" y="2193828"/>
                  <a:pt x="6310192" y="2202858"/>
                </a:cubicBezTo>
                <a:cubicBezTo>
                  <a:pt x="6319667" y="2232772"/>
                  <a:pt x="6296459" y="2283357"/>
                  <a:pt x="6309211" y="2320214"/>
                </a:cubicBezTo>
                <a:cubicBezTo>
                  <a:pt x="6307537" y="2355906"/>
                  <a:pt x="6302490" y="2394678"/>
                  <a:pt x="6300151" y="2417011"/>
                </a:cubicBezTo>
                <a:cubicBezTo>
                  <a:pt x="6292303" y="2426377"/>
                  <a:pt x="6304439" y="2456509"/>
                  <a:pt x="6295176" y="2454207"/>
                </a:cubicBezTo>
                <a:cubicBezTo>
                  <a:pt x="6299335" y="2464947"/>
                  <a:pt x="6297305" y="2476105"/>
                  <a:pt x="6293727" y="2487203"/>
                </a:cubicBezTo>
                <a:lnTo>
                  <a:pt x="6285477" y="2512282"/>
                </a:lnTo>
                <a:cubicBezTo>
                  <a:pt x="6285720" y="2512961"/>
                  <a:pt x="6285962" y="2513640"/>
                  <a:pt x="6286205" y="2514318"/>
                </a:cubicBezTo>
                <a:cubicBezTo>
                  <a:pt x="6292347" y="2534324"/>
                  <a:pt x="6298487" y="2554328"/>
                  <a:pt x="6304629" y="2574334"/>
                </a:cubicBezTo>
                <a:lnTo>
                  <a:pt x="6303842" y="2579877"/>
                </a:lnTo>
                <a:cubicBezTo>
                  <a:pt x="6303729" y="2585644"/>
                  <a:pt x="6304006" y="2603388"/>
                  <a:pt x="6303953" y="2608928"/>
                </a:cubicBezTo>
                <a:lnTo>
                  <a:pt x="6303530" y="2613111"/>
                </a:lnTo>
                <a:lnTo>
                  <a:pt x="6297474" y="2621996"/>
                </a:lnTo>
                <a:lnTo>
                  <a:pt x="6299263" y="2634265"/>
                </a:lnTo>
                <a:lnTo>
                  <a:pt x="6293065" y="2647237"/>
                </a:lnTo>
                <a:cubicBezTo>
                  <a:pt x="6294685" y="2648158"/>
                  <a:pt x="6296180" y="2649356"/>
                  <a:pt x="6297496" y="2650786"/>
                </a:cubicBezTo>
                <a:lnTo>
                  <a:pt x="6301708" y="2661993"/>
                </a:lnTo>
                <a:lnTo>
                  <a:pt x="6295884" y="2670949"/>
                </a:lnTo>
                <a:cubicBezTo>
                  <a:pt x="6304913" y="2672007"/>
                  <a:pt x="6294429" y="2681695"/>
                  <a:pt x="6291714" y="2690255"/>
                </a:cubicBezTo>
                <a:lnTo>
                  <a:pt x="6292327" y="2695683"/>
                </a:lnTo>
                <a:lnTo>
                  <a:pt x="6284410" y="2713964"/>
                </a:lnTo>
                <a:lnTo>
                  <a:pt x="6280410" y="2730175"/>
                </a:lnTo>
                <a:lnTo>
                  <a:pt x="6288082" y="2763497"/>
                </a:lnTo>
                <a:lnTo>
                  <a:pt x="6260924" y="3051539"/>
                </a:lnTo>
                <a:cubicBezTo>
                  <a:pt x="6251455" y="3165645"/>
                  <a:pt x="6222174" y="3216611"/>
                  <a:pt x="6210151" y="3335396"/>
                </a:cubicBezTo>
                <a:lnTo>
                  <a:pt x="6212034" y="3456509"/>
                </a:lnTo>
                <a:lnTo>
                  <a:pt x="6197490" y="3531827"/>
                </a:lnTo>
                <a:lnTo>
                  <a:pt x="6208018" y="3570877"/>
                </a:lnTo>
                <a:lnTo>
                  <a:pt x="6205920" y="3583849"/>
                </a:lnTo>
                <a:lnTo>
                  <a:pt x="6199616" y="3592763"/>
                </a:lnTo>
                <a:cubicBezTo>
                  <a:pt x="6191839" y="3613948"/>
                  <a:pt x="6196204" y="3641245"/>
                  <a:pt x="6181288" y="3653485"/>
                </a:cubicBezTo>
                <a:cubicBezTo>
                  <a:pt x="6178087" y="3659316"/>
                  <a:pt x="6176516" y="3664985"/>
                  <a:pt x="6175963" y="3670528"/>
                </a:cubicBezTo>
                <a:lnTo>
                  <a:pt x="6176722" y="3685990"/>
                </a:lnTo>
                <a:lnTo>
                  <a:pt x="6181549" y="3690283"/>
                </a:lnTo>
                <a:lnTo>
                  <a:pt x="6179476" y="3699787"/>
                </a:lnTo>
                <a:cubicBezTo>
                  <a:pt x="6179664" y="3700686"/>
                  <a:pt x="6179852" y="3701586"/>
                  <a:pt x="6180040" y="3702486"/>
                </a:cubicBezTo>
                <a:cubicBezTo>
                  <a:pt x="6181140" y="3707637"/>
                  <a:pt x="6182047" y="3712728"/>
                  <a:pt x="6182155" y="3717784"/>
                </a:cubicBezTo>
                <a:cubicBezTo>
                  <a:pt x="6156678" y="3711701"/>
                  <a:pt x="6178864" y="3759789"/>
                  <a:pt x="6158980" y="3746229"/>
                </a:cubicBezTo>
                <a:cubicBezTo>
                  <a:pt x="6144630" y="3780750"/>
                  <a:pt x="6117520" y="3867558"/>
                  <a:pt x="6096049" y="3924910"/>
                </a:cubicBezTo>
                <a:lnTo>
                  <a:pt x="6069712" y="3989353"/>
                </a:lnTo>
                <a:lnTo>
                  <a:pt x="6067330" y="4033899"/>
                </a:lnTo>
                <a:cubicBezTo>
                  <a:pt x="6065506" y="4070470"/>
                  <a:pt x="6063599" y="4110146"/>
                  <a:pt x="6061081" y="4142250"/>
                </a:cubicBezTo>
                <a:cubicBezTo>
                  <a:pt x="6055260" y="4200007"/>
                  <a:pt x="6045907" y="4278998"/>
                  <a:pt x="6042858" y="4329442"/>
                </a:cubicBezTo>
                <a:cubicBezTo>
                  <a:pt x="6038376" y="4381764"/>
                  <a:pt x="6036461" y="4433012"/>
                  <a:pt x="6034182" y="4456184"/>
                </a:cubicBezTo>
                <a:lnTo>
                  <a:pt x="6029178" y="4468478"/>
                </a:lnTo>
                <a:lnTo>
                  <a:pt x="6029974" y="4469862"/>
                </a:lnTo>
                <a:cubicBezTo>
                  <a:pt x="6031287" y="4476321"/>
                  <a:pt x="6030316" y="4480555"/>
                  <a:pt x="6028340" y="4483797"/>
                </a:cubicBezTo>
                <a:lnTo>
                  <a:pt x="6025168" y="4487091"/>
                </a:lnTo>
                <a:lnTo>
                  <a:pt x="6023164" y="4496728"/>
                </a:lnTo>
                <a:lnTo>
                  <a:pt x="6016839" y="4515918"/>
                </a:lnTo>
                <a:cubicBezTo>
                  <a:pt x="6017189" y="4517049"/>
                  <a:pt x="6017537" y="4518182"/>
                  <a:pt x="6017886" y="4519316"/>
                </a:cubicBezTo>
                <a:lnTo>
                  <a:pt x="6011819" y="4547957"/>
                </a:lnTo>
                <a:lnTo>
                  <a:pt x="6012791" y="4548262"/>
                </a:lnTo>
                <a:cubicBezTo>
                  <a:pt x="6014837" y="4549595"/>
                  <a:pt x="6016087" y="4551811"/>
                  <a:pt x="6015703" y="4555939"/>
                </a:cubicBezTo>
                <a:cubicBezTo>
                  <a:pt x="6031790" y="4548276"/>
                  <a:pt x="6021405" y="4557977"/>
                  <a:pt x="6018854" y="4570815"/>
                </a:cubicBezTo>
                <a:cubicBezTo>
                  <a:pt x="6021736" y="4583801"/>
                  <a:pt x="6030754" y="4622347"/>
                  <a:pt x="6033000" y="4633846"/>
                </a:cubicBezTo>
                <a:lnTo>
                  <a:pt x="6032325" y="4639816"/>
                </a:lnTo>
                <a:lnTo>
                  <a:pt x="6032549" y="4639923"/>
                </a:lnTo>
                <a:cubicBezTo>
                  <a:pt x="6032911" y="4641190"/>
                  <a:pt x="6032878" y="4643141"/>
                  <a:pt x="6032309" y="4646192"/>
                </a:cubicBezTo>
                <a:lnTo>
                  <a:pt x="6031095" y="4650706"/>
                </a:lnTo>
                <a:lnTo>
                  <a:pt x="6029786" y="4662290"/>
                </a:lnTo>
                <a:cubicBezTo>
                  <a:pt x="6030161" y="4663587"/>
                  <a:pt x="6030536" y="4664883"/>
                  <a:pt x="6030911" y="4666180"/>
                </a:cubicBezTo>
                <a:lnTo>
                  <a:pt x="6033630" y="4667585"/>
                </a:lnTo>
                <a:lnTo>
                  <a:pt x="6033189" y="4668660"/>
                </a:lnTo>
                <a:cubicBezTo>
                  <a:pt x="6027286" y="4676831"/>
                  <a:pt x="6019767" y="4679345"/>
                  <a:pt x="6038764" y="4689807"/>
                </a:cubicBezTo>
                <a:cubicBezTo>
                  <a:pt x="6028616" y="4708535"/>
                  <a:pt x="6040474" y="4712235"/>
                  <a:pt x="6042217" y="4737890"/>
                </a:cubicBezTo>
                <a:cubicBezTo>
                  <a:pt x="6033362" y="4748600"/>
                  <a:pt x="6035273" y="4757223"/>
                  <a:pt x="6040543" y="4765657"/>
                </a:cubicBezTo>
                <a:cubicBezTo>
                  <a:pt x="6034416" y="4790618"/>
                  <a:pt x="6040696" y="4813399"/>
                  <a:pt x="6039956" y="4841463"/>
                </a:cubicBezTo>
                <a:lnTo>
                  <a:pt x="6057123" y="4969863"/>
                </a:lnTo>
                <a:lnTo>
                  <a:pt x="6055039" y="4974028"/>
                </a:lnTo>
                <a:cubicBezTo>
                  <a:pt x="6053860" y="4976933"/>
                  <a:pt x="6053409" y="4978909"/>
                  <a:pt x="6053462" y="4980318"/>
                </a:cubicBezTo>
                <a:lnTo>
                  <a:pt x="6053643" y="4980501"/>
                </a:lnTo>
                <a:lnTo>
                  <a:pt x="6051733" y="4986338"/>
                </a:lnTo>
                <a:lnTo>
                  <a:pt x="6049602" y="4991296"/>
                </a:lnTo>
                <a:cubicBezTo>
                  <a:pt x="6058123" y="5019829"/>
                  <a:pt x="6066643" y="5048361"/>
                  <a:pt x="6075165" y="5076895"/>
                </a:cubicBezTo>
                <a:lnTo>
                  <a:pt x="6073751" y="5081568"/>
                </a:lnTo>
                <a:cubicBezTo>
                  <a:pt x="6073034" y="5084748"/>
                  <a:pt x="6072888" y="5086810"/>
                  <a:pt x="6073150" y="5088173"/>
                </a:cubicBezTo>
                <a:lnTo>
                  <a:pt x="6073355" y="5088300"/>
                </a:lnTo>
                <a:lnTo>
                  <a:pt x="6072362" y="5094558"/>
                </a:lnTo>
                <a:cubicBezTo>
                  <a:pt x="6070184" y="5105196"/>
                  <a:pt x="6067588" y="5115626"/>
                  <a:pt x="6064726" y="5125620"/>
                </a:cubicBezTo>
                <a:cubicBezTo>
                  <a:pt x="6063568" y="5154527"/>
                  <a:pt x="6065189" y="5244020"/>
                  <a:pt x="6065415" y="5268004"/>
                </a:cubicBezTo>
                <a:cubicBezTo>
                  <a:pt x="6065637" y="5268513"/>
                  <a:pt x="6065860" y="5269021"/>
                  <a:pt x="6066081" y="5269530"/>
                </a:cubicBezTo>
                <a:lnTo>
                  <a:pt x="6043407" y="5390941"/>
                </a:lnTo>
                <a:cubicBezTo>
                  <a:pt x="6032545" y="5438194"/>
                  <a:pt x="6020942" y="5465286"/>
                  <a:pt x="6025377" y="5539927"/>
                </a:cubicBezTo>
                <a:cubicBezTo>
                  <a:pt x="6019787" y="5610775"/>
                  <a:pt x="6013913" y="5740573"/>
                  <a:pt x="6010052" y="5791594"/>
                </a:cubicBezTo>
                <a:cubicBezTo>
                  <a:pt x="5989401" y="5787060"/>
                  <a:pt x="6018524" y="5849672"/>
                  <a:pt x="5994220" y="5855206"/>
                </a:cubicBezTo>
                <a:cubicBezTo>
                  <a:pt x="5995282" y="5860240"/>
                  <a:pt x="5980598" y="5868910"/>
                  <a:pt x="5982580" y="5873582"/>
                </a:cubicBezTo>
                <a:cubicBezTo>
                  <a:pt x="5982922" y="5874401"/>
                  <a:pt x="5983265" y="5875218"/>
                  <a:pt x="5983608" y="5876037"/>
                </a:cubicBezTo>
                <a:lnTo>
                  <a:pt x="5983535" y="5886534"/>
                </a:lnTo>
                <a:lnTo>
                  <a:pt x="5988737" y="5888644"/>
                </a:lnTo>
                <a:cubicBezTo>
                  <a:pt x="5989948" y="5893707"/>
                  <a:pt x="5991159" y="5898769"/>
                  <a:pt x="5992371" y="5903832"/>
                </a:cubicBezTo>
                <a:cubicBezTo>
                  <a:pt x="5992924" y="5909651"/>
                  <a:pt x="5992578" y="5916068"/>
                  <a:pt x="5990780" y="5923391"/>
                </a:cubicBezTo>
                <a:cubicBezTo>
                  <a:pt x="5975822" y="5948880"/>
                  <a:pt x="6013580" y="5981626"/>
                  <a:pt x="5993870" y="6013205"/>
                </a:cubicBezTo>
                <a:cubicBezTo>
                  <a:pt x="5988486" y="6024901"/>
                  <a:pt x="5991718" y="6066777"/>
                  <a:pt x="5997673" y="6074018"/>
                </a:cubicBezTo>
                <a:cubicBezTo>
                  <a:pt x="5998007" y="6081731"/>
                  <a:pt x="6007861" y="6126985"/>
                  <a:pt x="6014840" y="6130837"/>
                </a:cubicBezTo>
                <a:cubicBezTo>
                  <a:pt x="6022998" y="6137057"/>
                  <a:pt x="5999420" y="6156330"/>
                  <a:pt x="6010704" y="6152982"/>
                </a:cubicBezTo>
                <a:cubicBezTo>
                  <a:pt x="6008682" y="6186619"/>
                  <a:pt x="6039938" y="6191636"/>
                  <a:pt x="6038294" y="6221100"/>
                </a:cubicBezTo>
                <a:cubicBezTo>
                  <a:pt x="6039643" y="6222126"/>
                  <a:pt x="6046356" y="6257468"/>
                  <a:pt x="6052331" y="6287550"/>
                </a:cubicBezTo>
                <a:cubicBezTo>
                  <a:pt x="6058307" y="6317632"/>
                  <a:pt x="6082079" y="6391312"/>
                  <a:pt x="6074143" y="6401595"/>
                </a:cubicBezTo>
                <a:cubicBezTo>
                  <a:pt x="6074931" y="6423902"/>
                  <a:pt x="6059614" y="6432919"/>
                  <a:pt x="6060199" y="6487110"/>
                </a:cubicBezTo>
                <a:cubicBezTo>
                  <a:pt x="6075583" y="6574474"/>
                  <a:pt x="6076150" y="6553611"/>
                  <a:pt x="6081156" y="6588589"/>
                </a:cubicBezTo>
                <a:cubicBezTo>
                  <a:pt x="6102088" y="6637976"/>
                  <a:pt x="6067660" y="6687723"/>
                  <a:pt x="6114944" y="6769963"/>
                </a:cubicBezTo>
                <a:cubicBezTo>
                  <a:pt x="6130462" y="6819284"/>
                  <a:pt x="6119243" y="6817955"/>
                  <a:pt x="6128950" y="6835814"/>
                </a:cubicBezTo>
                <a:lnTo>
                  <a:pt x="6132536" y="6858000"/>
                </a:lnTo>
                <a:lnTo>
                  <a:pt x="4789511" y="6858000"/>
                </a:lnTo>
                <a:lnTo>
                  <a:pt x="1866294" y="6858000"/>
                </a:lnTo>
                <a:lnTo>
                  <a:pt x="1705866" y="6858000"/>
                </a:lnTo>
                <a:lnTo>
                  <a:pt x="1343025" y="6858000"/>
                </a:lnTo>
                <a:lnTo>
                  <a:pt x="523269" y="6858000"/>
                </a:lnTo>
                <a:lnTo>
                  <a:pt x="362841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C50289-BBAD-5C5E-4E56-CADDE61DD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7806" y="280654"/>
            <a:ext cx="5338194" cy="1322888"/>
          </a:xfrm>
        </p:spPr>
        <p:txBody>
          <a:bodyPr>
            <a:normAutofit/>
          </a:bodyPr>
          <a:lstStyle/>
          <a:p>
            <a:r>
              <a:rPr lang="en-AU" sz="2800" dirty="0"/>
              <a:t>DQL: Calculate total SC per member, tier earned, mismatches and upgrade opportunities Part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FB8D33-BB88-F286-CAD7-1987229033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684" y="1751512"/>
            <a:ext cx="4742771" cy="3983415"/>
          </a:xfrm>
        </p:spPr>
        <p:txBody>
          <a:bodyPr>
            <a:normAutofit fontScale="25000" lnSpcReduction="20000"/>
          </a:bodyPr>
          <a:lstStyle/>
          <a:p>
            <a:r>
              <a:rPr lang="en-US" sz="3200" dirty="0">
                <a:highlight>
                  <a:srgbClr val="FFFFFF"/>
                </a:highlight>
                <a:latin typeface="Cascadia Mono" panose="020B0609020000020004" pitchFamily="49" charset="0"/>
              </a:rPr>
              <a:t>-- Step 3: Use Step 2 to find mismatches</a:t>
            </a:r>
          </a:p>
          <a:p>
            <a:r>
              <a:rPr lang="en-AU" sz="32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tier_mismatches</a:t>
            </a:r>
            <a:r>
              <a:rPr lang="en-AU" sz="3200" dirty="0">
                <a:highlight>
                  <a:srgbClr val="FFFFFF"/>
                </a:highlight>
                <a:latin typeface="Cascadia Mono" panose="020B0609020000020004" pitchFamily="49" charset="0"/>
              </a:rPr>
              <a:t> AS (</a:t>
            </a:r>
          </a:p>
          <a:p>
            <a:r>
              <a:rPr lang="en-AU" sz="3200" dirty="0">
                <a:highlight>
                  <a:srgbClr val="FFFFFF"/>
                </a:highlight>
                <a:latin typeface="Cascadia Mono" panose="020B0609020000020004" pitchFamily="49" charset="0"/>
              </a:rPr>
              <a:t>    SELECT </a:t>
            </a:r>
          </a:p>
          <a:p>
            <a:r>
              <a:rPr lang="en-AU" sz="32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*,</a:t>
            </a:r>
          </a:p>
          <a:p>
            <a:r>
              <a:rPr lang="en-AU" sz="32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CASE</a:t>
            </a:r>
          </a:p>
          <a:p>
            <a:r>
              <a:rPr lang="en-US" sz="32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    WHEN </a:t>
            </a:r>
            <a:r>
              <a:rPr lang="en-US" sz="32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current_tier</a:t>
            </a:r>
            <a:r>
              <a:rPr lang="en-US" sz="3200" dirty="0">
                <a:highlight>
                  <a:srgbClr val="FFFFFF"/>
                </a:highlight>
                <a:latin typeface="Cascadia Mono" panose="020B0609020000020004" pitchFamily="49" charset="0"/>
              </a:rPr>
              <a:t> &lt;&gt; </a:t>
            </a:r>
            <a:r>
              <a:rPr lang="en-US" sz="32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earned_tier</a:t>
            </a:r>
            <a:r>
              <a:rPr lang="en-US" sz="3200" dirty="0">
                <a:highlight>
                  <a:srgbClr val="FFFFFF"/>
                </a:highlight>
                <a:latin typeface="Cascadia Mono" panose="020B0609020000020004" pitchFamily="49" charset="0"/>
              </a:rPr>
              <a:t> THEN 'UPGRADE ELIGIBLE'</a:t>
            </a:r>
          </a:p>
          <a:p>
            <a:r>
              <a:rPr lang="en-US" sz="32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    WHEN </a:t>
            </a:r>
            <a:r>
              <a:rPr lang="en-US" sz="32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current_tier</a:t>
            </a:r>
            <a:r>
              <a:rPr lang="en-US" sz="3200" dirty="0"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32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earned_tier</a:t>
            </a:r>
            <a:r>
              <a:rPr lang="en-US" sz="3200" dirty="0">
                <a:highlight>
                  <a:srgbClr val="FFFFFF"/>
                </a:highlight>
                <a:latin typeface="Cascadia Mono" panose="020B0609020000020004" pitchFamily="49" charset="0"/>
              </a:rPr>
              <a:t> THEN 'OK'</a:t>
            </a:r>
          </a:p>
          <a:p>
            <a:r>
              <a:rPr lang="en-AU" sz="32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    ELSE 'CHECK'</a:t>
            </a:r>
          </a:p>
          <a:p>
            <a:r>
              <a:rPr lang="en-AU" sz="32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END AS </a:t>
            </a:r>
            <a:r>
              <a:rPr lang="en-AU" sz="32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tier_status</a:t>
            </a:r>
            <a:endParaRPr lang="en-AU" sz="32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3200" dirty="0">
                <a:highlight>
                  <a:srgbClr val="FFFFFF"/>
                </a:highlight>
                <a:latin typeface="Cascadia Mono" panose="020B0609020000020004" pitchFamily="49" charset="0"/>
              </a:rPr>
              <a:t>    FROM </a:t>
            </a:r>
            <a:r>
              <a:rPr lang="en-AU" sz="32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tier_earned</a:t>
            </a:r>
            <a:endParaRPr lang="en-AU" sz="32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3200" dirty="0">
                <a:highlight>
                  <a:srgbClr val="FFFFFF"/>
                </a:highlight>
                <a:latin typeface="Cascadia Mono" panose="020B0609020000020004" pitchFamily="49" charset="0"/>
              </a:rPr>
              <a:t>    --   ^^^^^^^^^^^ Using Step 2!</a:t>
            </a:r>
          </a:p>
          <a:p>
            <a:r>
              <a:rPr lang="en-AU" sz="3200" dirty="0"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en-US" sz="3200" dirty="0">
                <a:highlight>
                  <a:srgbClr val="FFFFFF"/>
                </a:highlight>
                <a:latin typeface="Cascadia Mono" panose="020B0609020000020004" pitchFamily="49" charset="0"/>
              </a:rPr>
              <a:t>-- Final: Show only upgrade opportunities</a:t>
            </a:r>
          </a:p>
          <a:p>
            <a:r>
              <a:rPr lang="en-AU" sz="3200" dirty="0">
                <a:highlight>
                  <a:srgbClr val="FFFFFF"/>
                </a:highlight>
                <a:latin typeface="Cascadia Mono" panose="020B0609020000020004" pitchFamily="49" charset="0"/>
              </a:rPr>
              <a:t>SELECT </a:t>
            </a:r>
          </a:p>
          <a:p>
            <a:r>
              <a:rPr lang="en-AU" sz="32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32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member_id</a:t>
            </a:r>
            <a:r>
              <a:rPr lang="en-AU" sz="32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32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32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member_name</a:t>
            </a:r>
            <a:r>
              <a:rPr lang="en-AU" sz="32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32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32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current_tier</a:t>
            </a:r>
            <a:r>
              <a:rPr lang="en-AU" sz="32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32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32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earned_tier</a:t>
            </a:r>
            <a:r>
              <a:rPr lang="en-AU" sz="32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32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32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total_sc</a:t>
            </a:r>
            <a:r>
              <a:rPr lang="en-AU" sz="32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32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32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tier_status</a:t>
            </a:r>
            <a:endParaRPr lang="en-AU" sz="32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3200" dirty="0">
                <a:highlight>
                  <a:srgbClr val="FFFFFF"/>
                </a:highlight>
                <a:latin typeface="Cascadia Mono" panose="020B0609020000020004" pitchFamily="49" charset="0"/>
              </a:rPr>
              <a:t>FROM </a:t>
            </a:r>
            <a:r>
              <a:rPr lang="en-AU" sz="32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tier_mismatches</a:t>
            </a:r>
            <a:endParaRPr lang="en-AU" sz="32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3200" dirty="0">
                <a:highlight>
                  <a:srgbClr val="FFFFFF"/>
                </a:highlight>
                <a:latin typeface="Cascadia Mono" panose="020B0609020000020004" pitchFamily="49" charset="0"/>
              </a:rPr>
              <a:t>WHERE </a:t>
            </a:r>
            <a:r>
              <a:rPr lang="en-AU" sz="32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tier_status</a:t>
            </a:r>
            <a:r>
              <a:rPr lang="en-AU" sz="3200" dirty="0">
                <a:highlight>
                  <a:srgbClr val="FFFFFF"/>
                </a:highlight>
                <a:latin typeface="Cascadia Mono" panose="020B0609020000020004" pitchFamily="49" charset="0"/>
              </a:rPr>
              <a:t> = 'UPGRADE ELIGIBLE'</a:t>
            </a:r>
          </a:p>
          <a:p>
            <a:r>
              <a:rPr lang="en-US" sz="3200" dirty="0">
                <a:highlight>
                  <a:srgbClr val="FFFFFF"/>
                </a:highlight>
                <a:latin typeface="Cascadia Mono" panose="020B0609020000020004" pitchFamily="49" charset="0"/>
              </a:rPr>
              <a:t>ORDER BY </a:t>
            </a:r>
            <a:r>
              <a:rPr lang="en-US" sz="32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total_sc</a:t>
            </a:r>
            <a:r>
              <a:rPr lang="en-US" sz="3200" dirty="0">
                <a:highlight>
                  <a:srgbClr val="FFFFFF"/>
                </a:highlight>
                <a:latin typeface="Cascadia Mono" panose="020B0609020000020004" pitchFamily="49" charset="0"/>
              </a:rPr>
              <a:t> DESC;</a:t>
            </a:r>
            <a:endParaRPr lang="en-AU" sz="3200" dirty="0"/>
          </a:p>
          <a:p>
            <a:endParaRPr lang="en-AU" sz="5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FB9C3E-F458-D9D1-5CB6-7EFB4CB27E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2913" y="2255854"/>
            <a:ext cx="3740887" cy="102429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2876CAA-B634-A987-EE50-B88C3C4E06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2912" y="3601878"/>
            <a:ext cx="3740887" cy="963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72158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9528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989211-13D9-B0B8-1BB7-7A70FCB61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5072" y="1289765"/>
            <a:ext cx="3651101" cy="4270963"/>
          </a:xfrm>
        </p:spPr>
        <p:txBody>
          <a:bodyPr anchor="ctr">
            <a:normAutofit/>
          </a:bodyPr>
          <a:lstStyle/>
          <a:p>
            <a:pPr algn="ctr"/>
            <a:r>
              <a:rPr lang="en-AU" sz="5600">
                <a:solidFill>
                  <a:srgbClr val="FFFFFF"/>
                </a:solidFill>
              </a:rPr>
              <a:t>DQL: Tier close Campaign Part 1</a:t>
            </a:r>
            <a:br>
              <a:rPr lang="en-AU" sz="5600">
                <a:solidFill>
                  <a:srgbClr val="FFFFFF"/>
                </a:solidFill>
              </a:rPr>
            </a:br>
            <a:endParaRPr lang="en-AU" sz="5600">
              <a:solidFill>
                <a:srgbClr val="FFFFFF"/>
              </a:solidFill>
            </a:endParaRPr>
          </a:p>
        </p:txBody>
      </p:sp>
      <p:sp>
        <p:nvSpPr>
          <p:cNvPr id="12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3493" y="374394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2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0109" y="1084507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2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A23E07-B59D-CA24-4DA5-1F30CFF183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anchor="ctr">
            <a:normAutofit/>
          </a:bodyPr>
          <a:lstStyle/>
          <a:p>
            <a:r>
              <a:rPr lang="en-US" sz="100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WITH-- Step 1: Total status credits</a:t>
            </a:r>
          </a:p>
          <a:p>
            <a:r>
              <a:rPr lang="en-AU" sz="100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member_status_credits AS (</a:t>
            </a:r>
          </a:p>
          <a:p>
            <a:r>
              <a:rPr lang="en-AU" sz="100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SELECT </a:t>
            </a:r>
          </a:p>
          <a:p>
            <a:r>
              <a:rPr lang="en-AU" sz="100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member_id,</a:t>
            </a:r>
          </a:p>
          <a:p>
            <a:r>
              <a:rPr lang="en-US" sz="100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SUM(status_credits) AS total_sc</a:t>
            </a:r>
          </a:p>
          <a:p>
            <a:r>
              <a:rPr lang="en-AU" sz="100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FROM flights</a:t>
            </a:r>
          </a:p>
          <a:p>
            <a:r>
              <a:rPr lang="en-AU" sz="100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GROUP BY member_id</a:t>
            </a:r>
          </a:p>
          <a:p>
            <a:r>
              <a:rPr lang="en-US" sz="100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),-- Step 2: Eligible flight count</a:t>
            </a:r>
          </a:p>
          <a:p>
            <a:r>
              <a:rPr lang="en-AU" sz="100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member_eligible_flights AS (</a:t>
            </a:r>
          </a:p>
          <a:p>
            <a:r>
              <a:rPr lang="en-AU" sz="100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SELECT </a:t>
            </a:r>
          </a:p>
          <a:p>
            <a:r>
              <a:rPr lang="en-AU" sz="100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member_id,</a:t>
            </a:r>
          </a:p>
          <a:p>
            <a:r>
              <a:rPr lang="en-AU" sz="100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COUNT(*) AS eligible_flights</a:t>
            </a:r>
          </a:p>
          <a:p>
            <a:r>
              <a:rPr lang="en-AU" sz="100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FROM flights</a:t>
            </a:r>
          </a:p>
          <a:p>
            <a:r>
              <a:rPr lang="en-AU" sz="100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WHERE eligible_flight = 1</a:t>
            </a:r>
          </a:p>
          <a:p>
            <a:r>
              <a:rPr lang="en-AU" sz="100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GROUP BY member_id</a:t>
            </a:r>
          </a:p>
          <a:p>
            <a:r>
              <a:rPr lang="en-US" sz="100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),-- Step 3: Most recent flight</a:t>
            </a:r>
          </a:p>
          <a:p>
            <a:r>
              <a:rPr lang="en-AU" sz="100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member_last_flight AS (</a:t>
            </a:r>
          </a:p>
          <a:p>
            <a:r>
              <a:rPr lang="en-AU" sz="100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SELECT </a:t>
            </a:r>
          </a:p>
          <a:p>
            <a:r>
              <a:rPr lang="en-AU" sz="100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member_id,</a:t>
            </a:r>
          </a:p>
          <a:p>
            <a:r>
              <a:rPr lang="en-US" sz="100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MAX(flight_date) AS last_flight_date</a:t>
            </a:r>
          </a:p>
          <a:p>
            <a:r>
              <a:rPr lang="en-AU" sz="100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FROM flights</a:t>
            </a:r>
          </a:p>
          <a:p>
            <a:r>
              <a:rPr lang="en-AU" sz="100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GROUP BY member_id</a:t>
            </a:r>
            <a:endParaRPr lang="en-AU" sz="1000">
              <a:solidFill>
                <a:schemeClr val="tx1">
                  <a:alpha val="80000"/>
                </a:schemeClr>
              </a:solidFill>
            </a:endParaRPr>
          </a:p>
        </p:txBody>
      </p:sp>
      <p:sp>
        <p:nvSpPr>
          <p:cNvPr id="16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36547" y="5751820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2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54632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9528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381A31-483C-8750-A23E-AAFD7C077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5072" y="1289765"/>
            <a:ext cx="3651101" cy="4270963"/>
          </a:xfrm>
        </p:spPr>
        <p:txBody>
          <a:bodyPr anchor="ctr">
            <a:normAutofit/>
          </a:bodyPr>
          <a:lstStyle/>
          <a:p>
            <a:pPr algn="ctr"/>
            <a:r>
              <a:rPr lang="en-AU" sz="5600">
                <a:solidFill>
                  <a:srgbClr val="FFFFFF"/>
                </a:solidFill>
              </a:rPr>
              <a:t>DQL: Tier close Campaign Part 2</a:t>
            </a:r>
          </a:p>
        </p:txBody>
      </p:sp>
      <p:sp>
        <p:nvSpPr>
          <p:cNvPr id="12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3493" y="374394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2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0109" y="1084507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2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9593E-B753-640A-7DF0-BABC1B49CB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anchor="ctr">
            <a:normAutofit lnSpcReduction="10000"/>
          </a:bodyPr>
          <a:lstStyle/>
          <a:p>
            <a:r>
              <a:rPr lang="en-US" sz="110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),-- Step 4: Combine all metrics</a:t>
            </a:r>
          </a:p>
          <a:p>
            <a:r>
              <a:rPr lang="en-AU" sz="110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member_summary AS (</a:t>
            </a:r>
          </a:p>
          <a:p>
            <a:r>
              <a:rPr lang="en-AU" sz="110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SELECT </a:t>
            </a:r>
          </a:p>
          <a:p>
            <a:r>
              <a:rPr lang="en-AU" sz="110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m.member_id,</a:t>
            </a:r>
          </a:p>
          <a:p>
            <a:r>
              <a:rPr lang="en-AU" sz="110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m.member_name,</a:t>
            </a:r>
          </a:p>
          <a:p>
            <a:r>
              <a:rPr lang="en-AU" sz="110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m.email,</a:t>
            </a:r>
          </a:p>
          <a:p>
            <a:r>
              <a:rPr lang="en-AU" sz="110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m.current_tier,</a:t>
            </a:r>
          </a:p>
          <a:p>
            <a:r>
              <a:rPr lang="en-US" sz="110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ISNULL(sc.total_sc, 0) AS total_sc,</a:t>
            </a:r>
          </a:p>
          <a:p>
            <a:r>
              <a:rPr lang="en-US" sz="110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ISNULL(ef.eligible_flights, 0) AS eligible_flights,</a:t>
            </a:r>
          </a:p>
          <a:p>
            <a:r>
              <a:rPr lang="en-AU" sz="110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lf.last_flight_date,</a:t>
            </a:r>
          </a:p>
          <a:p>
            <a:r>
              <a:rPr lang="en-AU" sz="110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CASE </a:t>
            </a:r>
          </a:p>
          <a:p>
            <a:r>
              <a:rPr lang="en-US" sz="110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WHEN lf.last_flight_date IS NOT NULL </a:t>
            </a:r>
          </a:p>
          <a:p>
            <a:r>
              <a:rPr lang="en-US" sz="110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THEN DATEDIFF(DAY, lf.last_flight_date, '2024-12-01')</a:t>
            </a:r>
          </a:p>
          <a:p>
            <a:r>
              <a:rPr lang="en-AU" sz="110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ELSE NULL</a:t>
            </a:r>
          </a:p>
          <a:p>
            <a:r>
              <a:rPr lang="en-US" sz="110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END AS days_since_last</a:t>
            </a:r>
          </a:p>
          <a:p>
            <a:r>
              <a:rPr lang="en-AU" sz="110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FROM members m</a:t>
            </a:r>
          </a:p>
          <a:p>
            <a:r>
              <a:rPr lang="en-US" sz="110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LEFT JOIN member_status_credits sc ON m.member_id = sc.member_id</a:t>
            </a:r>
          </a:p>
          <a:p>
            <a:r>
              <a:rPr lang="en-US" sz="110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LEFT JOIN member_eligible_flights ef ON m.member_id = ef.member_id</a:t>
            </a:r>
          </a:p>
          <a:p>
            <a:r>
              <a:rPr lang="en-US" sz="110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LEFT JOIN member_last_flight lf ON m.member_id = lf.member_id</a:t>
            </a:r>
            <a:endParaRPr lang="en-AU" sz="1100">
              <a:solidFill>
                <a:schemeClr val="tx1">
                  <a:alpha val="80000"/>
                </a:schemeClr>
              </a:solidFill>
            </a:endParaRPr>
          </a:p>
        </p:txBody>
      </p:sp>
      <p:sp>
        <p:nvSpPr>
          <p:cNvPr id="16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36547" y="5751820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2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28595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9528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C6F77D-FD59-D3D0-1FF8-92671F527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5072" y="1289765"/>
            <a:ext cx="3651101" cy="4270963"/>
          </a:xfrm>
        </p:spPr>
        <p:txBody>
          <a:bodyPr anchor="ctr">
            <a:normAutofit/>
          </a:bodyPr>
          <a:lstStyle/>
          <a:p>
            <a:pPr algn="ctr"/>
            <a:r>
              <a:rPr lang="en-AU" sz="5600">
                <a:solidFill>
                  <a:srgbClr val="FFFFFF"/>
                </a:solidFill>
              </a:rPr>
              <a:t>DQL: Tier close Campaign Part 3</a:t>
            </a:r>
          </a:p>
        </p:txBody>
      </p:sp>
      <p:sp>
        <p:nvSpPr>
          <p:cNvPr id="12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3493" y="374394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2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0109" y="1084507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2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2057E-EFEC-6604-2DDD-4BA55F8931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anchor="ctr">
            <a:normAutofit fontScale="92500" lnSpcReduction="20000"/>
          </a:bodyPr>
          <a:lstStyle/>
          <a:p>
            <a:r>
              <a:rPr lang="en-US" sz="110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),-- Step 5: Identify tier-close customers</a:t>
            </a:r>
          </a:p>
          <a:p>
            <a:r>
              <a:rPr lang="en-AU" sz="110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tier_close_customers AS (</a:t>
            </a:r>
          </a:p>
          <a:p>
            <a:r>
              <a:rPr lang="en-AU" sz="110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SELECT </a:t>
            </a:r>
          </a:p>
          <a:p>
            <a:r>
              <a:rPr lang="en-AU" sz="110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*,</a:t>
            </a:r>
          </a:p>
          <a:p>
            <a:r>
              <a:rPr lang="en-AU" sz="110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CASE</a:t>
            </a:r>
          </a:p>
          <a:p>
            <a:r>
              <a:rPr lang="en-US" sz="110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WHEN total_sc BETWEEN 250 AND 299 THEN 'Close to Silver'</a:t>
            </a:r>
          </a:p>
          <a:p>
            <a:r>
              <a:rPr lang="en-US" sz="110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WHEN total_sc BETWEEN 650 AND 699 THEN 'Close to Gold'</a:t>
            </a:r>
          </a:p>
          <a:p>
            <a:r>
              <a:rPr lang="en-US" sz="110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WHEN total_sc BETWEEN 1350 AND 1399 THEN 'Close to Platinum'</a:t>
            </a:r>
          </a:p>
          <a:p>
            <a:r>
              <a:rPr lang="en-AU" sz="110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ELSE NULL</a:t>
            </a:r>
          </a:p>
          <a:p>
            <a:r>
              <a:rPr lang="en-AU" sz="110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END AS tier_opportunity,</a:t>
            </a:r>
          </a:p>
          <a:p>
            <a:r>
              <a:rPr lang="en-AU" sz="110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CASE</a:t>
            </a:r>
          </a:p>
          <a:p>
            <a:r>
              <a:rPr lang="en-US" sz="110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WHEN total_sc BETWEEN 250 AND 299 THEN 300 - total_sc</a:t>
            </a:r>
          </a:p>
          <a:p>
            <a:r>
              <a:rPr lang="en-US" sz="110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WHEN total_sc BETWEEN 650 AND 699 THEN 700 - total_sc</a:t>
            </a:r>
          </a:p>
          <a:p>
            <a:r>
              <a:rPr lang="en-US" sz="110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WHEN total_sc BETWEEN 1350 AND 1399 THEN 1400 - total_sc</a:t>
            </a:r>
          </a:p>
          <a:p>
            <a:r>
              <a:rPr lang="en-AU" sz="110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ELSE NULL</a:t>
            </a:r>
          </a:p>
          <a:p>
            <a:r>
              <a:rPr lang="en-AU" sz="110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END AS sc_needed,</a:t>
            </a:r>
          </a:p>
          <a:p>
            <a:r>
              <a:rPr lang="en-US" sz="110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4 - eligible_flights AS flights_needed</a:t>
            </a:r>
          </a:p>
          <a:p>
            <a:r>
              <a:rPr lang="en-AU" sz="110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FROM member_summary</a:t>
            </a:r>
          </a:p>
          <a:p>
            <a:r>
              <a:rPr lang="en-US" sz="110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WHERE (total_sc BETWEEN 250 AND 299</a:t>
            </a:r>
          </a:p>
          <a:p>
            <a:r>
              <a:rPr lang="en-US" sz="110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OR total_sc BETWEEN 650 AND 699</a:t>
            </a:r>
          </a:p>
          <a:p>
            <a:r>
              <a:rPr lang="en-US" sz="110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OR total_sc BETWEEN 1350 AND 1399)</a:t>
            </a:r>
            <a:endParaRPr lang="en-AU" sz="1100">
              <a:solidFill>
                <a:schemeClr val="tx1">
                  <a:alpha val="80000"/>
                </a:schemeClr>
              </a:solidFill>
            </a:endParaRPr>
          </a:p>
        </p:txBody>
      </p:sp>
      <p:sp>
        <p:nvSpPr>
          <p:cNvPr id="16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36547" y="5751820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2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5992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CE0A68D-28EF-49D9-B84B-5DAB387149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61D23A-8846-22F6-0BC9-5F972B8A0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9862" y="4465674"/>
            <a:ext cx="4786138" cy="1663995"/>
          </a:xfrm>
        </p:spPr>
        <p:txBody>
          <a:bodyPr anchor="t">
            <a:normAutofit/>
          </a:bodyPr>
          <a:lstStyle/>
          <a:p>
            <a:pPr algn="ctr"/>
            <a:r>
              <a:rPr lang="en-AU" sz="3200">
                <a:solidFill>
                  <a:schemeClr val="tx1">
                    <a:lumMod val="65000"/>
                    <a:lumOff val="35000"/>
                  </a:schemeClr>
                </a:solidFill>
              </a:rPr>
              <a:t>DQL: Tier close Campaign Part 4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CE63C5-CF82-B1E9-B6CC-2BE1E6399D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0209" y="3060327"/>
            <a:ext cx="4775791" cy="108571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1FA0C3DC-24DE-44E3-9D41-CAA5F3B20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16208" y="0"/>
            <a:ext cx="4775791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6608FA-AD6F-549C-D2C4-3663FB46BE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24775" y="142875"/>
            <a:ext cx="4324349" cy="6505575"/>
          </a:xfrm>
        </p:spPr>
        <p:txBody>
          <a:bodyPr anchor="ctr">
            <a:normAutofit fontScale="32500" lnSpcReduction="20000"/>
          </a:bodyPr>
          <a:lstStyle/>
          <a:p>
            <a:r>
              <a:rPr lang="en-AU" sz="2500" dirty="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)-- Final: Filtered, prioritised list</a:t>
            </a:r>
          </a:p>
          <a:p>
            <a:r>
              <a:rPr lang="en-AU" sz="2500" dirty="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 </a:t>
            </a:r>
          </a:p>
          <a:p>
            <a:r>
              <a:rPr lang="en-AU" sz="2500" dirty="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500" dirty="0" err="1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member_id</a:t>
            </a:r>
            <a:r>
              <a:rPr lang="en-AU" sz="2500" dirty="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2500" dirty="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500" dirty="0" err="1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member_name</a:t>
            </a:r>
            <a:r>
              <a:rPr lang="en-AU" sz="2500" dirty="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2500" dirty="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email,</a:t>
            </a:r>
          </a:p>
          <a:p>
            <a:r>
              <a:rPr lang="en-AU" sz="2500" dirty="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500" dirty="0" err="1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current_tier</a:t>
            </a:r>
            <a:r>
              <a:rPr lang="en-AU" sz="2500" dirty="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2500" dirty="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500" dirty="0" err="1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tier_opportunity</a:t>
            </a:r>
            <a:r>
              <a:rPr lang="en-AU" sz="2500" dirty="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2500" dirty="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500" dirty="0" err="1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total_sc</a:t>
            </a:r>
            <a:r>
              <a:rPr lang="en-AU" sz="2500" dirty="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2500" dirty="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500" dirty="0" err="1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sc_needed</a:t>
            </a:r>
            <a:r>
              <a:rPr lang="en-AU" sz="2500" dirty="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2500" dirty="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500" dirty="0" err="1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eligible_flights</a:t>
            </a:r>
            <a:r>
              <a:rPr lang="en-AU" sz="2500" dirty="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2500" dirty="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500" dirty="0" err="1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flights_needed</a:t>
            </a:r>
            <a:r>
              <a:rPr lang="en-AU" sz="2500" dirty="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2500" dirty="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500" dirty="0" err="1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days_since_last</a:t>
            </a:r>
            <a:r>
              <a:rPr lang="en-AU" sz="2500" dirty="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2500" dirty="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CASE</a:t>
            </a:r>
          </a:p>
          <a:p>
            <a:r>
              <a:rPr lang="en-US" sz="2500" dirty="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WHEN </a:t>
            </a:r>
            <a:r>
              <a:rPr lang="en-US" sz="2500" dirty="0" err="1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sc_needed</a:t>
            </a:r>
            <a:r>
              <a:rPr lang="en-US" sz="2500" dirty="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&lt;= 20 AND </a:t>
            </a:r>
            <a:r>
              <a:rPr lang="en-US" sz="2500" dirty="0" err="1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flights_needed</a:t>
            </a:r>
            <a:r>
              <a:rPr lang="en-US" sz="2500" dirty="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1 THEN 'HIGH PRIORITY'</a:t>
            </a:r>
          </a:p>
          <a:p>
            <a:r>
              <a:rPr lang="en-US" sz="2500" dirty="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WHEN </a:t>
            </a:r>
            <a:r>
              <a:rPr lang="en-US" sz="2500" dirty="0" err="1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sc_needed</a:t>
            </a:r>
            <a:r>
              <a:rPr lang="en-US" sz="2500" dirty="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&lt;= 50 AND </a:t>
            </a:r>
            <a:r>
              <a:rPr lang="en-US" sz="2500" dirty="0" err="1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flights_needed</a:t>
            </a:r>
            <a:r>
              <a:rPr lang="en-US" sz="2500" dirty="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1 THEN 'MEDIUM PRIORITY'</a:t>
            </a:r>
          </a:p>
          <a:p>
            <a:r>
              <a:rPr lang="en-AU" sz="2500" dirty="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ELSE 'STANDARD'</a:t>
            </a:r>
          </a:p>
          <a:p>
            <a:r>
              <a:rPr lang="en-AU" sz="2500" dirty="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END AS </a:t>
            </a:r>
            <a:r>
              <a:rPr lang="en-AU" sz="2500" dirty="0" err="1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campaign_priority</a:t>
            </a:r>
            <a:r>
              <a:rPr lang="en-AU" sz="2500" dirty="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US" sz="2500" dirty="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CONCAT('Offer ', </a:t>
            </a:r>
            <a:r>
              <a:rPr lang="en-US" sz="2500" dirty="0" err="1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sc_needed</a:t>
            </a:r>
            <a:r>
              <a:rPr lang="en-US" sz="2500" dirty="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* 2, ' bonus points') AS offer</a:t>
            </a:r>
          </a:p>
          <a:p>
            <a:r>
              <a:rPr lang="en-AU" sz="2500" dirty="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 </a:t>
            </a:r>
            <a:r>
              <a:rPr lang="en-AU" sz="2500" dirty="0" err="1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tier_close_customers</a:t>
            </a:r>
            <a:endParaRPr lang="en-AU" sz="2500" dirty="0">
              <a:solidFill>
                <a:srgbClr val="595959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500" dirty="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 </a:t>
            </a:r>
            <a:r>
              <a:rPr lang="en-AU" sz="2500" dirty="0" err="1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eligible_flights</a:t>
            </a:r>
            <a:r>
              <a:rPr lang="en-AU" sz="2500" dirty="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&gt;= 3</a:t>
            </a:r>
          </a:p>
          <a:p>
            <a:r>
              <a:rPr lang="en-US" sz="2500" dirty="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AND </a:t>
            </a:r>
            <a:r>
              <a:rPr lang="en-US" sz="2500" dirty="0" err="1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days_since_last</a:t>
            </a:r>
            <a:r>
              <a:rPr lang="en-US" sz="2500" dirty="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IS NOT NULL</a:t>
            </a:r>
          </a:p>
          <a:p>
            <a:r>
              <a:rPr lang="en-US" sz="2500" dirty="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AND </a:t>
            </a:r>
            <a:r>
              <a:rPr lang="en-US" sz="2500" dirty="0" err="1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days_since_last</a:t>
            </a:r>
            <a:r>
              <a:rPr lang="en-US" sz="2500" dirty="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&lt;= 180</a:t>
            </a:r>
          </a:p>
          <a:p>
            <a:r>
              <a:rPr lang="en-AU" sz="2500" dirty="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 BY </a:t>
            </a:r>
          </a:p>
          <a:p>
            <a:r>
              <a:rPr lang="en-AU" sz="2500" dirty="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CASE </a:t>
            </a:r>
          </a:p>
          <a:p>
            <a:r>
              <a:rPr lang="en-US" sz="2500" dirty="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WHEN </a:t>
            </a:r>
            <a:r>
              <a:rPr lang="en-US" sz="2500" dirty="0" err="1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sc_needed</a:t>
            </a:r>
            <a:r>
              <a:rPr lang="en-US" sz="2500" dirty="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&lt;= 20 AND </a:t>
            </a:r>
            <a:r>
              <a:rPr lang="en-US" sz="2500" dirty="0" err="1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flights_needed</a:t>
            </a:r>
            <a:r>
              <a:rPr lang="en-US" sz="2500" dirty="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1 THEN 1</a:t>
            </a:r>
          </a:p>
          <a:p>
            <a:r>
              <a:rPr lang="en-US" sz="2500" dirty="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WHEN </a:t>
            </a:r>
            <a:r>
              <a:rPr lang="en-US" sz="2500" dirty="0" err="1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sc_needed</a:t>
            </a:r>
            <a:r>
              <a:rPr lang="en-US" sz="2500" dirty="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&lt;= 50 AND </a:t>
            </a:r>
            <a:r>
              <a:rPr lang="en-US" sz="2500" dirty="0" err="1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flights_needed</a:t>
            </a:r>
            <a:r>
              <a:rPr lang="en-US" sz="2500" dirty="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1 THEN 2</a:t>
            </a:r>
          </a:p>
          <a:p>
            <a:r>
              <a:rPr lang="en-AU" sz="2500" dirty="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ELSE 3</a:t>
            </a:r>
          </a:p>
          <a:p>
            <a:r>
              <a:rPr lang="en-AU" sz="2500" dirty="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END,</a:t>
            </a:r>
          </a:p>
          <a:p>
            <a:r>
              <a:rPr lang="en-AU" sz="2500" dirty="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500" dirty="0" err="1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sc_needed</a:t>
            </a:r>
            <a:r>
              <a:rPr lang="en-AU" sz="2500" dirty="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en-AU" sz="500" dirty="0">
              <a:solidFill>
                <a:srgbClr val="59595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20642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25DEE3-451F-A2FA-C3BA-2C8F9BB0C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AU" sz="4000">
                <a:solidFill>
                  <a:srgbClr val="FFFFFF"/>
                </a:solidFill>
              </a:rPr>
              <a:t>DQL: Member Flight Summary with 3+ flights </a:t>
            </a:r>
            <a:br>
              <a:rPr lang="en-AU" sz="4000">
                <a:solidFill>
                  <a:srgbClr val="FFFFFF"/>
                </a:solidFill>
              </a:rPr>
            </a:br>
            <a:endParaRPr lang="en-AU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391BAC-B3F5-7608-5DE5-553C439ED3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1727" y="649480"/>
            <a:ext cx="3025303" cy="5546047"/>
          </a:xfrm>
        </p:spPr>
        <p:txBody>
          <a:bodyPr anchor="ctr">
            <a:normAutofit lnSpcReduction="10000"/>
          </a:bodyPr>
          <a:lstStyle/>
          <a:p>
            <a:r>
              <a:rPr lang="en-US" sz="800">
                <a:highlight>
                  <a:srgbClr val="FFFFFF"/>
                </a:highlight>
                <a:latin typeface="Cascadia Mono" panose="020B0609020000020004" pitchFamily="49" charset="0"/>
              </a:rPr>
              <a:t>WITH member_flight_summary AS (</a:t>
            </a:r>
          </a:p>
          <a:p>
            <a:r>
              <a:rPr lang="en-AU" sz="800">
                <a:highlight>
                  <a:srgbClr val="FFFFFF"/>
                </a:highlight>
                <a:latin typeface="Cascadia Mono" panose="020B0609020000020004" pitchFamily="49" charset="0"/>
              </a:rPr>
              <a:t>    SELECT </a:t>
            </a:r>
          </a:p>
          <a:p>
            <a:r>
              <a:rPr lang="en-AU" sz="800">
                <a:highlight>
                  <a:srgbClr val="FFFFFF"/>
                </a:highlight>
                <a:latin typeface="Cascadia Mono" panose="020B0609020000020004" pitchFamily="49" charset="0"/>
              </a:rPr>
              <a:t>        m.member_id,</a:t>
            </a:r>
          </a:p>
          <a:p>
            <a:r>
              <a:rPr lang="en-AU" sz="800">
                <a:highlight>
                  <a:srgbClr val="FFFFFF"/>
                </a:highlight>
                <a:latin typeface="Cascadia Mono" panose="020B0609020000020004" pitchFamily="49" charset="0"/>
              </a:rPr>
              <a:t>        m.member_name,</a:t>
            </a:r>
          </a:p>
          <a:p>
            <a:r>
              <a:rPr lang="en-AU" sz="800">
                <a:highlight>
                  <a:srgbClr val="FFFFFF"/>
                </a:highlight>
                <a:latin typeface="Cascadia Mono" panose="020B0609020000020004" pitchFamily="49" charset="0"/>
              </a:rPr>
              <a:t>        m.current_tier,</a:t>
            </a:r>
          </a:p>
          <a:p>
            <a:r>
              <a:rPr lang="en-US" sz="800">
                <a:highlight>
                  <a:srgbClr val="FFFFFF"/>
                </a:highlight>
                <a:latin typeface="Cascadia Mono" panose="020B0609020000020004" pitchFamily="49" charset="0"/>
              </a:rPr>
              <a:t>        COUNT(f.flight_id) AS total_flights,</a:t>
            </a:r>
          </a:p>
          <a:p>
            <a:r>
              <a:rPr lang="en-US" sz="800">
                <a:highlight>
                  <a:srgbClr val="FFFFFF"/>
                </a:highlight>
                <a:latin typeface="Cascadia Mono" panose="020B0609020000020004" pitchFamily="49" charset="0"/>
              </a:rPr>
              <a:t>        ISNULL(SUM(f.status_credits), 0) AS total_sc,</a:t>
            </a:r>
          </a:p>
          <a:p>
            <a:r>
              <a:rPr lang="en-US" sz="800">
                <a:highlight>
                  <a:srgbClr val="FFFFFF"/>
                </a:highlight>
                <a:latin typeface="Cascadia Mono" panose="020B0609020000020004" pitchFamily="49" charset="0"/>
              </a:rPr>
              <a:t>        ISNULL(SUM(f.points_earned), 0) AS total_points</a:t>
            </a:r>
          </a:p>
          <a:p>
            <a:r>
              <a:rPr lang="en-AU" sz="800">
                <a:highlight>
                  <a:srgbClr val="FFFFFF"/>
                </a:highlight>
                <a:latin typeface="Cascadia Mono" panose="020B0609020000020004" pitchFamily="49" charset="0"/>
              </a:rPr>
              <a:t>    FROM members m</a:t>
            </a:r>
          </a:p>
          <a:p>
            <a:r>
              <a:rPr lang="en-US" sz="800">
                <a:highlight>
                  <a:srgbClr val="FFFFFF"/>
                </a:highlight>
                <a:latin typeface="Cascadia Mono" panose="020B0609020000020004" pitchFamily="49" charset="0"/>
              </a:rPr>
              <a:t>    LEFT JOIN flights f ON m.member_id = f.member_id</a:t>
            </a:r>
          </a:p>
          <a:p>
            <a:r>
              <a:rPr lang="en-US" sz="800">
                <a:highlight>
                  <a:srgbClr val="FFFFFF"/>
                </a:highlight>
                <a:latin typeface="Cascadia Mono" panose="020B0609020000020004" pitchFamily="49" charset="0"/>
              </a:rPr>
              <a:t>    GROUP BY m.member_id, m.member_name, m.current_tier</a:t>
            </a:r>
          </a:p>
          <a:p>
            <a:r>
              <a:rPr lang="en-AU" sz="800"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en-AU" sz="800">
                <a:highlight>
                  <a:srgbClr val="FFFFFF"/>
                </a:highlight>
                <a:latin typeface="Cascadia Mono" panose="020B0609020000020004" pitchFamily="49" charset="0"/>
              </a:rPr>
              <a:t>SELECT </a:t>
            </a:r>
          </a:p>
          <a:p>
            <a:r>
              <a:rPr lang="en-AU" sz="800">
                <a:highlight>
                  <a:srgbClr val="FFFFFF"/>
                </a:highlight>
                <a:latin typeface="Cascadia Mono" panose="020B0609020000020004" pitchFamily="49" charset="0"/>
              </a:rPr>
              <a:t>    member_id,</a:t>
            </a:r>
          </a:p>
          <a:p>
            <a:r>
              <a:rPr lang="en-AU" sz="800">
                <a:highlight>
                  <a:srgbClr val="FFFFFF"/>
                </a:highlight>
                <a:latin typeface="Cascadia Mono" panose="020B0609020000020004" pitchFamily="49" charset="0"/>
              </a:rPr>
              <a:t>    member_name,</a:t>
            </a:r>
          </a:p>
          <a:p>
            <a:r>
              <a:rPr lang="en-AU" sz="800">
                <a:highlight>
                  <a:srgbClr val="FFFFFF"/>
                </a:highlight>
                <a:latin typeface="Cascadia Mono" panose="020B0609020000020004" pitchFamily="49" charset="0"/>
              </a:rPr>
              <a:t>    current_tier,</a:t>
            </a:r>
          </a:p>
          <a:p>
            <a:r>
              <a:rPr lang="en-AU" sz="800">
                <a:highlight>
                  <a:srgbClr val="FFFFFF"/>
                </a:highlight>
                <a:latin typeface="Cascadia Mono" panose="020B0609020000020004" pitchFamily="49" charset="0"/>
              </a:rPr>
              <a:t>    total_flights,</a:t>
            </a:r>
          </a:p>
          <a:p>
            <a:r>
              <a:rPr lang="en-AU" sz="800">
                <a:highlight>
                  <a:srgbClr val="FFFFFF"/>
                </a:highlight>
                <a:latin typeface="Cascadia Mono" panose="020B0609020000020004" pitchFamily="49" charset="0"/>
              </a:rPr>
              <a:t>    total_sc,</a:t>
            </a:r>
          </a:p>
          <a:p>
            <a:r>
              <a:rPr lang="en-AU" sz="800">
                <a:highlight>
                  <a:srgbClr val="FFFFFF"/>
                </a:highlight>
                <a:latin typeface="Cascadia Mono" panose="020B0609020000020004" pitchFamily="49" charset="0"/>
              </a:rPr>
              <a:t>    total_points</a:t>
            </a:r>
          </a:p>
          <a:p>
            <a:r>
              <a:rPr lang="en-AU" sz="800">
                <a:highlight>
                  <a:srgbClr val="FFFFFF"/>
                </a:highlight>
                <a:latin typeface="Cascadia Mono" panose="020B0609020000020004" pitchFamily="49" charset="0"/>
              </a:rPr>
              <a:t>FROM member_flight_summary</a:t>
            </a:r>
          </a:p>
          <a:p>
            <a:r>
              <a:rPr lang="en-AU" sz="800">
                <a:highlight>
                  <a:srgbClr val="FFFFFF"/>
                </a:highlight>
                <a:latin typeface="Cascadia Mono" panose="020B0609020000020004" pitchFamily="49" charset="0"/>
              </a:rPr>
              <a:t>WHERE total_flights &gt;= 3</a:t>
            </a:r>
          </a:p>
          <a:p>
            <a:r>
              <a:rPr lang="en-US" sz="800">
                <a:highlight>
                  <a:srgbClr val="FFFFFF"/>
                </a:highlight>
                <a:latin typeface="Cascadia Mono" panose="020B0609020000020004" pitchFamily="49" charset="0"/>
              </a:rPr>
              <a:t>ORDER BY total_sc DESC;</a:t>
            </a:r>
            <a:endParaRPr lang="en-AU" sz="8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A5E831-71D3-C7A6-3E90-4D83CC43D2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9502" y="2576095"/>
            <a:ext cx="3615776" cy="1717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39103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688E73-49B9-4052-A836-D248C825D7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B6AEE0C-07FE-4154-BC7C-2F20530BC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Plane in red circle">
            <a:extLst>
              <a:ext uri="{FF2B5EF4-FFF2-40B4-BE49-F238E27FC236}">
                <a16:creationId xmlns:a16="http://schemas.microsoft.com/office/drawing/2014/main" id="{71EBA957-9D5D-BCD2-22AD-85693A37261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t="8440" b="11203"/>
          <a:stretch>
            <a:fillRect/>
          </a:stretch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A0D3011-4D17-6504-66A0-D9F424A67D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57189"/>
            <a:ext cx="5155263" cy="5571899"/>
          </a:xfrm>
        </p:spPr>
        <p:txBody>
          <a:bodyPr>
            <a:normAutofit/>
          </a:bodyPr>
          <a:lstStyle/>
          <a:p>
            <a:r>
              <a:rPr lang="en-AU" dirty="0">
                <a:solidFill>
                  <a:srgbClr val="FFFFFF"/>
                </a:solidFill>
              </a:rPr>
              <a:t>DQL: Premium vs. Economy Part 1 </a:t>
            </a:r>
            <a:br>
              <a:rPr lang="en-AU" dirty="0">
                <a:solidFill>
                  <a:srgbClr val="FFFFFF"/>
                </a:solidFill>
              </a:rPr>
            </a:br>
            <a:endParaRPr lang="en-AU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263B95-C013-2D56-2B7B-7AE809BCB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5375" y="557189"/>
            <a:ext cx="5158424" cy="5571899"/>
          </a:xfrm>
        </p:spPr>
        <p:txBody>
          <a:bodyPr anchor="ctr">
            <a:normAutofit/>
          </a:bodyPr>
          <a:lstStyle/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WITH</a:t>
            </a:r>
          </a:p>
          <a:p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-- CTE 1: Business/First class flights per member</a:t>
            </a:r>
          </a:p>
          <a:p>
            <a:r>
              <a:rPr lang="en-AU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premium_flights</a:t>
            </a:r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AS (</a:t>
            </a:r>
          </a:p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   SELECT </a:t>
            </a:r>
          </a:p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member_id</a:t>
            </a:r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COUNT(*) AS </a:t>
            </a:r>
            <a:r>
              <a:rPr lang="en-US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premium_flight_count</a:t>
            </a:r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SUM(</a:t>
            </a:r>
            <a:r>
              <a:rPr lang="en-US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status_credits</a:t>
            </a:r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) AS </a:t>
            </a:r>
            <a:r>
              <a:rPr lang="en-US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premium_sc</a:t>
            </a:r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SUM(</a:t>
            </a:r>
            <a:r>
              <a:rPr lang="en-US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points_earned</a:t>
            </a:r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) AS </a:t>
            </a:r>
            <a:r>
              <a:rPr lang="en-US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premium_points</a:t>
            </a:r>
            <a:endParaRPr lang="en-US" sz="8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   FROM flights</a:t>
            </a:r>
          </a:p>
          <a:p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   WHERE </a:t>
            </a:r>
            <a:r>
              <a:rPr lang="en-US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flight_class</a:t>
            </a:r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IN ('Business', 'First')</a:t>
            </a:r>
          </a:p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   GROUP BY </a:t>
            </a:r>
            <a:r>
              <a:rPr lang="en-AU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member_id</a:t>
            </a:r>
            <a:endParaRPr lang="en-AU" sz="8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</a:p>
          <a:p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-- CTE 2: Economy flights per member</a:t>
            </a:r>
          </a:p>
          <a:p>
            <a:r>
              <a:rPr lang="en-AU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economy_flights</a:t>
            </a:r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AS (</a:t>
            </a:r>
          </a:p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   SELECT </a:t>
            </a:r>
          </a:p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member_id</a:t>
            </a:r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COUNT(*) AS </a:t>
            </a:r>
            <a:r>
              <a:rPr lang="en-US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economy_flight_count</a:t>
            </a:r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SUM(</a:t>
            </a:r>
            <a:r>
              <a:rPr lang="en-US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status_credits</a:t>
            </a:r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) AS </a:t>
            </a:r>
            <a:r>
              <a:rPr lang="en-US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economy_sc</a:t>
            </a:r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SUM(</a:t>
            </a:r>
            <a:r>
              <a:rPr lang="en-US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points_earned</a:t>
            </a:r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) AS </a:t>
            </a:r>
            <a:r>
              <a:rPr lang="en-US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economy_points</a:t>
            </a:r>
            <a:endParaRPr lang="en-US" sz="8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   FROM flights</a:t>
            </a:r>
          </a:p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   WHERE </a:t>
            </a:r>
            <a:r>
              <a:rPr lang="en-AU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flight_class</a:t>
            </a:r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= 'Economy'</a:t>
            </a:r>
          </a:p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   GROUP BY </a:t>
            </a:r>
            <a:r>
              <a:rPr lang="en-AU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member_id</a:t>
            </a:r>
            <a:endParaRPr lang="en-AU" sz="8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endParaRPr lang="en-AU" sz="800" dirty="0"/>
          </a:p>
        </p:txBody>
      </p:sp>
    </p:spTree>
    <p:extLst>
      <p:ext uri="{BB962C8B-B14F-4D97-AF65-F5344CB8AC3E}">
        <p14:creationId xmlns:p14="http://schemas.microsoft.com/office/powerpoint/2010/main" val="17489286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2FBC14-8161-23C2-3C8E-A231BBEE5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712E947-0734-45F9-9C4F-41114EC3A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C6B5652-C661-4C58-B937-F0F490F7FC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B936867-6407-43FB-9DE6-1B0879D0CB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CD0B258-678B-4A8C-894F-848AF24A19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C8D58395-74AF-401A-AF2F-76B6FCF71D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F003F3F-F118-41D2-AA3F-74DB0D1970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8855B5-E4EB-5618-BE6F-3267EE1250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825" y="457201"/>
            <a:ext cx="2844800" cy="3588870"/>
          </a:xfrm>
        </p:spPr>
        <p:txBody>
          <a:bodyPr anchor="b">
            <a:normAutofit/>
          </a:bodyPr>
          <a:lstStyle/>
          <a:p>
            <a:pPr algn="r"/>
            <a:r>
              <a:rPr lang="en-AU" sz="4000">
                <a:solidFill>
                  <a:srgbClr val="FFFFFF"/>
                </a:solidFill>
              </a:rPr>
              <a:t>DQL: Premium vs. Economy Part 2 </a:t>
            </a:r>
            <a:br>
              <a:rPr lang="en-AU" sz="4000">
                <a:solidFill>
                  <a:srgbClr val="FFFFFF"/>
                </a:solidFill>
              </a:rPr>
            </a:br>
            <a:endParaRPr lang="en-AU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B1F4F7-EDEA-A805-0649-B4A4764556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49245" y="669363"/>
            <a:ext cx="3290579" cy="5534211"/>
          </a:xfrm>
        </p:spPr>
        <p:txBody>
          <a:bodyPr anchor="ctr">
            <a:normAutofit lnSpcReduction="10000"/>
          </a:bodyPr>
          <a:lstStyle/>
          <a:p>
            <a:r>
              <a:rPr lang="en-US" sz="800">
                <a:highlight>
                  <a:srgbClr val="FFFFFF"/>
                </a:highlight>
                <a:latin typeface="Cascadia Mono" panose="020B0609020000020004" pitchFamily="49" charset="0"/>
              </a:rPr>
              <a:t>-- Join both CTEs to compare</a:t>
            </a:r>
          </a:p>
          <a:p>
            <a:r>
              <a:rPr lang="en-AU" sz="800">
                <a:highlight>
                  <a:srgbClr val="FFFFFF"/>
                </a:highlight>
                <a:latin typeface="Cascadia Mono" panose="020B0609020000020004" pitchFamily="49" charset="0"/>
              </a:rPr>
              <a:t>SELECT </a:t>
            </a:r>
          </a:p>
          <a:p>
            <a:r>
              <a:rPr lang="en-AU" sz="800">
                <a:highlight>
                  <a:srgbClr val="FFFFFF"/>
                </a:highlight>
                <a:latin typeface="Cascadia Mono" panose="020B0609020000020004" pitchFamily="49" charset="0"/>
              </a:rPr>
              <a:t>    m.member_id,</a:t>
            </a:r>
          </a:p>
          <a:p>
            <a:r>
              <a:rPr lang="en-AU" sz="800">
                <a:highlight>
                  <a:srgbClr val="FFFFFF"/>
                </a:highlight>
                <a:latin typeface="Cascadia Mono" panose="020B0609020000020004" pitchFamily="49" charset="0"/>
              </a:rPr>
              <a:t>    m.member_name,</a:t>
            </a:r>
          </a:p>
          <a:p>
            <a:r>
              <a:rPr lang="en-AU" sz="800">
                <a:highlight>
                  <a:srgbClr val="FFFFFF"/>
                </a:highlight>
                <a:latin typeface="Cascadia Mono" panose="020B0609020000020004" pitchFamily="49" charset="0"/>
              </a:rPr>
              <a:t>    m.current_tier,</a:t>
            </a:r>
          </a:p>
          <a:p>
            <a:r>
              <a:rPr lang="en-US" sz="800">
                <a:highlight>
                  <a:srgbClr val="FFFFFF"/>
                </a:highlight>
                <a:latin typeface="Cascadia Mono" panose="020B0609020000020004" pitchFamily="49" charset="0"/>
              </a:rPr>
              <a:t>    ISNULL(p.premium_flight_count, 0) AS premium_flights,</a:t>
            </a:r>
          </a:p>
          <a:p>
            <a:r>
              <a:rPr lang="en-US" sz="800">
                <a:highlight>
                  <a:srgbClr val="FFFFFF"/>
                </a:highlight>
                <a:latin typeface="Cascadia Mono" panose="020B0609020000020004" pitchFamily="49" charset="0"/>
              </a:rPr>
              <a:t>    ISNULL(p.premium_sc, 0) AS premium_sc,</a:t>
            </a:r>
          </a:p>
          <a:p>
            <a:r>
              <a:rPr lang="en-US" sz="800">
                <a:highlight>
                  <a:srgbClr val="FFFFFF"/>
                </a:highlight>
                <a:latin typeface="Cascadia Mono" panose="020B0609020000020004" pitchFamily="49" charset="0"/>
              </a:rPr>
              <a:t>    ISNULL(e.economy_flight_count, 0) AS economy_flights,</a:t>
            </a:r>
          </a:p>
          <a:p>
            <a:r>
              <a:rPr lang="en-US" sz="800">
                <a:highlight>
                  <a:srgbClr val="FFFFFF"/>
                </a:highlight>
                <a:latin typeface="Cascadia Mono" panose="020B0609020000020004" pitchFamily="49" charset="0"/>
              </a:rPr>
              <a:t>    ISNULL(e.economy_sc, 0) AS economy_sc,</a:t>
            </a:r>
          </a:p>
          <a:p>
            <a:r>
              <a:rPr lang="en-US" sz="800">
                <a:highlight>
                  <a:srgbClr val="FFFFFF"/>
                </a:highlight>
                <a:latin typeface="Cascadia Mono" panose="020B0609020000020004" pitchFamily="49" charset="0"/>
              </a:rPr>
              <a:t>    ISNULL(p.premium_sc, 0) + ISNULL(e.economy_sc, 0) AS total_sc,</a:t>
            </a:r>
          </a:p>
          <a:p>
            <a:r>
              <a:rPr lang="en-AU" sz="800">
                <a:highlight>
                  <a:srgbClr val="FFFFFF"/>
                </a:highlight>
                <a:latin typeface="Cascadia Mono" panose="020B0609020000020004" pitchFamily="49" charset="0"/>
              </a:rPr>
              <a:t>    CASE </a:t>
            </a:r>
          </a:p>
          <a:p>
            <a:r>
              <a:rPr lang="en-AU" sz="800">
                <a:highlight>
                  <a:srgbClr val="FFFFFF"/>
                </a:highlight>
                <a:latin typeface="Cascadia Mono" panose="020B0609020000020004" pitchFamily="49" charset="0"/>
              </a:rPr>
              <a:t>        WHEN ISNULL(p.premium_sc, 0) &gt; ISNULL(e.economy_sc, 0) THEN 'Premium Flyer'</a:t>
            </a:r>
          </a:p>
          <a:p>
            <a:r>
              <a:rPr lang="en-US" sz="800">
                <a:highlight>
                  <a:srgbClr val="FFFFFF"/>
                </a:highlight>
                <a:latin typeface="Cascadia Mono" panose="020B0609020000020004" pitchFamily="49" charset="0"/>
              </a:rPr>
              <a:t>        WHEN ISNULL(e.economy_sc, 0) &gt; ISNULL(p.premium_sc, 0) THEN 'Economy Flyer'</a:t>
            </a:r>
          </a:p>
          <a:p>
            <a:r>
              <a:rPr lang="en-AU" sz="800">
                <a:highlight>
                  <a:srgbClr val="FFFFFF"/>
                </a:highlight>
                <a:latin typeface="Cascadia Mono" panose="020B0609020000020004" pitchFamily="49" charset="0"/>
              </a:rPr>
              <a:t>        ELSE 'Mixed'</a:t>
            </a:r>
          </a:p>
          <a:p>
            <a:r>
              <a:rPr lang="en-AU" sz="800">
                <a:highlight>
                  <a:srgbClr val="FFFFFF"/>
                </a:highlight>
                <a:latin typeface="Cascadia Mono" panose="020B0609020000020004" pitchFamily="49" charset="0"/>
              </a:rPr>
              <a:t>    END AS flyer_profile</a:t>
            </a:r>
          </a:p>
          <a:p>
            <a:r>
              <a:rPr lang="en-AU" sz="800">
                <a:highlight>
                  <a:srgbClr val="FFFFFF"/>
                </a:highlight>
                <a:latin typeface="Cascadia Mono" panose="020B0609020000020004" pitchFamily="49" charset="0"/>
              </a:rPr>
              <a:t>FROM members m</a:t>
            </a:r>
          </a:p>
          <a:p>
            <a:r>
              <a:rPr lang="en-US" sz="800">
                <a:highlight>
                  <a:srgbClr val="FFFFFF"/>
                </a:highlight>
                <a:latin typeface="Cascadia Mono" panose="020B0609020000020004" pitchFamily="49" charset="0"/>
              </a:rPr>
              <a:t>LEFT JOIN premium_flights p ON m.member_id = p.member_id</a:t>
            </a:r>
          </a:p>
          <a:p>
            <a:r>
              <a:rPr lang="en-US" sz="800">
                <a:highlight>
                  <a:srgbClr val="FFFFFF"/>
                </a:highlight>
                <a:latin typeface="Cascadia Mono" panose="020B0609020000020004" pitchFamily="49" charset="0"/>
              </a:rPr>
              <a:t>LEFT JOIN economy_flights e ON m.member_id = e.member_id</a:t>
            </a:r>
          </a:p>
          <a:p>
            <a:r>
              <a:rPr lang="en-US" sz="800">
                <a:highlight>
                  <a:srgbClr val="FFFFFF"/>
                </a:highlight>
                <a:latin typeface="Cascadia Mono" panose="020B0609020000020004" pitchFamily="49" charset="0"/>
              </a:rPr>
              <a:t>WHERE ISNULL(p.premium_flight_count, 0) + ISNULL(e.economy_flight_count, 0) &gt; 0</a:t>
            </a:r>
          </a:p>
          <a:p>
            <a:r>
              <a:rPr lang="en-US" sz="800">
                <a:highlight>
                  <a:srgbClr val="FFFFFF"/>
                </a:highlight>
                <a:latin typeface="Cascadia Mono" panose="020B0609020000020004" pitchFamily="49" charset="0"/>
              </a:rPr>
              <a:t>ORDER BY total_sc DESC;</a:t>
            </a:r>
            <a:endParaRPr lang="en-AU" sz="8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084150-4FA3-F3E5-B93C-C5A4800C44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7859" y="1601966"/>
            <a:ext cx="2823586" cy="978432"/>
          </a:xfrm>
          <a:prstGeom prst="rect">
            <a:avLst/>
          </a:prstGeom>
        </p:spPr>
      </p:pic>
      <p:pic>
        <p:nvPicPr>
          <p:cNvPr id="6" name="Picture 5" descr="Plane in red circle">
            <a:extLst>
              <a:ext uri="{FF2B5EF4-FFF2-40B4-BE49-F238E27FC236}">
                <a16:creationId xmlns:a16="http://schemas.microsoft.com/office/drawing/2014/main" id="{D14084D5-8803-2078-F564-E6C10128773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440" b="11203"/>
          <a:stretch>
            <a:fillRect/>
          </a:stretch>
        </p:blipFill>
        <p:spPr>
          <a:xfrm>
            <a:off x="8467859" y="3993348"/>
            <a:ext cx="2823586" cy="1588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8886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C7E094-E4B2-E965-FACE-3D43AA4D45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anchor="ctr">
            <a:normAutofit/>
          </a:bodyPr>
          <a:lstStyle/>
          <a:p>
            <a:r>
              <a:rPr lang="en-AU" sz="6800">
                <a:solidFill>
                  <a:srgbClr val="FFFFFF"/>
                </a:solidFill>
              </a:rPr>
              <a:t>DQL: CTE Chain – Route Popularity Part 1</a:t>
            </a:r>
            <a:br>
              <a:rPr lang="en-AU" sz="6800">
                <a:solidFill>
                  <a:srgbClr val="FFFFFF"/>
                </a:solidFill>
              </a:rPr>
            </a:br>
            <a:endParaRPr lang="en-AU" sz="6800">
              <a:solidFill>
                <a:srgbClr val="FFFFFF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ECB976-0ECB-E15E-F747-08EB861885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anchor="ctr">
            <a:normAutofit/>
          </a:bodyPr>
          <a:lstStyle/>
          <a:p>
            <a:r>
              <a:rPr lang="en-AU" sz="110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SOLUTION:</a:t>
            </a:r>
          </a:p>
          <a:p>
            <a:r>
              <a:rPr lang="en-AU" sz="110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WITH</a:t>
            </a:r>
          </a:p>
          <a:p>
            <a:r>
              <a:rPr lang="en-US" sz="110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Step 1: Count flights per route</a:t>
            </a:r>
          </a:p>
          <a:p>
            <a:r>
              <a:rPr lang="en-AU" sz="110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route_flight_count AS (</a:t>
            </a:r>
          </a:p>
          <a:p>
            <a:r>
              <a:rPr lang="en-AU" sz="110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SELECT </a:t>
            </a:r>
          </a:p>
          <a:p>
            <a:r>
              <a:rPr lang="en-AU" sz="110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route,</a:t>
            </a:r>
          </a:p>
          <a:p>
            <a:r>
              <a:rPr lang="en-AU" sz="110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COUNT(*) AS total_flights,</a:t>
            </a:r>
          </a:p>
          <a:p>
            <a:r>
              <a:rPr lang="en-US" sz="110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COUNT(DISTINCT member_id) AS unique_members</a:t>
            </a:r>
          </a:p>
          <a:p>
            <a:r>
              <a:rPr lang="en-AU" sz="110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FROM flights</a:t>
            </a:r>
          </a:p>
          <a:p>
            <a:r>
              <a:rPr lang="en-AU" sz="110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GROUP BY route</a:t>
            </a:r>
          </a:p>
          <a:p>
            <a:r>
              <a:rPr lang="en-AU" sz="110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</a:p>
          <a:p>
            <a:r>
              <a:rPr lang="en-US" sz="110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Step 2: Calculate average SC per route</a:t>
            </a:r>
          </a:p>
          <a:p>
            <a:r>
              <a:rPr lang="en-AU" sz="110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route_avg_sc AS (</a:t>
            </a:r>
          </a:p>
          <a:p>
            <a:r>
              <a:rPr lang="en-AU" sz="110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SELECT </a:t>
            </a:r>
          </a:p>
          <a:p>
            <a:r>
              <a:rPr lang="en-AU" sz="110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route,</a:t>
            </a:r>
          </a:p>
          <a:p>
            <a:r>
              <a:rPr lang="en-US" sz="110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AVG(status_credits) AS avg_sc_per_flight,</a:t>
            </a:r>
          </a:p>
          <a:p>
            <a:r>
              <a:rPr lang="en-US" sz="110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SUM(status_credits) AS total_sc_on_route</a:t>
            </a:r>
          </a:p>
          <a:p>
            <a:r>
              <a:rPr lang="en-AU" sz="110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FROM flights</a:t>
            </a:r>
          </a:p>
          <a:p>
            <a:r>
              <a:rPr lang="en-AU" sz="110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GROUP BY route</a:t>
            </a:r>
          </a:p>
          <a:p>
            <a:r>
              <a:rPr lang="en-AU" sz="110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08730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CE0A68D-28EF-49D9-B84B-5DAB387149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C7FCCE-0D9B-B487-99CC-84EAA4593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9862" y="4465674"/>
            <a:ext cx="4786138" cy="1663995"/>
          </a:xfrm>
        </p:spPr>
        <p:txBody>
          <a:bodyPr anchor="t">
            <a:normAutofit/>
          </a:bodyPr>
          <a:lstStyle/>
          <a:p>
            <a:pPr algn="ctr"/>
            <a:r>
              <a:rPr lang="en-AU" sz="3200">
                <a:solidFill>
                  <a:schemeClr val="tx1">
                    <a:lumMod val="65000"/>
                    <a:lumOff val="35000"/>
                  </a:schemeClr>
                </a:solidFill>
              </a:rPr>
              <a:t>DQL: CTE Chain – Route Popularity Part 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BC2A29-0C77-A4DD-FF01-5D013598FE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0209" y="3111569"/>
            <a:ext cx="4775791" cy="1034467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1FA0C3DC-24DE-44E3-9D41-CAA5F3B20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16208" y="0"/>
            <a:ext cx="4775791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EA2001-C405-1F7C-B311-4E180CFEF5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66814" y="818707"/>
            <a:ext cx="3131288" cy="5310963"/>
          </a:xfrm>
        </p:spPr>
        <p:txBody>
          <a:bodyPr anchor="ctr">
            <a:normAutofit lnSpcReduction="10000"/>
          </a:bodyPr>
          <a:lstStyle/>
          <a:p>
            <a:r>
              <a:rPr lang="en-US" sz="80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Step 3: Rank routes by total flights (using Step 1)</a:t>
            </a:r>
          </a:p>
          <a:p>
            <a:r>
              <a:rPr lang="en-AU" sz="80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route_ranked AS (</a:t>
            </a:r>
          </a:p>
          <a:p>
            <a:r>
              <a:rPr lang="en-AU" sz="80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SELECT </a:t>
            </a:r>
          </a:p>
          <a:p>
            <a:r>
              <a:rPr lang="en-AU" sz="80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rfc.route,</a:t>
            </a:r>
          </a:p>
          <a:p>
            <a:r>
              <a:rPr lang="en-AU" sz="80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rfc.total_flights,</a:t>
            </a:r>
          </a:p>
          <a:p>
            <a:r>
              <a:rPr lang="en-AU" sz="80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rfc.unique_members,</a:t>
            </a:r>
          </a:p>
          <a:p>
            <a:r>
              <a:rPr lang="en-AU" sz="80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rasc.avg_sc_per_flight,</a:t>
            </a:r>
          </a:p>
          <a:p>
            <a:r>
              <a:rPr lang="en-AU" sz="80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rasc.total_sc_on_route,</a:t>
            </a:r>
          </a:p>
          <a:p>
            <a:r>
              <a:rPr lang="en-US" sz="80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ROW_NUMBER() OVER (ORDER BY rfc.total_flights DESC) AS popularity_rank</a:t>
            </a:r>
          </a:p>
          <a:p>
            <a:r>
              <a:rPr lang="en-US" sz="80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FROM route_flight_count rfc</a:t>
            </a:r>
          </a:p>
          <a:p>
            <a:r>
              <a:rPr lang="fr-FR" sz="80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JOIN route_avg_sc rasc ON rfc.route = rasc.route</a:t>
            </a:r>
          </a:p>
          <a:p>
            <a:r>
              <a:rPr lang="en-AU" sz="80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en-US" sz="80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Final: Show top 5 routes</a:t>
            </a:r>
          </a:p>
          <a:p>
            <a:r>
              <a:rPr lang="en-AU" sz="80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 TOP 5</a:t>
            </a:r>
          </a:p>
          <a:p>
            <a:r>
              <a:rPr lang="en-AU" sz="80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popularity_rank,</a:t>
            </a:r>
          </a:p>
          <a:p>
            <a:r>
              <a:rPr lang="en-AU" sz="80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route,</a:t>
            </a:r>
          </a:p>
          <a:p>
            <a:r>
              <a:rPr lang="en-AU" sz="80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total_flights,</a:t>
            </a:r>
          </a:p>
          <a:p>
            <a:r>
              <a:rPr lang="en-AU" sz="80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unique_members,</a:t>
            </a:r>
          </a:p>
          <a:p>
            <a:r>
              <a:rPr lang="en-US" sz="80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ROUND(avg_sc_per_flight, 0) AS avg_sc,</a:t>
            </a:r>
          </a:p>
          <a:p>
            <a:r>
              <a:rPr lang="en-AU" sz="80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total_sc_on_route</a:t>
            </a:r>
          </a:p>
          <a:p>
            <a:r>
              <a:rPr lang="en-AU" sz="80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 route_ranked</a:t>
            </a:r>
          </a:p>
          <a:p>
            <a:r>
              <a:rPr lang="en-AU" sz="80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 BY popularity_rank;</a:t>
            </a:r>
            <a:endParaRPr lang="en-AU" sz="800">
              <a:solidFill>
                <a:srgbClr val="59595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14231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688E73-49B9-4052-A836-D248C825D7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B6AEE0C-07FE-4154-BC7C-2F20530BC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Aircraft wing above clouds">
            <a:extLst>
              <a:ext uri="{FF2B5EF4-FFF2-40B4-BE49-F238E27FC236}">
                <a16:creationId xmlns:a16="http://schemas.microsoft.com/office/drawing/2014/main" id="{902E4FE3-23D0-90A3-520F-B4E4A9C3485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t="13595" b="2135"/>
          <a:stretch>
            <a:fillRect/>
          </a:stretch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6CEBE00-3CA4-7A08-55A8-65DB5DBBF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57189"/>
            <a:ext cx="5155263" cy="5571899"/>
          </a:xfrm>
        </p:spPr>
        <p:txBody>
          <a:bodyPr>
            <a:normAutofit/>
          </a:bodyPr>
          <a:lstStyle/>
          <a:p>
            <a:r>
              <a:rPr lang="en-AU" dirty="0">
                <a:solidFill>
                  <a:srgbClr val="FFFFFF"/>
                </a:solidFill>
              </a:rPr>
              <a:t>DQL: Tier Upgrade Candidates Part 1 </a:t>
            </a:r>
            <a:br>
              <a:rPr lang="en-AU" dirty="0">
                <a:solidFill>
                  <a:srgbClr val="FFFFFF"/>
                </a:solidFill>
              </a:rPr>
            </a:br>
            <a:endParaRPr lang="en-AU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822FA4-CA5E-9075-64B8-A0F9E060A4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5375" y="557189"/>
            <a:ext cx="5158424" cy="5571899"/>
          </a:xfrm>
        </p:spPr>
        <p:txBody>
          <a:bodyPr anchor="ctr">
            <a:normAutofit/>
          </a:bodyPr>
          <a:lstStyle/>
          <a:p>
            <a:r>
              <a:rPr lang="en-AU" sz="1100" dirty="0">
                <a:highlight>
                  <a:srgbClr val="FFFFFF"/>
                </a:highlight>
                <a:latin typeface="Cascadia Mono" panose="020B0609020000020004" pitchFamily="49" charset="0"/>
              </a:rPr>
              <a:t>WITH</a:t>
            </a:r>
          </a:p>
          <a:p>
            <a:r>
              <a:rPr lang="en-US" sz="1100" dirty="0">
                <a:highlight>
                  <a:srgbClr val="FFFFFF"/>
                </a:highlight>
                <a:latin typeface="Cascadia Mono" panose="020B0609020000020004" pitchFamily="49" charset="0"/>
              </a:rPr>
              <a:t>-- Step 1: Calculate total Status Credits per member</a:t>
            </a:r>
          </a:p>
          <a:p>
            <a:r>
              <a:rPr lang="en-AU" sz="11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member_sc</a:t>
            </a:r>
            <a:r>
              <a:rPr lang="en-AU" sz="1100" dirty="0">
                <a:highlight>
                  <a:srgbClr val="FFFFFF"/>
                </a:highlight>
                <a:latin typeface="Cascadia Mono" panose="020B0609020000020004" pitchFamily="49" charset="0"/>
              </a:rPr>
              <a:t> AS (</a:t>
            </a:r>
          </a:p>
          <a:p>
            <a:r>
              <a:rPr lang="en-AU" sz="1100" dirty="0">
                <a:highlight>
                  <a:srgbClr val="FFFFFF"/>
                </a:highlight>
                <a:latin typeface="Cascadia Mono" panose="020B0609020000020004" pitchFamily="49" charset="0"/>
              </a:rPr>
              <a:t>    SELECT </a:t>
            </a:r>
          </a:p>
          <a:p>
            <a:r>
              <a:rPr lang="en-AU" sz="11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sz="11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member_id</a:t>
            </a:r>
            <a:r>
              <a:rPr lang="en-AU" sz="11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US" sz="11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SUM(</a:t>
            </a:r>
            <a:r>
              <a:rPr lang="en-US" sz="11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status_credits</a:t>
            </a:r>
            <a:r>
              <a:rPr lang="en-US" sz="1100" dirty="0">
                <a:highlight>
                  <a:srgbClr val="FFFFFF"/>
                </a:highlight>
                <a:latin typeface="Cascadia Mono" panose="020B0609020000020004" pitchFamily="49" charset="0"/>
              </a:rPr>
              <a:t>) AS </a:t>
            </a:r>
            <a:r>
              <a:rPr lang="en-US" sz="11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total_sc</a:t>
            </a:r>
            <a:endParaRPr lang="en-US" sz="11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1100" dirty="0">
                <a:highlight>
                  <a:srgbClr val="FFFFFF"/>
                </a:highlight>
                <a:latin typeface="Cascadia Mono" panose="020B0609020000020004" pitchFamily="49" charset="0"/>
              </a:rPr>
              <a:t>    FROM flights</a:t>
            </a:r>
          </a:p>
          <a:p>
            <a:r>
              <a:rPr lang="en-AU" sz="1100" dirty="0">
                <a:highlight>
                  <a:srgbClr val="FFFFFF"/>
                </a:highlight>
                <a:latin typeface="Cascadia Mono" panose="020B0609020000020004" pitchFamily="49" charset="0"/>
              </a:rPr>
              <a:t>    GROUP BY </a:t>
            </a:r>
            <a:r>
              <a:rPr lang="en-AU" sz="11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member_id</a:t>
            </a:r>
            <a:endParaRPr lang="en-AU" sz="11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1100" dirty="0"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</a:p>
          <a:p>
            <a:endParaRPr lang="en-AU" sz="11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100" dirty="0">
                <a:highlight>
                  <a:srgbClr val="FFFFFF"/>
                </a:highlight>
                <a:latin typeface="Cascadia Mono" panose="020B0609020000020004" pitchFamily="49" charset="0"/>
              </a:rPr>
              <a:t>-- Step 2: Count eligible flights per member</a:t>
            </a:r>
          </a:p>
          <a:p>
            <a:r>
              <a:rPr lang="en-AU" sz="11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member_eligible</a:t>
            </a:r>
            <a:r>
              <a:rPr lang="en-AU" sz="1100" dirty="0">
                <a:highlight>
                  <a:srgbClr val="FFFFFF"/>
                </a:highlight>
                <a:latin typeface="Cascadia Mono" panose="020B0609020000020004" pitchFamily="49" charset="0"/>
              </a:rPr>
              <a:t> AS (</a:t>
            </a:r>
          </a:p>
          <a:p>
            <a:r>
              <a:rPr lang="en-AU" sz="1100" dirty="0">
                <a:highlight>
                  <a:srgbClr val="FFFFFF"/>
                </a:highlight>
                <a:latin typeface="Cascadia Mono" panose="020B0609020000020004" pitchFamily="49" charset="0"/>
              </a:rPr>
              <a:t>    SELECT </a:t>
            </a:r>
          </a:p>
          <a:p>
            <a:r>
              <a:rPr lang="en-AU" sz="11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sz="11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member_id</a:t>
            </a:r>
            <a:r>
              <a:rPr lang="en-AU" sz="11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11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COUNT(*) AS </a:t>
            </a:r>
            <a:r>
              <a:rPr lang="en-AU" sz="11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eligible_flights</a:t>
            </a:r>
            <a:endParaRPr lang="en-AU" sz="11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1100" dirty="0">
                <a:highlight>
                  <a:srgbClr val="FFFFFF"/>
                </a:highlight>
                <a:latin typeface="Cascadia Mono" panose="020B0609020000020004" pitchFamily="49" charset="0"/>
              </a:rPr>
              <a:t>    FROM flights</a:t>
            </a:r>
          </a:p>
          <a:p>
            <a:r>
              <a:rPr lang="en-AU" sz="1100" dirty="0">
                <a:highlight>
                  <a:srgbClr val="FFFFFF"/>
                </a:highlight>
                <a:latin typeface="Cascadia Mono" panose="020B0609020000020004" pitchFamily="49" charset="0"/>
              </a:rPr>
              <a:t>    WHERE </a:t>
            </a:r>
            <a:r>
              <a:rPr lang="en-AU" sz="11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eligible_flight</a:t>
            </a:r>
            <a:r>
              <a:rPr lang="en-AU" sz="1100" dirty="0">
                <a:highlight>
                  <a:srgbClr val="FFFFFF"/>
                </a:highlight>
                <a:latin typeface="Cascadia Mono" panose="020B0609020000020004" pitchFamily="49" charset="0"/>
              </a:rPr>
              <a:t> = 1</a:t>
            </a:r>
          </a:p>
          <a:p>
            <a:r>
              <a:rPr lang="en-AU" sz="1100" dirty="0">
                <a:highlight>
                  <a:srgbClr val="FFFFFF"/>
                </a:highlight>
                <a:latin typeface="Cascadia Mono" panose="020B0609020000020004" pitchFamily="49" charset="0"/>
              </a:rPr>
              <a:t>    GROUP BY </a:t>
            </a:r>
            <a:r>
              <a:rPr lang="en-AU" sz="11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member_id</a:t>
            </a:r>
            <a:endParaRPr lang="en-AU" sz="11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1100" dirty="0"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</a:p>
          <a:p>
            <a:endParaRPr lang="en-AU" sz="1100" dirty="0">
              <a:solidFill>
                <a:srgbClr val="FFFFFF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AU" sz="11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00987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!!Rectangle">
            <a:extLst>
              <a:ext uri="{FF2B5EF4-FFF2-40B4-BE49-F238E27FC236}">
                <a16:creationId xmlns:a16="http://schemas.microsoft.com/office/drawing/2014/main" id="{362810D9-2C5A-477D-949C-C191895477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8467"/>
            <a:ext cx="12191999" cy="6866467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BC00209-06D3-AD85-CBE6-7BCFF42F7E3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5000"/>
          </a:blip>
          <a:srcRect/>
          <a:stretch>
            <a:fillRect/>
          </a:stretch>
        </p:blipFill>
        <p:spPr>
          <a:xfrm>
            <a:off x="20" y="-9107"/>
            <a:ext cx="1219198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57870FD-7ADB-E1D3-1080-1A4751CCE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591344"/>
            <a:ext cx="3200400" cy="5585619"/>
          </a:xfrm>
        </p:spPr>
        <p:txBody>
          <a:bodyPr>
            <a:normAutofit/>
          </a:bodyPr>
          <a:lstStyle/>
          <a:p>
            <a:r>
              <a:rPr lang="en-AU" dirty="0">
                <a:solidFill>
                  <a:srgbClr val="FFFFFF"/>
                </a:solidFill>
              </a:rPr>
              <a:t>DQL: Tier Upgrade Candidates Part 2</a:t>
            </a:r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CA467C-FF60-4BF9-762A-4F8C615940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7525617" cy="5947568"/>
          </a:xfrm>
        </p:spPr>
        <p:txBody>
          <a:bodyPr anchor="ctr">
            <a:normAutofit fontScale="25000" lnSpcReduction="20000"/>
          </a:bodyPr>
          <a:lstStyle/>
          <a:p>
            <a:r>
              <a:rPr lang="en-AU" sz="4000" dirty="0">
                <a:highlight>
                  <a:srgbClr val="FFFFFF"/>
                </a:highlight>
                <a:latin typeface="Cascadia Mono" panose="020B0609020000020004" pitchFamily="49" charset="0"/>
              </a:rPr>
              <a:t>-- Step 3: Determine recency</a:t>
            </a:r>
          </a:p>
          <a:p>
            <a:r>
              <a:rPr lang="en-AU" sz="40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member_recency</a:t>
            </a:r>
            <a:r>
              <a:rPr lang="en-AU" sz="4000" dirty="0">
                <a:highlight>
                  <a:srgbClr val="FFFFFF"/>
                </a:highlight>
                <a:latin typeface="Cascadia Mono" panose="020B0609020000020004" pitchFamily="49" charset="0"/>
              </a:rPr>
              <a:t> AS (</a:t>
            </a:r>
          </a:p>
          <a:p>
            <a:r>
              <a:rPr lang="en-AU" sz="4000" dirty="0">
                <a:highlight>
                  <a:srgbClr val="FFFFFF"/>
                </a:highlight>
                <a:latin typeface="Cascadia Mono" panose="020B0609020000020004" pitchFamily="49" charset="0"/>
              </a:rPr>
              <a:t>    SELECT </a:t>
            </a:r>
          </a:p>
          <a:p>
            <a:r>
              <a:rPr lang="en-AU" sz="40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sz="40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member_id</a:t>
            </a:r>
            <a:r>
              <a:rPr lang="en-AU" sz="40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US" sz="40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MAX(</a:t>
            </a:r>
            <a:r>
              <a:rPr lang="en-US" sz="40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flight_date</a:t>
            </a:r>
            <a:r>
              <a:rPr lang="en-US" sz="4000" dirty="0">
                <a:highlight>
                  <a:srgbClr val="FFFFFF"/>
                </a:highlight>
                <a:latin typeface="Cascadia Mono" panose="020B0609020000020004" pitchFamily="49" charset="0"/>
              </a:rPr>
              <a:t>) AS </a:t>
            </a:r>
            <a:r>
              <a:rPr lang="en-US" sz="40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last_flight_date</a:t>
            </a:r>
            <a:r>
              <a:rPr lang="en-US" sz="40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US" sz="40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DATEDIFF(DAY, MAX(</a:t>
            </a:r>
            <a:r>
              <a:rPr lang="en-US" sz="40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flight_date</a:t>
            </a:r>
            <a:r>
              <a:rPr lang="en-US" sz="4000" dirty="0">
                <a:highlight>
                  <a:srgbClr val="FFFFFF"/>
                </a:highlight>
                <a:latin typeface="Cascadia Mono" panose="020B0609020000020004" pitchFamily="49" charset="0"/>
              </a:rPr>
              <a:t>), GETDATE()) AS </a:t>
            </a:r>
            <a:r>
              <a:rPr lang="en-US" sz="40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days_since_last</a:t>
            </a:r>
            <a:endParaRPr lang="en-US" sz="40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4000" dirty="0">
                <a:highlight>
                  <a:srgbClr val="FFFFFF"/>
                </a:highlight>
                <a:latin typeface="Cascadia Mono" panose="020B0609020000020004" pitchFamily="49" charset="0"/>
              </a:rPr>
              <a:t>    FROM flights</a:t>
            </a:r>
          </a:p>
          <a:p>
            <a:r>
              <a:rPr lang="en-AU" sz="4000" dirty="0">
                <a:highlight>
                  <a:srgbClr val="FFFFFF"/>
                </a:highlight>
                <a:latin typeface="Cascadia Mono" panose="020B0609020000020004" pitchFamily="49" charset="0"/>
              </a:rPr>
              <a:t>    GROUP BY </a:t>
            </a:r>
            <a:r>
              <a:rPr lang="en-AU" sz="40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member_id</a:t>
            </a:r>
            <a:endParaRPr lang="en-AU" sz="40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4000" dirty="0"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</a:p>
          <a:p>
            <a:r>
              <a:rPr lang="en-US" sz="4000" dirty="0">
                <a:highlight>
                  <a:srgbClr val="FFFFFF"/>
                </a:highlight>
                <a:latin typeface="Cascadia Mono" panose="020B0609020000020004" pitchFamily="49" charset="0"/>
              </a:rPr>
              <a:t>-- Step 4: Combine all members (NO FILTERING HERE)</a:t>
            </a:r>
          </a:p>
          <a:p>
            <a:r>
              <a:rPr lang="en-AU" sz="40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upgrade_candidates</a:t>
            </a:r>
            <a:r>
              <a:rPr lang="en-AU" sz="4000" dirty="0">
                <a:highlight>
                  <a:srgbClr val="FFFFFF"/>
                </a:highlight>
                <a:latin typeface="Cascadia Mono" panose="020B0609020000020004" pitchFamily="49" charset="0"/>
              </a:rPr>
              <a:t> AS (</a:t>
            </a:r>
          </a:p>
          <a:p>
            <a:r>
              <a:rPr lang="en-AU" sz="4000" dirty="0">
                <a:highlight>
                  <a:srgbClr val="FFFFFF"/>
                </a:highlight>
                <a:latin typeface="Cascadia Mono" panose="020B0609020000020004" pitchFamily="49" charset="0"/>
              </a:rPr>
              <a:t>    SELECT </a:t>
            </a:r>
          </a:p>
          <a:p>
            <a:r>
              <a:rPr lang="en-AU" sz="40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sz="40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m.member_id</a:t>
            </a:r>
            <a:r>
              <a:rPr lang="en-AU" sz="40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40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sz="40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m.member_name</a:t>
            </a:r>
            <a:r>
              <a:rPr lang="en-AU" sz="40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40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sz="40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m.email</a:t>
            </a:r>
            <a:r>
              <a:rPr lang="en-AU" sz="40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40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sz="40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m.current_tier</a:t>
            </a:r>
            <a:r>
              <a:rPr lang="en-AU" sz="40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US" sz="40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ISNULL(</a:t>
            </a:r>
            <a:r>
              <a:rPr lang="en-US" sz="40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sc.total_sc</a:t>
            </a:r>
            <a:r>
              <a:rPr lang="en-US" sz="4000" dirty="0">
                <a:highlight>
                  <a:srgbClr val="FFFFFF"/>
                </a:highlight>
                <a:latin typeface="Cascadia Mono" panose="020B0609020000020004" pitchFamily="49" charset="0"/>
              </a:rPr>
              <a:t>, 0) AS </a:t>
            </a:r>
            <a:r>
              <a:rPr lang="en-US" sz="40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total_sc</a:t>
            </a:r>
            <a:r>
              <a:rPr lang="en-US" sz="40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US" sz="40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ISNULL(</a:t>
            </a:r>
            <a:r>
              <a:rPr lang="en-US" sz="40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me.eligible_flights</a:t>
            </a:r>
            <a:r>
              <a:rPr lang="en-US" sz="4000" dirty="0">
                <a:highlight>
                  <a:srgbClr val="FFFFFF"/>
                </a:highlight>
                <a:latin typeface="Cascadia Mono" panose="020B0609020000020004" pitchFamily="49" charset="0"/>
              </a:rPr>
              <a:t>, 0) AS </a:t>
            </a:r>
            <a:r>
              <a:rPr lang="en-US" sz="40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eligible_flights</a:t>
            </a:r>
            <a:r>
              <a:rPr lang="en-US" sz="40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40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sz="40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mr.last_flight_date</a:t>
            </a:r>
            <a:r>
              <a:rPr lang="en-AU" sz="40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US" sz="40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ISNULL(</a:t>
            </a:r>
            <a:r>
              <a:rPr lang="en-US" sz="40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mr.days_since_last</a:t>
            </a:r>
            <a:r>
              <a:rPr lang="en-US" sz="4000" dirty="0">
                <a:highlight>
                  <a:srgbClr val="FFFFFF"/>
                </a:highlight>
                <a:latin typeface="Cascadia Mono" panose="020B0609020000020004" pitchFamily="49" charset="0"/>
              </a:rPr>
              <a:t>, 9999) AS </a:t>
            </a:r>
            <a:r>
              <a:rPr lang="en-US" sz="40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days_since_last</a:t>
            </a:r>
            <a:r>
              <a:rPr lang="en-US" sz="40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US" sz="40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700 - ISNULL(</a:t>
            </a:r>
            <a:r>
              <a:rPr lang="en-US" sz="40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sc.total_sc</a:t>
            </a:r>
            <a:r>
              <a:rPr lang="en-US" sz="4000" dirty="0">
                <a:highlight>
                  <a:srgbClr val="FFFFFF"/>
                </a:highlight>
                <a:latin typeface="Cascadia Mono" panose="020B0609020000020004" pitchFamily="49" charset="0"/>
              </a:rPr>
              <a:t>, 0) AS </a:t>
            </a:r>
            <a:r>
              <a:rPr lang="en-US" sz="40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sc_needed_for_gold</a:t>
            </a:r>
            <a:endParaRPr lang="en-US" sz="40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4000" dirty="0">
                <a:highlight>
                  <a:srgbClr val="FFFFFF"/>
                </a:highlight>
                <a:latin typeface="Cascadia Mono" panose="020B0609020000020004" pitchFamily="49" charset="0"/>
              </a:rPr>
              <a:t>    FROM members m</a:t>
            </a:r>
          </a:p>
          <a:p>
            <a:r>
              <a:rPr lang="en-US" sz="4000" dirty="0">
                <a:highlight>
                  <a:srgbClr val="FFFFFF"/>
                </a:highlight>
                <a:latin typeface="Cascadia Mono" panose="020B0609020000020004" pitchFamily="49" charset="0"/>
              </a:rPr>
              <a:t>    LEFT JOIN </a:t>
            </a:r>
            <a:r>
              <a:rPr lang="en-US" sz="40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member_sc</a:t>
            </a:r>
            <a:r>
              <a:rPr lang="en-US" sz="4000" dirty="0"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40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sc</a:t>
            </a:r>
            <a:r>
              <a:rPr lang="en-US" sz="4000" dirty="0">
                <a:highlight>
                  <a:srgbClr val="FFFFFF"/>
                </a:highlight>
                <a:latin typeface="Cascadia Mono" panose="020B0609020000020004" pitchFamily="49" charset="0"/>
              </a:rPr>
              <a:t> ON </a:t>
            </a:r>
            <a:r>
              <a:rPr lang="en-US" sz="40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m.member_id</a:t>
            </a:r>
            <a:r>
              <a:rPr lang="en-US" sz="4000" dirty="0"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40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sc.member_id</a:t>
            </a:r>
            <a:endParaRPr lang="en-US" sz="40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4000" dirty="0">
                <a:highlight>
                  <a:srgbClr val="FFFFFF"/>
                </a:highlight>
                <a:latin typeface="Cascadia Mono" panose="020B0609020000020004" pitchFamily="49" charset="0"/>
              </a:rPr>
              <a:t>    LEFT JOIN </a:t>
            </a:r>
            <a:r>
              <a:rPr lang="en-US" sz="40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member_eligible</a:t>
            </a:r>
            <a:r>
              <a:rPr lang="en-US" sz="4000" dirty="0">
                <a:highlight>
                  <a:srgbClr val="FFFFFF"/>
                </a:highlight>
                <a:latin typeface="Cascadia Mono" panose="020B0609020000020004" pitchFamily="49" charset="0"/>
              </a:rPr>
              <a:t> me ON </a:t>
            </a:r>
            <a:r>
              <a:rPr lang="en-US" sz="40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m.member_id</a:t>
            </a:r>
            <a:r>
              <a:rPr lang="en-US" sz="4000" dirty="0"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40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me.member_id</a:t>
            </a:r>
            <a:endParaRPr lang="en-US" sz="40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4000" dirty="0">
                <a:highlight>
                  <a:srgbClr val="FFFFFF"/>
                </a:highlight>
                <a:latin typeface="Cascadia Mono" panose="020B0609020000020004" pitchFamily="49" charset="0"/>
              </a:rPr>
              <a:t>    LEFT JOIN </a:t>
            </a:r>
            <a:r>
              <a:rPr lang="en-US" sz="40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member_recency</a:t>
            </a:r>
            <a:r>
              <a:rPr lang="en-US" sz="4000" dirty="0"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40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mr</a:t>
            </a:r>
            <a:r>
              <a:rPr lang="en-US" sz="4000" dirty="0">
                <a:highlight>
                  <a:srgbClr val="FFFFFF"/>
                </a:highlight>
                <a:latin typeface="Cascadia Mono" panose="020B0609020000020004" pitchFamily="49" charset="0"/>
              </a:rPr>
              <a:t> ON </a:t>
            </a:r>
            <a:r>
              <a:rPr lang="en-US" sz="40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m.member_id</a:t>
            </a:r>
            <a:r>
              <a:rPr lang="en-US" sz="4000" dirty="0"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40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mr.member_id</a:t>
            </a:r>
            <a:endParaRPr lang="en-US" sz="40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4000" dirty="0">
                <a:highlight>
                  <a:srgbClr val="FFFFFF"/>
                </a:highlight>
                <a:latin typeface="Cascadia Mono" panose="020B0609020000020004" pitchFamily="49" charset="0"/>
              </a:rPr>
              <a:t>    WHERE </a:t>
            </a:r>
            <a:r>
              <a:rPr lang="en-US" sz="40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m.current_tier</a:t>
            </a:r>
            <a:r>
              <a:rPr lang="en-US" sz="4000" dirty="0">
                <a:highlight>
                  <a:srgbClr val="FFFFFF"/>
                </a:highlight>
                <a:latin typeface="Cascadia Mono" panose="020B0609020000020004" pitchFamily="49" charset="0"/>
              </a:rPr>
              <a:t> = 'Silver'</a:t>
            </a:r>
          </a:p>
          <a:p>
            <a:r>
              <a:rPr lang="en-AU" sz="4000" dirty="0"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endParaRPr lang="en-AU" sz="700" dirty="0">
              <a:solidFill>
                <a:srgbClr val="FFFFFF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AU" sz="7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3915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CE0A68D-28EF-49D9-B84B-5DAB387149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DC5F84-9949-2C85-0A87-17685F4B89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9862" y="4465674"/>
            <a:ext cx="4786138" cy="1663995"/>
          </a:xfrm>
        </p:spPr>
        <p:txBody>
          <a:bodyPr anchor="t">
            <a:normAutofit/>
          </a:bodyPr>
          <a:lstStyle/>
          <a:p>
            <a:pPr algn="ctr"/>
            <a:r>
              <a:rPr lang="en-AU" sz="3200">
                <a:solidFill>
                  <a:schemeClr val="tx1">
                    <a:lumMod val="65000"/>
                    <a:lumOff val="35000"/>
                  </a:schemeClr>
                </a:solidFill>
              </a:rPr>
              <a:t>DQL: Tier Upgrade Candidates Part 3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9EE413-EB17-C15E-922B-1A45961D83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0209" y="3090519"/>
            <a:ext cx="4775791" cy="1055518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1FA0C3DC-24DE-44E3-9D41-CAA5F3B20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16208" y="0"/>
            <a:ext cx="4775791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EDE134-367D-F192-7C13-0096CA8BD9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4275" y="161925"/>
            <a:ext cx="4381499" cy="6562725"/>
          </a:xfrm>
        </p:spPr>
        <p:txBody>
          <a:bodyPr anchor="ctr">
            <a:normAutofit/>
          </a:bodyPr>
          <a:lstStyle/>
          <a:p>
            <a:r>
              <a:rPr lang="en-US" sz="800" dirty="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Final Selection (controlled, visible filtering)</a:t>
            </a:r>
          </a:p>
          <a:p>
            <a:r>
              <a:rPr lang="en-AU" sz="800" dirty="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 </a:t>
            </a:r>
          </a:p>
          <a:p>
            <a:r>
              <a:rPr lang="en-AU" sz="800" dirty="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800" dirty="0" err="1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member_id</a:t>
            </a:r>
            <a:r>
              <a:rPr lang="en-AU" sz="800" dirty="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800" dirty="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800" dirty="0" err="1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member_name</a:t>
            </a:r>
            <a:r>
              <a:rPr lang="en-AU" sz="800" dirty="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800" dirty="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email,</a:t>
            </a:r>
          </a:p>
          <a:p>
            <a:r>
              <a:rPr lang="en-AU" sz="800" dirty="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800" dirty="0" err="1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current_tier</a:t>
            </a:r>
            <a:r>
              <a:rPr lang="en-AU" sz="800" dirty="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800" dirty="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800" dirty="0" err="1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total_sc</a:t>
            </a:r>
            <a:r>
              <a:rPr lang="en-AU" sz="800" dirty="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800" dirty="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800" dirty="0" err="1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sc_needed_for_gold</a:t>
            </a:r>
            <a:r>
              <a:rPr lang="en-AU" sz="800" dirty="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800" dirty="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800" dirty="0" err="1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eligible_flights</a:t>
            </a:r>
            <a:r>
              <a:rPr lang="en-AU" sz="800" dirty="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800" dirty="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800" dirty="0" err="1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days_since_last</a:t>
            </a:r>
            <a:r>
              <a:rPr lang="en-AU" sz="800" dirty="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800" dirty="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CASE </a:t>
            </a:r>
          </a:p>
          <a:p>
            <a:r>
              <a:rPr lang="en-US" sz="800" dirty="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WHEN </a:t>
            </a:r>
            <a:r>
              <a:rPr lang="en-US" sz="800" dirty="0" err="1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total_sc</a:t>
            </a:r>
            <a:r>
              <a:rPr lang="en-US" sz="800" dirty="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BETWEEN 600 AND 699</a:t>
            </a:r>
          </a:p>
          <a:p>
            <a:r>
              <a:rPr lang="en-AU" sz="800" dirty="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AND </a:t>
            </a:r>
            <a:r>
              <a:rPr lang="en-AU" sz="800" dirty="0" err="1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eligible_flights</a:t>
            </a:r>
            <a:r>
              <a:rPr lang="en-AU" sz="800" dirty="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&gt;= 3</a:t>
            </a:r>
          </a:p>
          <a:p>
            <a:r>
              <a:rPr lang="en-US" sz="800" dirty="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AND </a:t>
            </a:r>
            <a:r>
              <a:rPr lang="en-US" sz="800" dirty="0" err="1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days_since_last</a:t>
            </a:r>
            <a:r>
              <a:rPr lang="en-US" sz="800" dirty="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&lt;= 180</a:t>
            </a:r>
          </a:p>
          <a:p>
            <a:r>
              <a:rPr lang="en-AU" sz="800" dirty="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THEN 'CAMPAIGN ELIGIBLE'</a:t>
            </a:r>
          </a:p>
          <a:p>
            <a:r>
              <a:rPr lang="en-AU" sz="800" dirty="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WHEN </a:t>
            </a:r>
            <a:r>
              <a:rPr lang="en-AU" sz="800" dirty="0" err="1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total_sc</a:t>
            </a:r>
            <a:r>
              <a:rPr lang="en-AU" sz="800" dirty="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&lt; 600</a:t>
            </a:r>
          </a:p>
          <a:p>
            <a:r>
              <a:rPr lang="en-AU" sz="800" dirty="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THEN 'INSUFFICIENT STATUS CREDITS'</a:t>
            </a:r>
          </a:p>
          <a:p>
            <a:r>
              <a:rPr lang="en-AU" sz="800" dirty="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WHEN </a:t>
            </a:r>
            <a:r>
              <a:rPr lang="en-AU" sz="800" dirty="0" err="1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eligible_flights</a:t>
            </a:r>
            <a:r>
              <a:rPr lang="en-AU" sz="800" dirty="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&lt; 3</a:t>
            </a:r>
          </a:p>
          <a:p>
            <a:r>
              <a:rPr lang="en-AU" sz="800" dirty="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THEN 'NEEDS MORE FLIGHTS'</a:t>
            </a:r>
          </a:p>
          <a:p>
            <a:r>
              <a:rPr lang="en-US" sz="800" dirty="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WHEN </a:t>
            </a:r>
            <a:r>
              <a:rPr lang="en-US" sz="800" dirty="0" err="1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days_since_last</a:t>
            </a:r>
            <a:r>
              <a:rPr lang="en-US" sz="800" dirty="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&gt; 180</a:t>
            </a:r>
          </a:p>
          <a:p>
            <a:r>
              <a:rPr lang="en-AU" sz="800" dirty="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THEN 'INACTIVE'</a:t>
            </a:r>
          </a:p>
          <a:p>
            <a:r>
              <a:rPr lang="en-AU" sz="800" dirty="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ELSE 'REVIEW'</a:t>
            </a:r>
          </a:p>
          <a:p>
            <a:r>
              <a:rPr lang="en-AU" sz="800" dirty="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END AS </a:t>
            </a:r>
            <a:r>
              <a:rPr lang="en-AU" sz="800" dirty="0" err="1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campaign_status</a:t>
            </a:r>
            <a:endParaRPr lang="en-AU" sz="800" dirty="0">
              <a:solidFill>
                <a:srgbClr val="595959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800" dirty="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 </a:t>
            </a:r>
            <a:r>
              <a:rPr lang="en-AU" sz="800" dirty="0" err="1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upgrade_candidates</a:t>
            </a:r>
            <a:endParaRPr lang="en-AU" sz="800" dirty="0">
              <a:solidFill>
                <a:srgbClr val="595959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800" dirty="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 </a:t>
            </a:r>
            <a:r>
              <a:rPr lang="en-US" sz="800" dirty="0" err="1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total_sc</a:t>
            </a:r>
            <a:r>
              <a:rPr lang="en-US" sz="800" dirty="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&gt;= 500              -- soft guardrail (optional)</a:t>
            </a:r>
          </a:p>
          <a:p>
            <a:r>
              <a:rPr lang="en-US" sz="800" dirty="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 BY </a:t>
            </a:r>
            <a:r>
              <a:rPr lang="en-US" sz="800" dirty="0" err="1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sc_needed_for_gold</a:t>
            </a:r>
            <a:r>
              <a:rPr lang="en-US" sz="800" dirty="0">
                <a:solidFill>
                  <a:srgbClr val="595959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ASC;</a:t>
            </a:r>
          </a:p>
          <a:p>
            <a:endParaRPr lang="en-AU" sz="500" dirty="0">
              <a:solidFill>
                <a:srgbClr val="59595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925432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35BD9E5-155A-A4BD-5124-9F42B24551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474" r="13068"/>
          <a:stretch>
            <a:fillRect/>
          </a:stretch>
        </p:blipFill>
        <p:spPr>
          <a:xfrm>
            <a:off x="3306519" y="1587"/>
            <a:ext cx="4846882" cy="6856413"/>
          </a:xfrm>
          <a:custGeom>
            <a:avLst/>
            <a:gdLst/>
            <a:ahLst/>
            <a:cxnLst/>
            <a:rect l="l" t="t" r="r" b="b"/>
            <a:pathLst>
              <a:path w="5110407" h="6856413">
                <a:moveTo>
                  <a:pt x="121782" y="0"/>
                </a:moveTo>
                <a:lnTo>
                  <a:pt x="4731440" y="0"/>
                </a:lnTo>
                <a:lnTo>
                  <a:pt x="4775629" y="179775"/>
                </a:lnTo>
                <a:cubicBezTo>
                  <a:pt x="5052916" y="1415453"/>
                  <a:pt x="5165791" y="2739148"/>
                  <a:pt x="5084710" y="4108260"/>
                </a:cubicBezTo>
                <a:cubicBezTo>
                  <a:pt x="5038379" y="4890611"/>
                  <a:pt x="4930907" y="5650759"/>
                  <a:pt x="4768709" y="6381464"/>
                </a:cubicBezTo>
                <a:lnTo>
                  <a:pt x="4653290" y="6856413"/>
                </a:lnTo>
                <a:lnTo>
                  <a:pt x="0" y="6856413"/>
                </a:lnTo>
                <a:lnTo>
                  <a:pt x="21062" y="6803488"/>
                </a:lnTo>
                <a:cubicBezTo>
                  <a:pt x="355644" y="5917239"/>
                  <a:pt x="573134" y="4914171"/>
                  <a:pt x="636462" y="3844830"/>
                </a:cubicBezTo>
                <a:cubicBezTo>
                  <a:pt x="713862" y="2537857"/>
                  <a:pt x="550895" y="1302013"/>
                  <a:pt x="203879" y="236924"/>
                </a:cubicBez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15602C0-3FA8-0892-A871-C91584019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012" y="485775"/>
            <a:ext cx="2825506" cy="5719762"/>
          </a:xfrm>
        </p:spPr>
        <p:txBody>
          <a:bodyPr>
            <a:normAutofit/>
          </a:bodyPr>
          <a:lstStyle/>
          <a:p>
            <a:r>
              <a:rPr lang="en-AU" sz="3600"/>
              <a:t>DQL: Inactive High-Value Members Part 1</a:t>
            </a:r>
            <a:br>
              <a:rPr lang="en-AU" sz="3600"/>
            </a:br>
            <a:endParaRPr lang="en-AU" sz="36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147BB4-F13B-CB53-891E-19FAB8C54B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6925" y="485774"/>
            <a:ext cx="3292475" cy="5719763"/>
          </a:xfrm>
        </p:spPr>
        <p:txBody>
          <a:bodyPr anchor="ctr">
            <a:normAutofit/>
          </a:bodyPr>
          <a:lstStyle/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-- SOLUTION:</a:t>
            </a: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WITH</a:t>
            </a:r>
          </a:p>
          <a:p>
            <a:r>
              <a:rPr lang="en-US" sz="700">
                <a:highlight>
                  <a:srgbClr val="FFFFFF"/>
                </a:highlight>
                <a:latin typeface="Cascadia Mono" panose="020B0609020000020004" pitchFamily="49" charset="0"/>
              </a:rPr>
              <a:t>-- Step 1: Calculate lifetime SC per member</a:t>
            </a: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member_lifetime_sc AS (</a:t>
            </a: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    SELECT </a:t>
            </a: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        member_id,</a:t>
            </a:r>
          </a:p>
          <a:p>
            <a:r>
              <a:rPr lang="en-US" sz="700">
                <a:highlight>
                  <a:srgbClr val="FFFFFF"/>
                </a:highlight>
                <a:latin typeface="Cascadia Mono" panose="020B0609020000020004" pitchFamily="49" charset="0"/>
              </a:rPr>
              <a:t>        SUM(status_credits) AS lifetime_sc,</a:t>
            </a:r>
          </a:p>
          <a:p>
            <a:r>
              <a:rPr lang="en-US" sz="700">
                <a:highlight>
                  <a:srgbClr val="FFFFFF"/>
                </a:highlight>
                <a:latin typeface="Cascadia Mono" panose="020B0609020000020004" pitchFamily="49" charset="0"/>
              </a:rPr>
              <a:t>        SUM(points_earned) AS lifetime_points,</a:t>
            </a: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        COUNT(*) AS total_flights</a:t>
            </a: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    FROM flights</a:t>
            </a: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    GROUP BY member_id</a:t>
            </a: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</a:p>
          <a:p>
            <a:r>
              <a:rPr lang="en-US" sz="700">
                <a:highlight>
                  <a:srgbClr val="FFFFFF"/>
                </a:highlight>
                <a:latin typeface="Cascadia Mono" panose="020B0609020000020004" pitchFamily="49" charset="0"/>
              </a:rPr>
              <a:t>-- Step 2: Get last flight information</a:t>
            </a: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member_last_activity AS (</a:t>
            </a: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    SELECT </a:t>
            </a: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        member_id,</a:t>
            </a:r>
          </a:p>
          <a:p>
            <a:r>
              <a:rPr lang="en-US" sz="700">
                <a:highlight>
                  <a:srgbClr val="FFFFFF"/>
                </a:highlight>
                <a:latin typeface="Cascadia Mono" panose="020B0609020000020004" pitchFamily="49" charset="0"/>
              </a:rPr>
              <a:t>        MAX(flight_date) AS last_flight_date,</a:t>
            </a:r>
          </a:p>
          <a:p>
            <a:r>
              <a:rPr lang="en-US" sz="700">
                <a:highlight>
                  <a:srgbClr val="FFFFFF"/>
                </a:highlight>
                <a:latin typeface="Cascadia Mono" panose="020B0609020000020004" pitchFamily="49" charset="0"/>
              </a:rPr>
              <a:t>        DATEDIFF(MONTH, MAX(flight_date), GETDATE()) AS months_inactive,</a:t>
            </a:r>
          </a:p>
          <a:p>
            <a:r>
              <a:rPr lang="en-US" sz="700">
                <a:highlight>
                  <a:srgbClr val="FFFFFF"/>
                </a:highlight>
                <a:latin typeface="Cascadia Mono" panose="020B0609020000020004" pitchFamily="49" charset="0"/>
              </a:rPr>
              <a:t>        DATEDIFF(DAY, MAX(flight_date), GETDATE()) AS days_inactive</a:t>
            </a: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    FROM flights</a:t>
            </a: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    GROUP BY member_id</a:t>
            </a: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</a:p>
          <a:p>
            <a:endParaRPr lang="en-AU" sz="700"/>
          </a:p>
        </p:txBody>
      </p:sp>
    </p:spTree>
    <p:extLst>
      <p:ext uri="{BB962C8B-B14F-4D97-AF65-F5344CB8AC3E}">
        <p14:creationId xmlns:p14="http://schemas.microsoft.com/office/powerpoint/2010/main" val="132094849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B9BF65D-63F8-8A97-F86B-29C84CAA67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474" r="13068"/>
          <a:stretch>
            <a:fillRect/>
          </a:stretch>
        </p:blipFill>
        <p:spPr>
          <a:xfrm>
            <a:off x="3306519" y="1587"/>
            <a:ext cx="4846882" cy="6856413"/>
          </a:xfrm>
          <a:custGeom>
            <a:avLst/>
            <a:gdLst/>
            <a:ahLst/>
            <a:cxnLst/>
            <a:rect l="l" t="t" r="r" b="b"/>
            <a:pathLst>
              <a:path w="5110407" h="6856413">
                <a:moveTo>
                  <a:pt x="121782" y="0"/>
                </a:moveTo>
                <a:lnTo>
                  <a:pt x="4731440" y="0"/>
                </a:lnTo>
                <a:lnTo>
                  <a:pt x="4775629" y="179775"/>
                </a:lnTo>
                <a:cubicBezTo>
                  <a:pt x="5052916" y="1415453"/>
                  <a:pt x="5165791" y="2739148"/>
                  <a:pt x="5084710" y="4108260"/>
                </a:cubicBezTo>
                <a:cubicBezTo>
                  <a:pt x="5038379" y="4890611"/>
                  <a:pt x="4930907" y="5650759"/>
                  <a:pt x="4768709" y="6381464"/>
                </a:cubicBezTo>
                <a:lnTo>
                  <a:pt x="4653290" y="6856413"/>
                </a:lnTo>
                <a:lnTo>
                  <a:pt x="0" y="6856413"/>
                </a:lnTo>
                <a:lnTo>
                  <a:pt x="21062" y="6803488"/>
                </a:lnTo>
                <a:cubicBezTo>
                  <a:pt x="355644" y="5917239"/>
                  <a:pt x="573134" y="4914171"/>
                  <a:pt x="636462" y="3844830"/>
                </a:cubicBezTo>
                <a:cubicBezTo>
                  <a:pt x="713862" y="2537857"/>
                  <a:pt x="550895" y="1302013"/>
                  <a:pt x="203879" y="236924"/>
                </a:cubicBez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593B292-2C1C-D2B9-0DBC-5712D5B363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012" y="485775"/>
            <a:ext cx="2825506" cy="5719762"/>
          </a:xfrm>
        </p:spPr>
        <p:txBody>
          <a:bodyPr>
            <a:normAutofit/>
          </a:bodyPr>
          <a:lstStyle/>
          <a:p>
            <a:r>
              <a:rPr lang="en-AU" sz="3600"/>
              <a:t>DQL: Inactive High-Value Members Part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43CDAB-AB23-8834-3DD8-0D73F3A43E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6925" y="485774"/>
            <a:ext cx="3292475" cy="5719763"/>
          </a:xfrm>
        </p:spPr>
        <p:txBody>
          <a:bodyPr anchor="ctr">
            <a:normAutofit fontScale="92500" lnSpcReduction="10000"/>
          </a:bodyPr>
          <a:lstStyle/>
          <a:p>
            <a:r>
              <a:rPr lang="en-US" sz="1000">
                <a:highlight>
                  <a:srgbClr val="FFFFFF"/>
                </a:highlight>
                <a:latin typeface="Cascadia Mono" panose="020B0609020000020004" pitchFamily="49" charset="0"/>
              </a:rPr>
              <a:t>-- Step 3: Combine and identify inactive high-value members</a:t>
            </a:r>
          </a:p>
          <a:p>
            <a:r>
              <a:rPr lang="en-AU" sz="1000">
                <a:highlight>
                  <a:srgbClr val="FFFFFF"/>
                </a:highlight>
                <a:latin typeface="Cascadia Mono" panose="020B0609020000020004" pitchFamily="49" charset="0"/>
              </a:rPr>
              <a:t>inactive_high_value AS (</a:t>
            </a:r>
          </a:p>
          <a:p>
            <a:r>
              <a:rPr lang="en-AU" sz="1000">
                <a:highlight>
                  <a:srgbClr val="FFFFFF"/>
                </a:highlight>
                <a:latin typeface="Cascadia Mono" panose="020B0609020000020004" pitchFamily="49" charset="0"/>
              </a:rPr>
              <a:t>    SELECT </a:t>
            </a:r>
          </a:p>
          <a:p>
            <a:r>
              <a:rPr lang="en-AU" sz="1000">
                <a:highlight>
                  <a:srgbClr val="FFFFFF"/>
                </a:highlight>
                <a:latin typeface="Cascadia Mono" panose="020B0609020000020004" pitchFamily="49" charset="0"/>
              </a:rPr>
              <a:t>        m.member_id,</a:t>
            </a:r>
          </a:p>
          <a:p>
            <a:r>
              <a:rPr lang="en-AU" sz="1000">
                <a:highlight>
                  <a:srgbClr val="FFFFFF"/>
                </a:highlight>
                <a:latin typeface="Cascadia Mono" panose="020B0609020000020004" pitchFamily="49" charset="0"/>
              </a:rPr>
              <a:t>        m.member_name,</a:t>
            </a:r>
          </a:p>
          <a:p>
            <a:r>
              <a:rPr lang="en-AU" sz="1000">
                <a:highlight>
                  <a:srgbClr val="FFFFFF"/>
                </a:highlight>
                <a:latin typeface="Cascadia Mono" panose="020B0609020000020004" pitchFamily="49" charset="0"/>
              </a:rPr>
              <a:t>        m.email,</a:t>
            </a:r>
          </a:p>
          <a:p>
            <a:r>
              <a:rPr lang="en-AU" sz="1000">
                <a:highlight>
                  <a:srgbClr val="FFFFFF"/>
                </a:highlight>
                <a:latin typeface="Cascadia Mono" panose="020B0609020000020004" pitchFamily="49" charset="0"/>
              </a:rPr>
              <a:t>        m.current_tier,</a:t>
            </a:r>
          </a:p>
          <a:p>
            <a:r>
              <a:rPr lang="en-AU" sz="1000">
                <a:highlight>
                  <a:srgbClr val="FFFFFF"/>
                </a:highlight>
                <a:latin typeface="Cascadia Mono" panose="020B0609020000020004" pitchFamily="49" charset="0"/>
              </a:rPr>
              <a:t>        m.home_city,</a:t>
            </a:r>
          </a:p>
          <a:p>
            <a:r>
              <a:rPr lang="en-US" sz="1000">
                <a:highlight>
                  <a:srgbClr val="FFFFFF"/>
                </a:highlight>
                <a:latin typeface="Cascadia Mono" panose="020B0609020000020004" pitchFamily="49" charset="0"/>
              </a:rPr>
              <a:t>        ISNULL(lsc.lifetime_sc, 0) AS lifetime_sc,</a:t>
            </a:r>
          </a:p>
          <a:p>
            <a:r>
              <a:rPr lang="en-US" sz="1000">
                <a:highlight>
                  <a:srgbClr val="FFFFFF"/>
                </a:highlight>
                <a:latin typeface="Cascadia Mono" panose="020B0609020000020004" pitchFamily="49" charset="0"/>
              </a:rPr>
              <a:t>        ISNULL(lsc.lifetime_points, 0) AS lifetime_points,</a:t>
            </a:r>
          </a:p>
          <a:p>
            <a:r>
              <a:rPr lang="en-US" sz="1000">
                <a:highlight>
                  <a:srgbClr val="FFFFFF"/>
                </a:highlight>
                <a:latin typeface="Cascadia Mono" panose="020B0609020000020004" pitchFamily="49" charset="0"/>
              </a:rPr>
              <a:t>        ISNULL(lsc.total_flights, 0) AS total_flights,</a:t>
            </a:r>
          </a:p>
          <a:p>
            <a:r>
              <a:rPr lang="en-AU" sz="1000">
                <a:highlight>
                  <a:srgbClr val="FFFFFF"/>
                </a:highlight>
                <a:latin typeface="Cascadia Mono" panose="020B0609020000020004" pitchFamily="49" charset="0"/>
              </a:rPr>
              <a:t>        la.last_flight_date,</a:t>
            </a:r>
          </a:p>
          <a:p>
            <a:r>
              <a:rPr lang="en-AU" sz="1000">
                <a:highlight>
                  <a:srgbClr val="FFFFFF"/>
                </a:highlight>
                <a:latin typeface="Cascadia Mono" panose="020B0609020000020004" pitchFamily="49" charset="0"/>
              </a:rPr>
              <a:t>        la.months_inactive,</a:t>
            </a:r>
          </a:p>
          <a:p>
            <a:r>
              <a:rPr lang="en-AU" sz="1000">
                <a:highlight>
                  <a:srgbClr val="FFFFFF"/>
                </a:highlight>
                <a:latin typeface="Cascadia Mono" panose="020B0609020000020004" pitchFamily="49" charset="0"/>
              </a:rPr>
              <a:t>        la.days_inactive</a:t>
            </a:r>
          </a:p>
          <a:p>
            <a:r>
              <a:rPr lang="en-AU" sz="1000">
                <a:highlight>
                  <a:srgbClr val="FFFFFF"/>
                </a:highlight>
                <a:latin typeface="Cascadia Mono" panose="020B0609020000020004" pitchFamily="49" charset="0"/>
              </a:rPr>
              <a:t>    FROM members m</a:t>
            </a:r>
          </a:p>
          <a:p>
            <a:r>
              <a:rPr lang="en-US" sz="1000">
                <a:highlight>
                  <a:srgbClr val="FFFFFF"/>
                </a:highlight>
                <a:latin typeface="Cascadia Mono" panose="020B0609020000020004" pitchFamily="49" charset="0"/>
              </a:rPr>
              <a:t>    LEFT JOIN member_lifetime_sc lsc ON m.member_id = lsc.member_id</a:t>
            </a:r>
          </a:p>
          <a:p>
            <a:r>
              <a:rPr lang="en-US" sz="1000">
                <a:highlight>
                  <a:srgbClr val="FFFFFF"/>
                </a:highlight>
                <a:latin typeface="Cascadia Mono" panose="020B0609020000020004" pitchFamily="49" charset="0"/>
              </a:rPr>
              <a:t>    LEFT JOIN member_last_activity la ON m.member_id = la.member_id</a:t>
            </a:r>
          </a:p>
          <a:p>
            <a:r>
              <a:rPr lang="en-US" sz="1000">
                <a:highlight>
                  <a:srgbClr val="FFFFFF"/>
                </a:highlight>
                <a:latin typeface="Cascadia Mono" panose="020B0609020000020004" pitchFamily="49" charset="0"/>
              </a:rPr>
              <a:t>    WHERE m.current_tier IN ('Gold', 'Platinum')</a:t>
            </a:r>
          </a:p>
          <a:p>
            <a:r>
              <a:rPr lang="en-US" sz="1000">
                <a:highlight>
                  <a:srgbClr val="FFFFFF"/>
                </a:highlight>
                <a:latin typeface="Cascadia Mono" panose="020B0609020000020004" pitchFamily="49" charset="0"/>
              </a:rPr>
              <a:t>      AND la.months_inactive &gt;= 12</a:t>
            </a:r>
          </a:p>
          <a:p>
            <a:r>
              <a:rPr lang="en-AU" sz="1000"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endParaRPr lang="en-AU" sz="1000"/>
          </a:p>
        </p:txBody>
      </p:sp>
    </p:spTree>
    <p:extLst>
      <p:ext uri="{BB962C8B-B14F-4D97-AF65-F5344CB8AC3E}">
        <p14:creationId xmlns:p14="http://schemas.microsoft.com/office/powerpoint/2010/main" val="215671322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B712E947-0734-45F9-9C4F-41114EC3A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C6B5652-C661-4C58-B937-F0F490F7FC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B936867-6407-43FB-9DE6-1B0879D0CB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ACD0B258-678B-4A8C-894F-848AF24A19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C8D58395-74AF-401A-AF2F-76B6FCF71D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2F003F3F-F118-41D2-AA3F-74DB0D1970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8F6E81-D943-EBCF-6B4D-9C379B945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825" y="457201"/>
            <a:ext cx="2844800" cy="3588870"/>
          </a:xfrm>
        </p:spPr>
        <p:txBody>
          <a:bodyPr anchor="b">
            <a:normAutofit/>
          </a:bodyPr>
          <a:lstStyle/>
          <a:p>
            <a:pPr algn="r"/>
            <a:r>
              <a:rPr lang="en-AU" sz="4000">
                <a:solidFill>
                  <a:srgbClr val="FFFFFF"/>
                </a:solidFill>
              </a:rPr>
              <a:t>DQL: Inactive High-Value Members Part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943217-0CFA-28C9-02B9-86021920B4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57813" y="511388"/>
            <a:ext cx="4116344" cy="5284825"/>
          </a:xfrm>
        </p:spPr>
        <p:txBody>
          <a:bodyPr anchor="ctr">
            <a:noAutofit/>
          </a:bodyPr>
          <a:lstStyle/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-- Final: Win-back campaign recommendations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SELECT 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member_id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member_name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email,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current_tier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home_city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lifetime_sc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lifetime_points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total_flights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last_flight_date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months_inactive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CASE </a:t>
            </a: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WHEN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months_inactive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&gt;= 24 THEN 'CRITICAL - 2+ years inactive'</a:t>
            </a: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WHEN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months_inactive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&gt;= 18 THEN 'HIGH RISK - 18+ months'</a:t>
            </a: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WHEN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months_inactive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&gt;= 12 THEN 'AT RISK - 12+ months'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END AS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risk_category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CASE </a:t>
            </a: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WHEN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current_tier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= 'Platinum' THEN 'Offer 20,000 bonus points'</a:t>
            </a: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WHEN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current_tier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= 'Gold' THEN 'Offer 10,000 bonus points'</a:t>
            </a: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END AS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win_back_offer</a:t>
            </a:r>
            <a:endParaRPr lang="en-US" sz="7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FROM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inactive_high_value</a:t>
            </a:r>
            <a:endParaRPr lang="en-AU" sz="7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ORDER BY 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CASE </a:t>
            </a: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WHEN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current_tier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= 'Platinum' THEN 1</a:t>
            </a: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WHEN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current_tier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= 'Gold' THEN 2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END,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months_inactive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DESC;</a:t>
            </a:r>
            <a:endParaRPr lang="en-AU" sz="7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6208FF-B40A-35C9-B9C3-EEF4222D46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6425" y="6010276"/>
            <a:ext cx="6334125" cy="78622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FE72502-2750-C7E1-C6D9-B96C3BC783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7859" y="4159233"/>
            <a:ext cx="2823586" cy="125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17841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674</TotalTime>
  <Words>5901</Words>
  <Application>Microsoft Office PowerPoint</Application>
  <PresentationFormat>Widescreen</PresentationFormat>
  <Paragraphs>654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8" baseType="lpstr">
      <vt:lpstr>Aptos</vt:lpstr>
      <vt:lpstr>Aptos Display</vt:lpstr>
      <vt:lpstr>Arial</vt:lpstr>
      <vt:lpstr>Calibri</vt:lpstr>
      <vt:lpstr>Cascadia Mono</vt:lpstr>
      <vt:lpstr>Office Theme</vt:lpstr>
      <vt:lpstr>Qantas Airlines SQL Project</vt:lpstr>
      <vt:lpstr>Requirements </vt:lpstr>
      <vt:lpstr>Content </vt:lpstr>
      <vt:lpstr>Create Database for Qantas </vt:lpstr>
      <vt:lpstr>DDL: Create members and flights table </vt:lpstr>
      <vt:lpstr>DML: Insert values into members table </vt:lpstr>
      <vt:lpstr>DML: Insert values into flights table Part 1</vt:lpstr>
      <vt:lpstr>DML: Insert values into flights table Part 2</vt:lpstr>
      <vt:lpstr>DML: Insert values into flights table Part 3</vt:lpstr>
      <vt:lpstr>DML: Insert values into flights table Part 4</vt:lpstr>
      <vt:lpstr>DQL: Validation </vt:lpstr>
      <vt:lpstr>DQL: Member flight Summary using Subquery </vt:lpstr>
      <vt:lpstr>DQL: Member flight Summary using CTE </vt:lpstr>
      <vt:lpstr>DQL: Combine Status credits, eligible flights and last flight date per member Part 1 </vt:lpstr>
      <vt:lpstr>DQL: Combine Status credits, eligible flights and last flight date per member Part 2</vt:lpstr>
      <vt:lpstr>DQL: Calculate total SC per member, tier earned, mismatches and upgrade opportunities Part 1 </vt:lpstr>
      <vt:lpstr>DQL: Calculate total SC per member, tier earned, mismatches and upgrade opportunities Part 2</vt:lpstr>
      <vt:lpstr>DQL: Tier close Campaign Part 1 </vt:lpstr>
      <vt:lpstr>DQL: Tier close Campaign Part 2</vt:lpstr>
      <vt:lpstr>DQL: Tier close Campaign Part 3</vt:lpstr>
      <vt:lpstr>DQL: Tier close Campaign Part 4</vt:lpstr>
      <vt:lpstr>DQL: Member Flight Summary with 3+ flights  </vt:lpstr>
      <vt:lpstr>DQL: Premium vs. Economy Part 1  </vt:lpstr>
      <vt:lpstr>DQL: Premium vs. Economy Part 2  </vt:lpstr>
      <vt:lpstr>DQL: CTE Chain – Route Popularity Part 1 </vt:lpstr>
      <vt:lpstr>DQL: CTE Chain – Route Popularity Part 2</vt:lpstr>
      <vt:lpstr>DQL: Tier Upgrade Candidates Part 1  </vt:lpstr>
      <vt:lpstr>DQL: Tier Upgrade Candidates Part 2</vt:lpstr>
      <vt:lpstr>DQL: Tier Upgrade Candidates Part 3</vt:lpstr>
      <vt:lpstr>DQL: Inactive High-Value Members Part 1 </vt:lpstr>
      <vt:lpstr>DQL: Inactive High-Value Members Part 2</vt:lpstr>
      <vt:lpstr>DQL: Inactive High-Value Members Part 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LE</dc:creator>
  <cp:lastModifiedBy>MICHAEL LE</cp:lastModifiedBy>
  <cp:revision>16</cp:revision>
  <dcterms:created xsi:type="dcterms:W3CDTF">2026-03-17T23:26:17Z</dcterms:created>
  <dcterms:modified xsi:type="dcterms:W3CDTF">2026-03-18T10:41:04Z</dcterms:modified>
</cp:coreProperties>
</file>